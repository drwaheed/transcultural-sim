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8"/>
  </p:notesMasterIdLst>
  <p:sldIdLst>
    <p:sldId id="256" r:id="rId3"/>
    <p:sldId id="257" r:id="rId4"/>
    <p:sldId id="258" r:id="rId5"/>
    <p:sldId id="259" r:id="rId6"/>
    <p:sldId id="260" r:id="rId7"/>
    <p:sldId id="261" r:id="rId8"/>
    <p:sldId id="266" r:id="rId9"/>
    <p:sldId id="267" r:id="rId10"/>
    <p:sldId id="269" r:id="rId11"/>
    <p:sldId id="319" r:id="rId12"/>
    <p:sldId id="270" r:id="rId13"/>
    <p:sldId id="318" r:id="rId14"/>
    <p:sldId id="271" r:id="rId15"/>
    <p:sldId id="272" r:id="rId16"/>
    <p:sldId id="274" r:id="rId17"/>
    <p:sldId id="320" r:id="rId18"/>
    <p:sldId id="275" r:id="rId19"/>
    <p:sldId id="333" r:id="rId20"/>
    <p:sldId id="334" r:id="rId21"/>
    <p:sldId id="335" r:id="rId22"/>
    <p:sldId id="336" r:id="rId23"/>
    <p:sldId id="337" r:id="rId24"/>
    <p:sldId id="339" r:id="rId25"/>
    <p:sldId id="340" r:id="rId26"/>
    <p:sldId id="341" r:id="rId27"/>
    <p:sldId id="282" r:id="rId28"/>
    <p:sldId id="283" r:id="rId29"/>
    <p:sldId id="284" r:id="rId30"/>
    <p:sldId id="285" r:id="rId31"/>
    <p:sldId id="286" r:id="rId32"/>
    <p:sldId id="288" r:id="rId33"/>
    <p:sldId id="287" r:id="rId34"/>
    <p:sldId id="289" r:id="rId35"/>
    <p:sldId id="301" r:id="rId36"/>
    <p:sldId id="302" r:id="rId37"/>
    <p:sldId id="303" r:id="rId38"/>
    <p:sldId id="290" r:id="rId39"/>
    <p:sldId id="292" r:id="rId40"/>
    <p:sldId id="293" r:id="rId41"/>
    <p:sldId id="294" r:id="rId42"/>
    <p:sldId id="295" r:id="rId43"/>
    <p:sldId id="296" r:id="rId44"/>
    <p:sldId id="297" r:id="rId45"/>
    <p:sldId id="298" r:id="rId46"/>
    <p:sldId id="34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60679" autoAdjust="0"/>
  </p:normalViewPr>
  <p:slideViewPr>
    <p:cSldViewPr snapToGrid="0">
      <p:cViewPr varScale="1">
        <p:scale>
          <a:sx n="50" d="100"/>
          <a:sy n="50" d="100"/>
        </p:scale>
        <p:origin x="1037" y="34"/>
      </p:cViewPr>
      <p:guideLst/>
    </p:cSldViewPr>
  </p:slideViewPr>
  <p:outlineViewPr>
    <p:cViewPr>
      <p:scale>
        <a:sx n="33" d="100"/>
        <a:sy n="33" d="100"/>
      </p:scale>
      <p:origin x="0" y="-2176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55" Type="http://schemas.openxmlformats.org/officeDocument/2006/relationships/customXml" Target="../customXml/item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openxmlformats.org/officeDocument/2006/relationships/customXml" Target="../customXml/item3.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Hashem El-Monshed" userId="9838a0a2-a515-498b-b6a4-a4fb6da264fd" providerId="ADAL" clId="{BB1EC5F3-9575-4DB7-A81E-A4EDB8BADBBB}"/>
    <pc:docChg chg="undo redo custSel addSld delSld modSld">
      <pc:chgData name="Ahmed Hashem El-Monshed" userId="9838a0a2-a515-498b-b6a4-a4fb6da264fd" providerId="ADAL" clId="{BB1EC5F3-9575-4DB7-A81E-A4EDB8BADBBB}" dt="2025-09-28T06:15:59.633" v="224" actId="1076"/>
      <pc:docMkLst>
        <pc:docMk/>
      </pc:docMkLst>
      <pc:sldChg chg="modSp mod">
        <pc:chgData name="Ahmed Hashem El-Monshed" userId="9838a0a2-a515-498b-b6a4-a4fb6da264fd" providerId="ADAL" clId="{BB1EC5F3-9575-4DB7-A81E-A4EDB8BADBBB}" dt="2025-09-04T19:52:55.372" v="19" actId="20577"/>
        <pc:sldMkLst>
          <pc:docMk/>
          <pc:sldMk cId="1304113789" sldId="256"/>
        </pc:sldMkLst>
        <pc:spChg chg="mod">
          <ac:chgData name="Ahmed Hashem El-Monshed" userId="9838a0a2-a515-498b-b6a4-a4fb6da264fd" providerId="ADAL" clId="{BB1EC5F3-9575-4DB7-A81E-A4EDB8BADBBB}" dt="2025-09-04T19:52:55.372" v="19" actId="20577"/>
          <ac:spMkLst>
            <pc:docMk/>
            <pc:sldMk cId="1304113789" sldId="256"/>
            <ac:spMk id="3" creationId="{C7CAED93-0926-4A7D-DFD3-AD3A8CD4F1C5}"/>
          </ac:spMkLst>
        </pc:spChg>
      </pc:sldChg>
      <pc:sldChg chg="modNotesTx">
        <pc:chgData name="Ahmed Hashem El-Monshed" userId="9838a0a2-a515-498b-b6a4-a4fb6da264fd" providerId="ADAL" clId="{BB1EC5F3-9575-4DB7-A81E-A4EDB8BADBBB}" dt="2025-09-05T15:33:40.317" v="189" actId="20577"/>
        <pc:sldMkLst>
          <pc:docMk/>
          <pc:sldMk cId="1471066436" sldId="257"/>
        </pc:sldMkLst>
      </pc:sldChg>
      <pc:sldChg chg="modNotesTx">
        <pc:chgData name="Ahmed Hashem El-Monshed" userId="9838a0a2-a515-498b-b6a4-a4fb6da264fd" providerId="ADAL" clId="{BB1EC5F3-9575-4DB7-A81E-A4EDB8BADBBB}" dt="2025-09-05T15:33:45.958" v="190" actId="20577"/>
        <pc:sldMkLst>
          <pc:docMk/>
          <pc:sldMk cId="3218761863" sldId="258"/>
        </pc:sldMkLst>
      </pc:sldChg>
      <pc:sldChg chg="modNotesTx">
        <pc:chgData name="Ahmed Hashem El-Monshed" userId="9838a0a2-a515-498b-b6a4-a4fb6da264fd" providerId="ADAL" clId="{BB1EC5F3-9575-4DB7-A81E-A4EDB8BADBBB}" dt="2025-09-05T15:33:50.562" v="191" actId="20577"/>
        <pc:sldMkLst>
          <pc:docMk/>
          <pc:sldMk cId="1224085220" sldId="259"/>
        </pc:sldMkLst>
      </pc:sldChg>
      <pc:sldChg chg="modNotesTx">
        <pc:chgData name="Ahmed Hashem El-Monshed" userId="9838a0a2-a515-498b-b6a4-a4fb6da264fd" providerId="ADAL" clId="{BB1EC5F3-9575-4DB7-A81E-A4EDB8BADBBB}" dt="2025-09-05T15:33:55.293" v="192" actId="20577"/>
        <pc:sldMkLst>
          <pc:docMk/>
          <pc:sldMk cId="241053053" sldId="260"/>
        </pc:sldMkLst>
      </pc:sldChg>
      <pc:sldChg chg="modNotesTx">
        <pc:chgData name="Ahmed Hashem El-Monshed" userId="9838a0a2-a515-498b-b6a4-a4fb6da264fd" providerId="ADAL" clId="{BB1EC5F3-9575-4DB7-A81E-A4EDB8BADBBB}" dt="2025-09-05T15:33:58.976" v="193" actId="20577"/>
        <pc:sldMkLst>
          <pc:docMk/>
          <pc:sldMk cId="1404828964" sldId="261"/>
        </pc:sldMkLst>
      </pc:sldChg>
      <pc:sldChg chg="del">
        <pc:chgData name="Ahmed Hashem El-Monshed" userId="9838a0a2-a515-498b-b6a4-a4fb6da264fd" providerId="ADAL" clId="{BB1EC5F3-9575-4DB7-A81E-A4EDB8BADBBB}" dt="2025-09-04T19:57:39.595" v="20" actId="47"/>
        <pc:sldMkLst>
          <pc:docMk/>
          <pc:sldMk cId="2625520130" sldId="262"/>
        </pc:sldMkLst>
      </pc:sldChg>
      <pc:sldChg chg="del">
        <pc:chgData name="Ahmed Hashem El-Monshed" userId="9838a0a2-a515-498b-b6a4-a4fb6da264fd" providerId="ADAL" clId="{BB1EC5F3-9575-4DB7-A81E-A4EDB8BADBBB}" dt="2025-09-04T19:57:39.595" v="20" actId="47"/>
        <pc:sldMkLst>
          <pc:docMk/>
          <pc:sldMk cId="485608278" sldId="263"/>
        </pc:sldMkLst>
      </pc:sldChg>
      <pc:sldChg chg="del">
        <pc:chgData name="Ahmed Hashem El-Monshed" userId="9838a0a2-a515-498b-b6a4-a4fb6da264fd" providerId="ADAL" clId="{BB1EC5F3-9575-4DB7-A81E-A4EDB8BADBBB}" dt="2025-09-04T19:57:39.595" v="20" actId="47"/>
        <pc:sldMkLst>
          <pc:docMk/>
          <pc:sldMk cId="607033589" sldId="264"/>
        </pc:sldMkLst>
      </pc:sldChg>
      <pc:sldChg chg="del">
        <pc:chgData name="Ahmed Hashem El-Monshed" userId="9838a0a2-a515-498b-b6a4-a4fb6da264fd" providerId="ADAL" clId="{BB1EC5F3-9575-4DB7-A81E-A4EDB8BADBBB}" dt="2025-09-04T19:57:39.595" v="20" actId="47"/>
        <pc:sldMkLst>
          <pc:docMk/>
          <pc:sldMk cId="3754768567" sldId="265"/>
        </pc:sldMkLst>
      </pc:sldChg>
      <pc:sldChg chg="modSp mod modNotesTx">
        <pc:chgData name="Ahmed Hashem El-Monshed" userId="9838a0a2-a515-498b-b6a4-a4fb6da264fd" providerId="ADAL" clId="{BB1EC5F3-9575-4DB7-A81E-A4EDB8BADBBB}" dt="2025-09-05T15:34:04.854" v="194" actId="20577"/>
        <pc:sldMkLst>
          <pc:docMk/>
          <pc:sldMk cId="2532485894" sldId="266"/>
        </pc:sldMkLst>
        <pc:spChg chg="mod">
          <ac:chgData name="Ahmed Hashem El-Monshed" userId="9838a0a2-a515-498b-b6a4-a4fb6da264fd" providerId="ADAL" clId="{BB1EC5F3-9575-4DB7-A81E-A4EDB8BADBBB}" dt="2025-09-04T20:01:22.193" v="26" actId="403"/>
          <ac:spMkLst>
            <pc:docMk/>
            <pc:sldMk cId="2532485894" sldId="266"/>
            <ac:spMk id="3" creationId="{3B6AE8C9-E845-1641-9146-D8837E8BF8D9}"/>
          </ac:spMkLst>
        </pc:spChg>
      </pc:sldChg>
      <pc:sldChg chg="delSp modSp mod modNotesTx">
        <pc:chgData name="Ahmed Hashem El-Monshed" userId="9838a0a2-a515-498b-b6a4-a4fb6da264fd" providerId="ADAL" clId="{BB1EC5F3-9575-4DB7-A81E-A4EDB8BADBBB}" dt="2025-09-05T15:34:09.569" v="195" actId="20577"/>
        <pc:sldMkLst>
          <pc:docMk/>
          <pc:sldMk cId="229175061" sldId="267"/>
        </pc:sldMkLst>
        <pc:spChg chg="mod">
          <ac:chgData name="Ahmed Hashem El-Monshed" userId="9838a0a2-a515-498b-b6a4-a4fb6da264fd" providerId="ADAL" clId="{BB1EC5F3-9575-4DB7-A81E-A4EDB8BADBBB}" dt="2025-09-04T20:03:01.997" v="32" actId="113"/>
          <ac:spMkLst>
            <pc:docMk/>
            <pc:sldMk cId="229175061" sldId="267"/>
            <ac:spMk id="2" creationId="{529CDA52-39E7-1D5E-0C82-977DBA5B1225}"/>
          </ac:spMkLst>
        </pc:spChg>
        <pc:spChg chg="mod">
          <ac:chgData name="Ahmed Hashem El-Monshed" userId="9838a0a2-a515-498b-b6a4-a4fb6da264fd" providerId="ADAL" clId="{BB1EC5F3-9575-4DB7-A81E-A4EDB8BADBBB}" dt="2025-09-04T20:03:10.521" v="35" actId="2710"/>
          <ac:spMkLst>
            <pc:docMk/>
            <pc:sldMk cId="229175061" sldId="267"/>
            <ac:spMk id="3" creationId="{9176ED42-7B16-99C9-AB3D-1E92F78F0BB6}"/>
          </ac:spMkLst>
        </pc:spChg>
      </pc:sldChg>
      <pc:sldChg chg="del">
        <pc:chgData name="Ahmed Hashem El-Monshed" userId="9838a0a2-a515-498b-b6a4-a4fb6da264fd" providerId="ADAL" clId="{BB1EC5F3-9575-4DB7-A81E-A4EDB8BADBBB}" dt="2025-09-04T20:54:37.437" v="175" actId="47"/>
        <pc:sldMkLst>
          <pc:docMk/>
          <pc:sldMk cId="132676650" sldId="268"/>
        </pc:sldMkLst>
      </pc:sldChg>
      <pc:sldChg chg="modSp mod modNotesTx">
        <pc:chgData name="Ahmed Hashem El-Monshed" userId="9838a0a2-a515-498b-b6a4-a4fb6da264fd" providerId="ADAL" clId="{BB1EC5F3-9575-4DB7-A81E-A4EDB8BADBBB}" dt="2025-09-05T15:34:17.154" v="196" actId="20577"/>
        <pc:sldMkLst>
          <pc:docMk/>
          <pc:sldMk cId="1712321798" sldId="270"/>
        </pc:sldMkLst>
        <pc:spChg chg="mod">
          <ac:chgData name="Ahmed Hashem El-Monshed" userId="9838a0a2-a515-498b-b6a4-a4fb6da264fd" providerId="ADAL" clId="{BB1EC5F3-9575-4DB7-A81E-A4EDB8BADBBB}" dt="2025-09-04T20:03:57.685" v="43" actId="207"/>
          <ac:spMkLst>
            <pc:docMk/>
            <pc:sldMk cId="1712321798" sldId="270"/>
            <ac:spMk id="3" creationId="{25F08127-EFE7-AF61-A761-BBADC9101953}"/>
          </ac:spMkLst>
        </pc:spChg>
      </pc:sldChg>
      <pc:sldChg chg="modNotesTx">
        <pc:chgData name="Ahmed Hashem El-Monshed" userId="9838a0a2-a515-498b-b6a4-a4fb6da264fd" providerId="ADAL" clId="{BB1EC5F3-9575-4DB7-A81E-A4EDB8BADBBB}" dt="2025-09-05T15:34:23.073" v="197" actId="20577"/>
        <pc:sldMkLst>
          <pc:docMk/>
          <pc:sldMk cId="1342191614" sldId="271"/>
        </pc:sldMkLst>
      </pc:sldChg>
      <pc:sldChg chg="modNotesTx">
        <pc:chgData name="Ahmed Hashem El-Monshed" userId="9838a0a2-a515-498b-b6a4-a4fb6da264fd" providerId="ADAL" clId="{BB1EC5F3-9575-4DB7-A81E-A4EDB8BADBBB}" dt="2025-09-05T15:34:27.273" v="198" actId="20577"/>
        <pc:sldMkLst>
          <pc:docMk/>
          <pc:sldMk cId="3006711347" sldId="272"/>
        </pc:sldMkLst>
      </pc:sldChg>
      <pc:sldChg chg="del">
        <pc:chgData name="Ahmed Hashem El-Monshed" userId="9838a0a2-a515-498b-b6a4-a4fb6da264fd" providerId="ADAL" clId="{BB1EC5F3-9575-4DB7-A81E-A4EDB8BADBBB}" dt="2025-09-04T20:07:26.811" v="45" actId="47"/>
        <pc:sldMkLst>
          <pc:docMk/>
          <pc:sldMk cId="3336828833" sldId="273"/>
        </pc:sldMkLst>
      </pc:sldChg>
      <pc:sldChg chg="modNotesTx">
        <pc:chgData name="Ahmed Hashem El-Monshed" userId="9838a0a2-a515-498b-b6a4-a4fb6da264fd" providerId="ADAL" clId="{BB1EC5F3-9575-4DB7-A81E-A4EDB8BADBBB}" dt="2025-09-04T20:16:20.632" v="47" actId="20577"/>
        <pc:sldMkLst>
          <pc:docMk/>
          <pc:sldMk cId="2130599388" sldId="274"/>
        </pc:sldMkLst>
      </pc:sldChg>
      <pc:sldChg chg="modSp mod modNotesTx">
        <pc:chgData name="Ahmed Hashem El-Monshed" userId="9838a0a2-a515-498b-b6a4-a4fb6da264fd" providerId="ADAL" clId="{BB1EC5F3-9575-4DB7-A81E-A4EDB8BADBBB}" dt="2025-09-05T15:34:57.607" v="199" actId="20577"/>
        <pc:sldMkLst>
          <pc:docMk/>
          <pc:sldMk cId="3757485992" sldId="275"/>
        </pc:sldMkLst>
        <pc:spChg chg="mod">
          <ac:chgData name="Ahmed Hashem El-Monshed" userId="9838a0a2-a515-498b-b6a4-a4fb6da264fd" providerId="ADAL" clId="{BB1EC5F3-9575-4DB7-A81E-A4EDB8BADBBB}" dt="2025-09-04T20:28:01.611" v="117" actId="207"/>
          <ac:spMkLst>
            <pc:docMk/>
            <pc:sldMk cId="3757485992" sldId="275"/>
            <ac:spMk id="2" creationId="{591AE1F5-D5A3-9C5B-D43E-5E2BFB1E51E2}"/>
          </ac:spMkLst>
        </pc:spChg>
        <pc:spChg chg="mod">
          <ac:chgData name="Ahmed Hashem El-Monshed" userId="9838a0a2-a515-498b-b6a4-a4fb6da264fd" providerId="ADAL" clId="{BB1EC5F3-9575-4DB7-A81E-A4EDB8BADBBB}" dt="2025-09-04T20:22:38.737" v="109" actId="14100"/>
          <ac:spMkLst>
            <pc:docMk/>
            <pc:sldMk cId="3757485992" sldId="275"/>
            <ac:spMk id="3" creationId="{627C2AB2-469B-FE78-2A03-AA37C90E8068}"/>
          </ac:spMkLst>
        </pc:spChg>
      </pc:sldChg>
      <pc:sldChg chg="del">
        <pc:chgData name="Ahmed Hashem El-Monshed" userId="9838a0a2-a515-498b-b6a4-a4fb6da264fd" providerId="ADAL" clId="{BB1EC5F3-9575-4DB7-A81E-A4EDB8BADBBB}" dt="2025-09-04T20:31:01.308" v="121" actId="47"/>
        <pc:sldMkLst>
          <pc:docMk/>
          <pc:sldMk cId="1230365193" sldId="276"/>
        </pc:sldMkLst>
      </pc:sldChg>
      <pc:sldChg chg="del">
        <pc:chgData name="Ahmed Hashem El-Monshed" userId="9838a0a2-a515-498b-b6a4-a4fb6da264fd" providerId="ADAL" clId="{BB1EC5F3-9575-4DB7-A81E-A4EDB8BADBBB}" dt="2025-09-04T20:31:02.513" v="122" actId="47"/>
        <pc:sldMkLst>
          <pc:docMk/>
          <pc:sldMk cId="1499444630" sldId="277"/>
        </pc:sldMkLst>
      </pc:sldChg>
      <pc:sldChg chg="del">
        <pc:chgData name="Ahmed Hashem El-Monshed" userId="9838a0a2-a515-498b-b6a4-a4fb6da264fd" providerId="ADAL" clId="{BB1EC5F3-9575-4DB7-A81E-A4EDB8BADBBB}" dt="2025-09-04T20:31:05.693" v="123" actId="47"/>
        <pc:sldMkLst>
          <pc:docMk/>
          <pc:sldMk cId="4203742524" sldId="278"/>
        </pc:sldMkLst>
      </pc:sldChg>
      <pc:sldChg chg="del">
        <pc:chgData name="Ahmed Hashem El-Monshed" userId="9838a0a2-a515-498b-b6a4-a4fb6da264fd" providerId="ADAL" clId="{BB1EC5F3-9575-4DB7-A81E-A4EDB8BADBBB}" dt="2025-09-04T20:34:49.823" v="147" actId="47"/>
        <pc:sldMkLst>
          <pc:docMk/>
          <pc:sldMk cId="2875739288" sldId="279"/>
        </pc:sldMkLst>
      </pc:sldChg>
      <pc:sldChg chg="del modNotesTx">
        <pc:chgData name="Ahmed Hashem El-Monshed" userId="9838a0a2-a515-498b-b6a4-a4fb6da264fd" providerId="ADAL" clId="{BB1EC5F3-9575-4DB7-A81E-A4EDB8BADBBB}" dt="2025-09-04T20:32:08.226" v="124" actId="47"/>
        <pc:sldMkLst>
          <pc:docMk/>
          <pc:sldMk cId="2072943343" sldId="280"/>
        </pc:sldMkLst>
      </pc:sldChg>
      <pc:sldChg chg="del">
        <pc:chgData name="Ahmed Hashem El-Monshed" userId="9838a0a2-a515-498b-b6a4-a4fb6da264fd" providerId="ADAL" clId="{BB1EC5F3-9575-4DB7-A81E-A4EDB8BADBBB}" dt="2025-09-04T20:32:14.325" v="125" actId="47"/>
        <pc:sldMkLst>
          <pc:docMk/>
          <pc:sldMk cId="3828531359" sldId="281"/>
        </pc:sldMkLst>
      </pc:sldChg>
      <pc:sldChg chg="modSp mod modNotesTx">
        <pc:chgData name="Ahmed Hashem El-Monshed" userId="9838a0a2-a515-498b-b6a4-a4fb6da264fd" providerId="ADAL" clId="{BB1EC5F3-9575-4DB7-A81E-A4EDB8BADBBB}" dt="2025-09-05T15:35:37.203" v="207" actId="20577"/>
        <pc:sldMkLst>
          <pc:docMk/>
          <pc:sldMk cId="2242780572" sldId="282"/>
        </pc:sldMkLst>
        <pc:spChg chg="mod">
          <ac:chgData name="Ahmed Hashem El-Monshed" userId="9838a0a2-a515-498b-b6a4-a4fb6da264fd" providerId="ADAL" clId="{BB1EC5F3-9575-4DB7-A81E-A4EDB8BADBBB}" dt="2025-09-04T20:35:35.290" v="148" actId="113"/>
          <ac:spMkLst>
            <pc:docMk/>
            <pc:sldMk cId="2242780572" sldId="282"/>
            <ac:spMk id="2" creationId="{F374CA0D-5A3B-3A79-7F2D-C1538150E7F0}"/>
          </ac:spMkLst>
        </pc:spChg>
      </pc:sldChg>
      <pc:sldChg chg="modSp mod modNotesTx">
        <pc:chgData name="Ahmed Hashem El-Monshed" userId="9838a0a2-a515-498b-b6a4-a4fb6da264fd" providerId="ADAL" clId="{BB1EC5F3-9575-4DB7-A81E-A4EDB8BADBBB}" dt="2025-09-05T15:35:42.167" v="208" actId="20577"/>
        <pc:sldMkLst>
          <pc:docMk/>
          <pc:sldMk cId="690141206" sldId="284"/>
        </pc:sldMkLst>
        <pc:spChg chg="mod">
          <ac:chgData name="Ahmed Hashem El-Monshed" userId="9838a0a2-a515-498b-b6a4-a4fb6da264fd" providerId="ADAL" clId="{BB1EC5F3-9575-4DB7-A81E-A4EDB8BADBBB}" dt="2025-09-04T20:39:42.555" v="159" actId="403"/>
          <ac:spMkLst>
            <pc:docMk/>
            <pc:sldMk cId="690141206" sldId="284"/>
            <ac:spMk id="4" creationId="{62F1100F-B7C5-9192-E0A7-3F2F505F8ED6}"/>
          </ac:spMkLst>
        </pc:spChg>
      </pc:sldChg>
      <pc:sldChg chg="modSp mod modNotesTx">
        <pc:chgData name="Ahmed Hashem El-Monshed" userId="9838a0a2-a515-498b-b6a4-a4fb6da264fd" providerId="ADAL" clId="{BB1EC5F3-9575-4DB7-A81E-A4EDB8BADBBB}" dt="2025-09-28T06:15:59.633" v="224" actId="1076"/>
        <pc:sldMkLst>
          <pc:docMk/>
          <pc:sldMk cId="3683796100" sldId="285"/>
        </pc:sldMkLst>
        <pc:spChg chg="mod">
          <ac:chgData name="Ahmed Hashem El-Monshed" userId="9838a0a2-a515-498b-b6a4-a4fb6da264fd" providerId="ADAL" clId="{BB1EC5F3-9575-4DB7-A81E-A4EDB8BADBBB}" dt="2025-09-28T06:15:59.633" v="224" actId="1076"/>
          <ac:spMkLst>
            <pc:docMk/>
            <pc:sldMk cId="3683796100" sldId="285"/>
            <ac:spMk id="2" creationId="{137E7D41-E627-6EB3-4655-F5FD5B518B14}"/>
          </ac:spMkLst>
        </pc:spChg>
        <pc:spChg chg="mod">
          <ac:chgData name="Ahmed Hashem El-Monshed" userId="9838a0a2-a515-498b-b6a4-a4fb6da264fd" providerId="ADAL" clId="{BB1EC5F3-9575-4DB7-A81E-A4EDB8BADBBB}" dt="2025-09-04T20:40:30.300" v="162" actId="6549"/>
          <ac:spMkLst>
            <pc:docMk/>
            <pc:sldMk cId="3683796100" sldId="285"/>
            <ac:spMk id="3" creationId="{4ED4B67C-2214-DDA3-1A6F-C1ED4DA65220}"/>
          </ac:spMkLst>
        </pc:spChg>
      </pc:sldChg>
      <pc:sldChg chg="modNotesTx">
        <pc:chgData name="Ahmed Hashem El-Monshed" userId="9838a0a2-a515-498b-b6a4-a4fb6da264fd" providerId="ADAL" clId="{BB1EC5F3-9575-4DB7-A81E-A4EDB8BADBBB}" dt="2025-09-05T15:35:49.913" v="210" actId="20577"/>
        <pc:sldMkLst>
          <pc:docMk/>
          <pc:sldMk cId="638855493" sldId="286"/>
        </pc:sldMkLst>
      </pc:sldChg>
      <pc:sldChg chg="modNotesTx">
        <pc:chgData name="Ahmed Hashem El-Monshed" userId="9838a0a2-a515-498b-b6a4-a4fb6da264fd" providerId="ADAL" clId="{BB1EC5F3-9575-4DB7-A81E-A4EDB8BADBBB}" dt="2025-09-05T15:35:58.400" v="212" actId="20577"/>
        <pc:sldMkLst>
          <pc:docMk/>
          <pc:sldMk cId="1356685808" sldId="287"/>
        </pc:sldMkLst>
      </pc:sldChg>
      <pc:sldChg chg="modNotesTx">
        <pc:chgData name="Ahmed Hashem El-Monshed" userId="9838a0a2-a515-498b-b6a4-a4fb6da264fd" providerId="ADAL" clId="{BB1EC5F3-9575-4DB7-A81E-A4EDB8BADBBB}" dt="2025-09-05T15:35:54.989" v="211" actId="20577"/>
        <pc:sldMkLst>
          <pc:docMk/>
          <pc:sldMk cId="3528229355" sldId="288"/>
        </pc:sldMkLst>
      </pc:sldChg>
      <pc:sldChg chg="modNotesTx">
        <pc:chgData name="Ahmed Hashem El-Monshed" userId="9838a0a2-a515-498b-b6a4-a4fb6da264fd" providerId="ADAL" clId="{BB1EC5F3-9575-4DB7-A81E-A4EDB8BADBBB}" dt="2025-09-05T15:36:01.719" v="213" actId="20577"/>
        <pc:sldMkLst>
          <pc:docMk/>
          <pc:sldMk cId="2991085802" sldId="289"/>
        </pc:sldMkLst>
      </pc:sldChg>
      <pc:sldChg chg="modNotesTx">
        <pc:chgData name="Ahmed Hashem El-Monshed" userId="9838a0a2-a515-498b-b6a4-a4fb6da264fd" providerId="ADAL" clId="{BB1EC5F3-9575-4DB7-A81E-A4EDB8BADBBB}" dt="2025-09-05T15:36:53.325" v="222" actId="5793"/>
        <pc:sldMkLst>
          <pc:docMk/>
          <pc:sldMk cId="814449715" sldId="290"/>
        </pc:sldMkLst>
      </pc:sldChg>
      <pc:sldChg chg="del">
        <pc:chgData name="Ahmed Hashem El-Monshed" userId="9838a0a2-a515-498b-b6a4-a4fb6da264fd" providerId="ADAL" clId="{BB1EC5F3-9575-4DB7-A81E-A4EDB8BADBBB}" dt="2025-09-04T20:49:57.690" v="163" actId="47"/>
        <pc:sldMkLst>
          <pc:docMk/>
          <pc:sldMk cId="2034060114" sldId="291"/>
        </pc:sldMkLst>
      </pc:sldChg>
      <pc:sldChg chg="modNotesTx">
        <pc:chgData name="Ahmed Hashem El-Monshed" userId="9838a0a2-a515-498b-b6a4-a4fb6da264fd" providerId="ADAL" clId="{BB1EC5F3-9575-4DB7-A81E-A4EDB8BADBBB}" dt="2025-09-05T15:36:19.563" v="215" actId="20577"/>
        <pc:sldMkLst>
          <pc:docMk/>
          <pc:sldMk cId="564977236" sldId="292"/>
        </pc:sldMkLst>
      </pc:sldChg>
      <pc:sldChg chg="modNotesTx">
        <pc:chgData name="Ahmed Hashem El-Monshed" userId="9838a0a2-a515-498b-b6a4-a4fb6da264fd" providerId="ADAL" clId="{BB1EC5F3-9575-4DB7-A81E-A4EDB8BADBBB}" dt="2025-09-05T15:36:24.842" v="216" actId="20577"/>
        <pc:sldMkLst>
          <pc:docMk/>
          <pc:sldMk cId="2266157476" sldId="294"/>
        </pc:sldMkLst>
      </pc:sldChg>
      <pc:sldChg chg="modSp mod modNotesTx">
        <pc:chgData name="Ahmed Hashem El-Monshed" userId="9838a0a2-a515-498b-b6a4-a4fb6da264fd" providerId="ADAL" clId="{BB1EC5F3-9575-4DB7-A81E-A4EDB8BADBBB}" dt="2025-09-05T15:36:28.304" v="217" actId="20577"/>
        <pc:sldMkLst>
          <pc:docMk/>
          <pc:sldMk cId="2636494114" sldId="295"/>
        </pc:sldMkLst>
        <pc:spChg chg="mod">
          <ac:chgData name="Ahmed Hashem El-Monshed" userId="9838a0a2-a515-498b-b6a4-a4fb6da264fd" providerId="ADAL" clId="{BB1EC5F3-9575-4DB7-A81E-A4EDB8BADBBB}" dt="2025-09-04T20:52:26.778" v="172" actId="207"/>
          <ac:spMkLst>
            <pc:docMk/>
            <pc:sldMk cId="2636494114" sldId="295"/>
            <ac:spMk id="2" creationId="{BE2CE8D8-8365-68EF-7167-75919F3939C8}"/>
          </ac:spMkLst>
        </pc:spChg>
      </pc:sldChg>
      <pc:sldChg chg="modNotesTx">
        <pc:chgData name="Ahmed Hashem El-Monshed" userId="9838a0a2-a515-498b-b6a4-a4fb6da264fd" providerId="ADAL" clId="{BB1EC5F3-9575-4DB7-A81E-A4EDB8BADBBB}" dt="2025-09-05T15:36:32.449" v="218" actId="20577"/>
        <pc:sldMkLst>
          <pc:docMk/>
          <pc:sldMk cId="264145829" sldId="296"/>
        </pc:sldMkLst>
      </pc:sldChg>
      <pc:sldChg chg="modNotesTx">
        <pc:chgData name="Ahmed Hashem El-Monshed" userId="9838a0a2-a515-498b-b6a4-a4fb6da264fd" providerId="ADAL" clId="{BB1EC5F3-9575-4DB7-A81E-A4EDB8BADBBB}" dt="2025-09-05T15:36:36.585" v="219" actId="20577"/>
        <pc:sldMkLst>
          <pc:docMk/>
          <pc:sldMk cId="2046474607" sldId="297"/>
        </pc:sldMkLst>
      </pc:sldChg>
      <pc:sldChg chg="modNotesTx">
        <pc:chgData name="Ahmed Hashem El-Monshed" userId="9838a0a2-a515-498b-b6a4-a4fb6da264fd" providerId="ADAL" clId="{BB1EC5F3-9575-4DB7-A81E-A4EDB8BADBBB}" dt="2025-09-05T15:36:40.067" v="220" actId="20577"/>
        <pc:sldMkLst>
          <pc:docMk/>
          <pc:sldMk cId="2442927922" sldId="298"/>
        </pc:sldMkLst>
      </pc:sldChg>
      <pc:sldChg chg="del">
        <pc:chgData name="Ahmed Hashem El-Monshed" userId="9838a0a2-a515-498b-b6a4-a4fb6da264fd" providerId="ADAL" clId="{BB1EC5F3-9575-4DB7-A81E-A4EDB8BADBBB}" dt="2025-09-04T20:40:21.034" v="160" actId="47"/>
        <pc:sldMkLst>
          <pc:docMk/>
          <pc:sldMk cId="1989723079" sldId="299"/>
        </pc:sldMkLst>
      </pc:sldChg>
      <pc:sldChg chg="del">
        <pc:chgData name="Ahmed Hashem El-Monshed" userId="9838a0a2-a515-498b-b6a4-a4fb6da264fd" providerId="ADAL" clId="{BB1EC5F3-9575-4DB7-A81E-A4EDB8BADBBB}" dt="2025-09-04T20:40:22.151" v="161" actId="47"/>
        <pc:sldMkLst>
          <pc:docMk/>
          <pc:sldMk cId="767127340" sldId="300"/>
        </pc:sldMkLst>
      </pc:sldChg>
      <pc:sldChg chg="del">
        <pc:chgData name="Ahmed Hashem El-Monshed" userId="9838a0a2-a515-498b-b6a4-a4fb6da264fd" providerId="ADAL" clId="{BB1EC5F3-9575-4DB7-A81E-A4EDB8BADBBB}" dt="2025-09-04T20:51:53.435" v="164" actId="47"/>
        <pc:sldMkLst>
          <pc:docMk/>
          <pc:sldMk cId="268867829" sldId="304"/>
        </pc:sldMkLst>
      </pc:sldChg>
      <pc:sldChg chg="del">
        <pc:chgData name="Ahmed Hashem El-Monshed" userId="9838a0a2-a515-498b-b6a4-a4fb6da264fd" providerId="ADAL" clId="{BB1EC5F3-9575-4DB7-A81E-A4EDB8BADBBB}" dt="2025-09-04T20:51:54.871" v="165" actId="47"/>
        <pc:sldMkLst>
          <pc:docMk/>
          <pc:sldMk cId="1301057136" sldId="305"/>
        </pc:sldMkLst>
      </pc:sldChg>
      <pc:sldChg chg="del">
        <pc:chgData name="Ahmed Hashem El-Monshed" userId="9838a0a2-a515-498b-b6a4-a4fb6da264fd" providerId="ADAL" clId="{BB1EC5F3-9575-4DB7-A81E-A4EDB8BADBBB}" dt="2025-09-04T20:54:33.495" v="173" actId="47"/>
        <pc:sldMkLst>
          <pc:docMk/>
          <pc:sldMk cId="3767275045" sldId="306"/>
        </pc:sldMkLst>
      </pc:sldChg>
      <pc:sldChg chg="del">
        <pc:chgData name="Ahmed Hashem El-Monshed" userId="9838a0a2-a515-498b-b6a4-a4fb6da264fd" providerId="ADAL" clId="{BB1EC5F3-9575-4DB7-A81E-A4EDB8BADBBB}" dt="2025-09-04T20:54:34.390" v="174" actId="47"/>
        <pc:sldMkLst>
          <pc:docMk/>
          <pc:sldMk cId="1512525465" sldId="307"/>
        </pc:sldMkLst>
      </pc:sldChg>
      <pc:sldChg chg="add">
        <pc:chgData name="Ahmed Hashem El-Monshed" userId="9838a0a2-a515-498b-b6a4-a4fb6da264fd" providerId="ADAL" clId="{BB1EC5F3-9575-4DB7-A81E-A4EDB8BADBBB}" dt="2025-09-04T20:07:18.896" v="44"/>
        <pc:sldMkLst>
          <pc:docMk/>
          <pc:sldMk cId="2992859393" sldId="318"/>
        </pc:sldMkLst>
      </pc:sldChg>
      <pc:sldChg chg="delSp modSp add mod setBg delDesignElem">
        <pc:chgData name="Ahmed Hashem El-Monshed" userId="9838a0a2-a515-498b-b6a4-a4fb6da264fd" providerId="ADAL" clId="{BB1EC5F3-9575-4DB7-A81E-A4EDB8BADBBB}" dt="2025-09-04T20:17:21.687" v="79" actId="1076"/>
        <pc:sldMkLst>
          <pc:docMk/>
          <pc:sldMk cId="2505466672" sldId="319"/>
        </pc:sldMkLst>
        <pc:spChg chg="mod">
          <ac:chgData name="Ahmed Hashem El-Monshed" userId="9838a0a2-a515-498b-b6a4-a4fb6da264fd" providerId="ADAL" clId="{BB1EC5F3-9575-4DB7-A81E-A4EDB8BADBBB}" dt="2025-09-04T20:17:21.687" v="79" actId="1076"/>
          <ac:spMkLst>
            <pc:docMk/>
            <pc:sldMk cId="2505466672" sldId="319"/>
            <ac:spMk id="3" creationId="{E2C240AA-BC44-44E8-C882-AF255311E629}"/>
          </ac:spMkLst>
        </pc:spChg>
      </pc:sldChg>
      <pc:sldChg chg="modSp add mod">
        <pc:chgData name="Ahmed Hashem El-Monshed" userId="9838a0a2-a515-498b-b6a4-a4fb6da264fd" providerId="ADAL" clId="{BB1EC5F3-9575-4DB7-A81E-A4EDB8BADBBB}" dt="2025-09-04T20:17:56.366" v="92" actId="404"/>
        <pc:sldMkLst>
          <pc:docMk/>
          <pc:sldMk cId="902897085" sldId="320"/>
        </pc:sldMkLst>
        <pc:spChg chg="mod">
          <ac:chgData name="Ahmed Hashem El-Monshed" userId="9838a0a2-a515-498b-b6a4-a4fb6da264fd" providerId="ADAL" clId="{BB1EC5F3-9575-4DB7-A81E-A4EDB8BADBBB}" dt="2025-09-04T20:17:56.366" v="92" actId="404"/>
          <ac:spMkLst>
            <pc:docMk/>
            <pc:sldMk cId="902897085" sldId="320"/>
            <ac:spMk id="3" creationId="{251836C9-4AA2-419E-A7AB-062190BF74C9}"/>
          </ac:spMkLst>
        </pc:spChg>
      </pc:sldChg>
      <pc:sldChg chg="add modNotesTx">
        <pc:chgData name="Ahmed Hashem El-Monshed" userId="9838a0a2-a515-498b-b6a4-a4fb6da264fd" providerId="ADAL" clId="{BB1EC5F3-9575-4DB7-A81E-A4EDB8BADBBB}" dt="2025-09-05T15:35:01.967" v="200" actId="20577"/>
        <pc:sldMkLst>
          <pc:docMk/>
          <pc:sldMk cId="3424486339" sldId="333"/>
        </pc:sldMkLst>
      </pc:sldChg>
      <pc:sldChg chg="add modNotesTx">
        <pc:chgData name="Ahmed Hashem El-Monshed" userId="9838a0a2-a515-498b-b6a4-a4fb6da264fd" providerId="ADAL" clId="{BB1EC5F3-9575-4DB7-A81E-A4EDB8BADBBB}" dt="2025-09-05T15:35:05.738" v="201" actId="20577"/>
        <pc:sldMkLst>
          <pc:docMk/>
          <pc:sldMk cId="3465715392" sldId="334"/>
        </pc:sldMkLst>
      </pc:sldChg>
      <pc:sldChg chg="add modNotesTx">
        <pc:chgData name="Ahmed Hashem El-Monshed" userId="9838a0a2-a515-498b-b6a4-a4fb6da264fd" providerId="ADAL" clId="{BB1EC5F3-9575-4DB7-A81E-A4EDB8BADBBB}" dt="2025-09-05T15:35:10.112" v="202" actId="20577"/>
        <pc:sldMkLst>
          <pc:docMk/>
          <pc:sldMk cId="119784003" sldId="335"/>
        </pc:sldMkLst>
      </pc:sldChg>
      <pc:sldChg chg="add modNotesTx">
        <pc:chgData name="Ahmed Hashem El-Monshed" userId="9838a0a2-a515-498b-b6a4-a4fb6da264fd" providerId="ADAL" clId="{BB1EC5F3-9575-4DB7-A81E-A4EDB8BADBBB}" dt="2025-09-05T15:35:14.894" v="203" actId="20577"/>
        <pc:sldMkLst>
          <pc:docMk/>
          <pc:sldMk cId="2930219512" sldId="336"/>
        </pc:sldMkLst>
      </pc:sldChg>
      <pc:sldChg chg="add modNotesTx">
        <pc:chgData name="Ahmed Hashem El-Monshed" userId="9838a0a2-a515-498b-b6a4-a4fb6da264fd" providerId="ADAL" clId="{BB1EC5F3-9575-4DB7-A81E-A4EDB8BADBBB}" dt="2025-09-05T15:35:19.251" v="204" actId="20577"/>
        <pc:sldMkLst>
          <pc:docMk/>
          <pc:sldMk cId="813799020" sldId="337"/>
        </pc:sldMkLst>
      </pc:sldChg>
      <pc:sldChg chg="add modNotesTx">
        <pc:chgData name="Ahmed Hashem El-Monshed" userId="9838a0a2-a515-498b-b6a4-a4fb6da264fd" providerId="ADAL" clId="{BB1EC5F3-9575-4DB7-A81E-A4EDB8BADBBB}" dt="2025-09-05T15:35:22.931" v="205" actId="20577"/>
        <pc:sldMkLst>
          <pc:docMk/>
          <pc:sldMk cId="3589487210" sldId="339"/>
        </pc:sldMkLst>
      </pc:sldChg>
      <pc:sldChg chg="add modNotesTx">
        <pc:chgData name="Ahmed Hashem El-Monshed" userId="9838a0a2-a515-498b-b6a4-a4fb6da264fd" providerId="ADAL" clId="{BB1EC5F3-9575-4DB7-A81E-A4EDB8BADBBB}" dt="2025-09-05T15:35:32.028" v="206" actId="20577"/>
        <pc:sldMkLst>
          <pc:docMk/>
          <pc:sldMk cId="646098618" sldId="340"/>
        </pc:sldMkLst>
      </pc:sldChg>
      <pc:sldChg chg="addSp modSp add mod">
        <pc:chgData name="Ahmed Hashem El-Monshed" userId="9838a0a2-a515-498b-b6a4-a4fb6da264fd" providerId="ADAL" clId="{BB1EC5F3-9575-4DB7-A81E-A4EDB8BADBBB}" dt="2025-09-04T20:34:47.240" v="146" actId="14100"/>
        <pc:sldMkLst>
          <pc:docMk/>
          <pc:sldMk cId="1977517820" sldId="341"/>
        </pc:sldMkLst>
        <pc:spChg chg="mod">
          <ac:chgData name="Ahmed Hashem El-Monshed" userId="9838a0a2-a515-498b-b6a4-a4fb6da264fd" providerId="ADAL" clId="{BB1EC5F3-9575-4DB7-A81E-A4EDB8BADBBB}" dt="2025-09-04T20:33:26.130" v="144" actId="404"/>
          <ac:spMkLst>
            <pc:docMk/>
            <pc:sldMk cId="1977517820" sldId="341"/>
            <ac:spMk id="3" creationId="{03BF0324-8223-CEE0-1610-C949FC3C26E7}"/>
          </ac:spMkLst>
        </pc:spChg>
        <pc:spChg chg="add mod">
          <ac:chgData name="Ahmed Hashem El-Monshed" userId="9838a0a2-a515-498b-b6a4-a4fb6da264fd" providerId="ADAL" clId="{BB1EC5F3-9575-4DB7-A81E-A4EDB8BADBBB}" dt="2025-09-04T20:34:47.240" v="146" actId="14100"/>
          <ac:spMkLst>
            <pc:docMk/>
            <pc:sldMk cId="1977517820" sldId="341"/>
            <ac:spMk id="4" creationId="{D303A1F1-1316-4790-4A2A-1B3EA43E0511}"/>
          </ac:spMkLst>
        </pc:spChg>
      </pc:sldChg>
      <pc:sldChg chg="add del">
        <pc:chgData name="Ahmed Hashem El-Monshed" userId="9838a0a2-a515-498b-b6a4-a4fb6da264fd" providerId="ADAL" clId="{BB1EC5F3-9575-4DB7-A81E-A4EDB8BADBBB}" dt="2025-09-04T20:32:48.712" v="127"/>
        <pc:sldMkLst>
          <pc:docMk/>
          <pc:sldMk cId="2589770416" sldId="341"/>
        </pc:sldMkLst>
      </pc:sldChg>
      <pc:sldChg chg="modSp new mod">
        <pc:chgData name="Ahmed Hashem El-Monshed" userId="9838a0a2-a515-498b-b6a4-a4fb6da264fd" providerId="ADAL" clId="{BB1EC5F3-9575-4DB7-A81E-A4EDB8BADBBB}" dt="2025-09-04T20:55:08.956" v="188" actId="403"/>
        <pc:sldMkLst>
          <pc:docMk/>
          <pc:sldMk cId="1872752302" sldId="342"/>
        </pc:sldMkLst>
        <pc:spChg chg="mod">
          <ac:chgData name="Ahmed Hashem El-Monshed" userId="9838a0a2-a515-498b-b6a4-a4fb6da264fd" providerId="ADAL" clId="{BB1EC5F3-9575-4DB7-A81E-A4EDB8BADBBB}" dt="2025-09-04T20:55:08.956" v="188" actId="403"/>
          <ac:spMkLst>
            <pc:docMk/>
            <pc:sldMk cId="1872752302" sldId="342"/>
            <ac:spMk id="3" creationId="{61C33887-CF18-D9A1-7985-8FFF26BFAC91}"/>
          </ac:spMkLst>
        </pc:spChg>
      </pc:sldChg>
    </pc:docChg>
  </pc:docChgLst>
  <pc:docChgLst>
    <pc:chgData name="Ahmed Hashem El-Monshed" userId="9838a0a2-a515-498b-b6a4-a4fb6da264fd" providerId="ADAL" clId="{D27B0FCD-C7FE-497E-B0B6-C0A1F2C63A26}"/>
    <pc:docChg chg="undo custSel addSld modSld sldOrd">
      <pc:chgData name="Ahmed Hashem El-Monshed" userId="9838a0a2-a515-498b-b6a4-a4fb6da264fd" providerId="ADAL" clId="{D27B0FCD-C7FE-497E-B0B6-C0A1F2C63A26}" dt="2024-09-28T20:01:18.153" v="925"/>
      <pc:docMkLst>
        <pc:docMk/>
      </pc:docMkLst>
      <pc:sldChg chg="modSp mod">
        <pc:chgData name="Ahmed Hashem El-Monshed" userId="9838a0a2-a515-498b-b6a4-a4fb6da264fd" providerId="ADAL" clId="{D27B0FCD-C7FE-497E-B0B6-C0A1F2C63A26}" dt="2024-09-20T21:02:40.287" v="2" actId="20577"/>
        <pc:sldMkLst>
          <pc:docMk/>
          <pc:sldMk cId="1304113789" sldId="256"/>
        </pc:sldMkLst>
      </pc:sldChg>
      <pc:sldChg chg="modNotesTx">
        <pc:chgData name="Ahmed Hashem El-Monshed" userId="9838a0a2-a515-498b-b6a4-a4fb6da264fd" providerId="ADAL" clId="{D27B0FCD-C7FE-497E-B0B6-C0A1F2C63A26}" dt="2024-09-20T21:46:35.036" v="20" actId="20577"/>
        <pc:sldMkLst>
          <pc:docMk/>
          <pc:sldMk cId="3218761863" sldId="258"/>
        </pc:sldMkLst>
      </pc:sldChg>
      <pc:sldChg chg="modNotesTx">
        <pc:chgData name="Ahmed Hashem El-Monshed" userId="9838a0a2-a515-498b-b6a4-a4fb6da264fd" providerId="ADAL" clId="{D27B0FCD-C7FE-497E-B0B6-C0A1F2C63A26}" dt="2024-09-20T21:56:20.845" v="23" actId="782"/>
        <pc:sldMkLst>
          <pc:docMk/>
          <pc:sldMk cId="1224085220" sldId="259"/>
        </pc:sldMkLst>
      </pc:sldChg>
      <pc:sldChg chg="modNotesTx">
        <pc:chgData name="Ahmed Hashem El-Monshed" userId="9838a0a2-a515-498b-b6a4-a4fb6da264fd" providerId="ADAL" clId="{D27B0FCD-C7FE-497E-B0B6-C0A1F2C63A26}" dt="2024-09-20T23:02:51.407" v="226" actId="782"/>
        <pc:sldMkLst>
          <pc:docMk/>
          <pc:sldMk cId="241053053" sldId="260"/>
        </pc:sldMkLst>
      </pc:sldChg>
      <pc:sldChg chg="modNotesTx">
        <pc:chgData name="Ahmed Hashem El-Monshed" userId="9838a0a2-a515-498b-b6a4-a4fb6da264fd" providerId="ADAL" clId="{D27B0FCD-C7FE-497E-B0B6-C0A1F2C63A26}" dt="2024-09-20T22:59:38.996" v="221" actId="113"/>
        <pc:sldMkLst>
          <pc:docMk/>
          <pc:sldMk cId="1404828964" sldId="261"/>
        </pc:sldMkLst>
      </pc:sldChg>
      <pc:sldChg chg="modSp mod modNotesTx">
        <pc:chgData name="Ahmed Hashem El-Monshed" userId="9838a0a2-a515-498b-b6a4-a4fb6da264fd" providerId="ADAL" clId="{D27B0FCD-C7FE-497E-B0B6-C0A1F2C63A26}" dt="2024-09-20T22:43:50.794" v="171" actId="20577"/>
        <pc:sldMkLst>
          <pc:docMk/>
          <pc:sldMk cId="2625520130" sldId="262"/>
        </pc:sldMkLst>
      </pc:sldChg>
      <pc:sldChg chg="modNotesTx">
        <pc:chgData name="Ahmed Hashem El-Monshed" userId="9838a0a2-a515-498b-b6a4-a4fb6da264fd" providerId="ADAL" clId="{D27B0FCD-C7FE-497E-B0B6-C0A1F2C63A26}" dt="2024-09-20T22:20:28.627" v="60" actId="20577"/>
        <pc:sldMkLst>
          <pc:docMk/>
          <pc:sldMk cId="485608278" sldId="263"/>
        </pc:sldMkLst>
      </pc:sldChg>
      <pc:sldChg chg="modNotesTx">
        <pc:chgData name="Ahmed Hashem El-Monshed" userId="9838a0a2-a515-498b-b6a4-a4fb6da264fd" providerId="ADAL" clId="{D27B0FCD-C7FE-497E-B0B6-C0A1F2C63A26}" dt="2024-09-20T22:49:11.525" v="189"/>
        <pc:sldMkLst>
          <pc:docMk/>
          <pc:sldMk cId="607033589" sldId="264"/>
        </pc:sldMkLst>
      </pc:sldChg>
      <pc:sldChg chg="modNotesTx">
        <pc:chgData name="Ahmed Hashem El-Monshed" userId="9838a0a2-a515-498b-b6a4-a4fb6da264fd" providerId="ADAL" clId="{D27B0FCD-C7FE-497E-B0B6-C0A1F2C63A26}" dt="2024-09-20T22:52:09.717" v="198" actId="20577"/>
        <pc:sldMkLst>
          <pc:docMk/>
          <pc:sldMk cId="3754768567" sldId="265"/>
        </pc:sldMkLst>
      </pc:sldChg>
      <pc:sldChg chg="modNotesTx">
        <pc:chgData name="Ahmed Hashem El-Monshed" userId="9838a0a2-a515-498b-b6a4-a4fb6da264fd" providerId="ADAL" clId="{D27B0FCD-C7FE-497E-B0B6-C0A1F2C63A26}" dt="2024-09-20T23:01:18.505" v="224" actId="20577"/>
        <pc:sldMkLst>
          <pc:docMk/>
          <pc:sldMk cId="2532485894" sldId="266"/>
        </pc:sldMkLst>
      </pc:sldChg>
      <pc:sldChg chg="modNotesTx">
        <pc:chgData name="Ahmed Hashem El-Monshed" userId="9838a0a2-a515-498b-b6a4-a4fb6da264fd" providerId="ADAL" clId="{D27B0FCD-C7FE-497E-B0B6-C0A1F2C63A26}" dt="2024-09-21T00:10:15.360" v="306"/>
        <pc:sldMkLst>
          <pc:docMk/>
          <pc:sldMk cId="132676650" sldId="268"/>
        </pc:sldMkLst>
      </pc:sldChg>
      <pc:sldChg chg="modNotesTx">
        <pc:chgData name="Ahmed Hashem El-Monshed" userId="9838a0a2-a515-498b-b6a4-a4fb6da264fd" providerId="ADAL" clId="{D27B0FCD-C7FE-497E-B0B6-C0A1F2C63A26}" dt="2024-09-20T23:13:00.659" v="231" actId="782"/>
        <pc:sldMkLst>
          <pc:docMk/>
          <pc:sldMk cId="1712321798" sldId="270"/>
        </pc:sldMkLst>
      </pc:sldChg>
      <pc:sldChg chg="modNotesTx">
        <pc:chgData name="Ahmed Hashem El-Monshed" userId="9838a0a2-a515-498b-b6a4-a4fb6da264fd" providerId="ADAL" clId="{D27B0FCD-C7FE-497E-B0B6-C0A1F2C63A26}" dt="2024-09-20T23:32:21.078" v="241" actId="20577"/>
        <pc:sldMkLst>
          <pc:docMk/>
          <pc:sldMk cId="1342191614" sldId="271"/>
        </pc:sldMkLst>
      </pc:sldChg>
      <pc:sldChg chg="modNotesTx">
        <pc:chgData name="Ahmed Hashem El-Monshed" userId="9838a0a2-a515-498b-b6a4-a4fb6da264fd" providerId="ADAL" clId="{D27B0FCD-C7FE-497E-B0B6-C0A1F2C63A26}" dt="2024-09-20T23:33:26.272" v="246" actId="782"/>
        <pc:sldMkLst>
          <pc:docMk/>
          <pc:sldMk cId="3006711347" sldId="272"/>
        </pc:sldMkLst>
      </pc:sldChg>
      <pc:sldChg chg="modNotesTx">
        <pc:chgData name="Ahmed Hashem El-Monshed" userId="9838a0a2-a515-498b-b6a4-a4fb6da264fd" providerId="ADAL" clId="{D27B0FCD-C7FE-497E-B0B6-C0A1F2C63A26}" dt="2024-09-20T23:35:59.748" v="248" actId="20577"/>
        <pc:sldMkLst>
          <pc:docMk/>
          <pc:sldMk cId="2130599388" sldId="274"/>
        </pc:sldMkLst>
      </pc:sldChg>
      <pc:sldChg chg="modNotesTx">
        <pc:chgData name="Ahmed Hashem El-Monshed" userId="9838a0a2-a515-498b-b6a4-a4fb6da264fd" providerId="ADAL" clId="{D27B0FCD-C7FE-497E-B0B6-C0A1F2C63A26}" dt="2024-09-20T23:41:27.306" v="258" actId="782"/>
        <pc:sldMkLst>
          <pc:docMk/>
          <pc:sldMk cId="3757485992" sldId="275"/>
        </pc:sldMkLst>
      </pc:sldChg>
      <pc:sldChg chg="modNotesTx">
        <pc:chgData name="Ahmed Hashem El-Monshed" userId="9838a0a2-a515-498b-b6a4-a4fb6da264fd" providerId="ADAL" clId="{D27B0FCD-C7FE-497E-B0B6-C0A1F2C63A26}" dt="2024-09-20T23:43:01.358" v="266" actId="5793"/>
        <pc:sldMkLst>
          <pc:docMk/>
          <pc:sldMk cId="1230365193" sldId="276"/>
        </pc:sldMkLst>
      </pc:sldChg>
      <pc:sldChg chg="modNotesTx">
        <pc:chgData name="Ahmed Hashem El-Monshed" userId="9838a0a2-a515-498b-b6a4-a4fb6da264fd" providerId="ADAL" clId="{D27B0FCD-C7FE-497E-B0B6-C0A1F2C63A26}" dt="2024-09-20T23:46:22.505" v="275" actId="5793"/>
        <pc:sldMkLst>
          <pc:docMk/>
          <pc:sldMk cId="1499444630" sldId="277"/>
        </pc:sldMkLst>
      </pc:sldChg>
      <pc:sldChg chg="modNotesTx">
        <pc:chgData name="Ahmed Hashem El-Monshed" userId="9838a0a2-a515-498b-b6a4-a4fb6da264fd" providerId="ADAL" clId="{D27B0FCD-C7FE-497E-B0B6-C0A1F2C63A26}" dt="2024-09-20T23:49:15.475" v="286" actId="20577"/>
        <pc:sldMkLst>
          <pc:docMk/>
          <pc:sldMk cId="4203742524" sldId="278"/>
        </pc:sldMkLst>
      </pc:sldChg>
      <pc:sldChg chg="modNotesTx">
        <pc:chgData name="Ahmed Hashem El-Monshed" userId="9838a0a2-a515-498b-b6a4-a4fb6da264fd" providerId="ADAL" clId="{D27B0FCD-C7FE-497E-B0B6-C0A1F2C63A26}" dt="2024-09-20T23:55:47.989" v="296" actId="20577"/>
        <pc:sldMkLst>
          <pc:docMk/>
          <pc:sldMk cId="2875739288" sldId="279"/>
        </pc:sldMkLst>
      </pc:sldChg>
      <pc:sldChg chg="modNotesTx">
        <pc:chgData name="Ahmed Hashem El-Monshed" userId="9838a0a2-a515-498b-b6a4-a4fb6da264fd" providerId="ADAL" clId="{D27B0FCD-C7FE-497E-B0B6-C0A1F2C63A26}" dt="2024-09-20T23:54:43.854" v="293" actId="782"/>
        <pc:sldMkLst>
          <pc:docMk/>
          <pc:sldMk cId="2242780572" sldId="282"/>
        </pc:sldMkLst>
      </pc:sldChg>
      <pc:sldChg chg="modSp mod modNotesTx">
        <pc:chgData name="Ahmed Hashem El-Monshed" userId="9838a0a2-a515-498b-b6a4-a4fb6da264fd" providerId="ADAL" clId="{D27B0FCD-C7FE-497E-B0B6-C0A1F2C63A26}" dt="2024-09-28T17:53:52.248" v="312" actId="20577"/>
        <pc:sldMkLst>
          <pc:docMk/>
          <pc:sldMk cId="3683796100" sldId="285"/>
        </pc:sldMkLst>
      </pc:sldChg>
      <pc:sldChg chg="modSp mod modNotesTx">
        <pc:chgData name="Ahmed Hashem El-Monshed" userId="9838a0a2-a515-498b-b6a4-a4fb6da264fd" providerId="ADAL" clId="{D27B0FCD-C7FE-497E-B0B6-C0A1F2C63A26}" dt="2024-09-28T17:57:52.353" v="323" actId="207"/>
        <pc:sldMkLst>
          <pc:docMk/>
          <pc:sldMk cId="638855493" sldId="286"/>
        </pc:sldMkLst>
      </pc:sldChg>
      <pc:sldChg chg="modNotesTx">
        <pc:chgData name="Ahmed Hashem El-Monshed" userId="9838a0a2-a515-498b-b6a4-a4fb6da264fd" providerId="ADAL" clId="{D27B0FCD-C7FE-497E-B0B6-C0A1F2C63A26}" dt="2024-09-28T18:03:20.680" v="337" actId="782"/>
        <pc:sldMkLst>
          <pc:docMk/>
          <pc:sldMk cId="1356685808" sldId="287"/>
        </pc:sldMkLst>
      </pc:sldChg>
      <pc:sldChg chg="modNotesTx">
        <pc:chgData name="Ahmed Hashem El-Monshed" userId="9838a0a2-a515-498b-b6a4-a4fb6da264fd" providerId="ADAL" clId="{D27B0FCD-C7FE-497E-B0B6-C0A1F2C63A26}" dt="2024-09-28T17:59:54.551" v="328" actId="782"/>
        <pc:sldMkLst>
          <pc:docMk/>
          <pc:sldMk cId="3528229355" sldId="288"/>
        </pc:sldMkLst>
      </pc:sldChg>
      <pc:sldChg chg="modNotesTx">
        <pc:chgData name="Ahmed Hashem El-Monshed" userId="9838a0a2-a515-498b-b6a4-a4fb6da264fd" providerId="ADAL" clId="{D27B0FCD-C7FE-497E-B0B6-C0A1F2C63A26}" dt="2024-09-28T18:02:56.062" v="332" actId="782"/>
        <pc:sldMkLst>
          <pc:docMk/>
          <pc:sldMk cId="2991085802" sldId="289"/>
        </pc:sldMkLst>
      </pc:sldChg>
      <pc:sldChg chg="modNotesTx">
        <pc:chgData name="Ahmed Hashem El-Monshed" userId="9838a0a2-a515-498b-b6a4-a4fb6da264fd" providerId="ADAL" clId="{D27B0FCD-C7FE-497E-B0B6-C0A1F2C63A26}" dt="2024-09-28T18:42:07.787" v="410"/>
        <pc:sldMkLst>
          <pc:docMk/>
          <pc:sldMk cId="814449715" sldId="290"/>
        </pc:sldMkLst>
      </pc:sldChg>
      <pc:sldChg chg="modNotesTx">
        <pc:chgData name="Ahmed Hashem El-Monshed" userId="9838a0a2-a515-498b-b6a4-a4fb6da264fd" providerId="ADAL" clId="{D27B0FCD-C7FE-497E-B0B6-C0A1F2C63A26}" dt="2024-09-28T18:42:17.719" v="419" actId="20577"/>
        <pc:sldMkLst>
          <pc:docMk/>
          <pc:sldMk cId="2034060114" sldId="291"/>
        </pc:sldMkLst>
      </pc:sldChg>
      <pc:sldChg chg="modNotesTx">
        <pc:chgData name="Ahmed Hashem El-Monshed" userId="9838a0a2-a515-498b-b6a4-a4fb6da264fd" providerId="ADAL" clId="{D27B0FCD-C7FE-497E-B0B6-C0A1F2C63A26}" dt="2024-09-28T18:51:15.321" v="580" actId="113"/>
        <pc:sldMkLst>
          <pc:docMk/>
          <pc:sldMk cId="564977236" sldId="292"/>
        </pc:sldMkLst>
      </pc:sldChg>
      <pc:sldChg chg="modNotesTx">
        <pc:chgData name="Ahmed Hashem El-Monshed" userId="9838a0a2-a515-498b-b6a4-a4fb6da264fd" providerId="ADAL" clId="{D27B0FCD-C7FE-497E-B0B6-C0A1F2C63A26}" dt="2024-09-28T19:14:05.944" v="736" actId="20577"/>
        <pc:sldMkLst>
          <pc:docMk/>
          <pc:sldMk cId="2046474607" sldId="297"/>
        </pc:sldMkLst>
      </pc:sldChg>
      <pc:sldChg chg="modNotesTx">
        <pc:chgData name="Ahmed Hashem El-Monshed" userId="9838a0a2-a515-498b-b6a4-a4fb6da264fd" providerId="ADAL" clId="{D27B0FCD-C7FE-497E-B0B6-C0A1F2C63A26}" dt="2024-09-28T19:19:18.388" v="819" actId="113"/>
        <pc:sldMkLst>
          <pc:docMk/>
          <pc:sldMk cId="2442927922" sldId="298"/>
        </pc:sldMkLst>
      </pc:sldChg>
      <pc:sldChg chg="modSp new mod ord modNotesTx">
        <pc:chgData name="Ahmed Hashem El-Monshed" userId="9838a0a2-a515-498b-b6a4-a4fb6da264fd" providerId="ADAL" clId="{D27B0FCD-C7FE-497E-B0B6-C0A1F2C63A26}" dt="2024-09-28T19:36:51.305" v="849"/>
        <pc:sldMkLst>
          <pc:docMk/>
          <pc:sldMk cId="3100029968" sldId="301"/>
        </pc:sldMkLst>
      </pc:sldChg>
      <pc:sldChg chg="modSp add mod ord modNotesTx">
        <pc:chgData name="Ahmed Hashem El-Monshed" userId="9838a0a2-a515-498b-b6a4-a4fb6da264fd" providerId="ADAL" clId="{D27B0FCD-C7FE-497E-B0B6-C0A1F2C63A26}" dt="2024-09-28T19:36:54.875" v="851"/>
        <pc:sldMkLst>
          <pc:docMk/>
          <pc:sldMk cId="58148533" sldId="302"/>
        </pc:sldMkLst>
      </pc:sldChg>
      <pc:sldChg chg="modSp mod modNotesTx">
        <pc:chgData name="Ahmed Hashem El-Monshed" userId="9838a0a2-a515-498b-b6a4-a4fb6da264fd" providerId="ADAL" clId="{D27B0FCD-C7FE-497E-B0B6-C0A1F2C63A26}" dt="2024-09-28T19:41:09.100" v="855"/>
        <pc:sldMkLst>
          <pc:docMk/>
          <pc:sldMk cId="3505044603" sldId="303"/>
        </pc:sldMkLst>
      </pc:sldChg>
      <pc:sldChg chg="modSp new mod modNotesTx">
        <pc:chgData name="Ahmed Hashem El-Monshed" userId="9838a0a2-a515-498b-b6a4-a4fb6da264fd" providerId="ADAL" clId="{D27B0FCD-C7FE-497E-B0B6-C0A1F2C63A26}" dt="2024-09-28T19:55:49.181" v="895" actId="20577"/>
        <pc:sldMkLst>
          <pc:docMk/>
          <pc:sldMk cId="268867829" sldId="304"/>
        </pc:sldMkLst>
      </pc:sldChg>
      <pc:sldChg chg="modSp mod modNotesTx">
        <pc:chgData name="Ahmed Hashem El-Monshed" userId="9838a0a2-a515-498b-b6a4-a4fb6da264fd" providerId="ADAL" clId="{D27B0FCD-C7FE-497E-B0B6-C0A1F2C63A26}" dt="2024-09-28T19:58:52.395" v="904" actId="20577"/>
        <pc:sldMkLst>
          <pc:docMk/>
          <pc:sldMk cId="1301057136" sldId="305"/>
        </pc:sldMkLst>
      </pc:sldChg>
      <pc:sldChg chg="modSp new mod modNotesTx">
        <pc:chgData name="Ahmed Hashem El-Monshed" userId="9838a0a2-a515-498b-b6a4-a4fb6da264fd" providerId="ADAL" clId="{D27B0FCD-C7FE-497E-B0B6-C0A1F2C63A26}" dt="2024-09-28T20:01:18.153" v="925"/>
        <pc:sldMkLst>
          <pc:docMk/>
          <pc:sldMk cId="3767275045" sldId="306"/>
        </pc:sldMkLst>
      </pc:sldChg>
      <pc:sldChg chg="modSp new mod modNotesTx">
        <pc:chgData name="Ahmed Hashem El-Monshed" userId="9838a0a2-a515-498b-b6a4-a4fb6da264fd" providerId="ADAL" clId="{D27B0FCD-C7FE-497E-B0B6-C0A1F2C63A26}" dt="2024-09-28T20:00:58.959" v="924"/>
        <pc:sldMkLst>
          <pc:docMk/>
          <pc:sldMk cId="1512525465" sldId="307"/>
        </pc:sldMkLst>
      </pc:sldChg>
    </pc:docChg>
  </pc:docChgLst>
  <pc:docChgLst>
    <pc:chgData name="Ahmed Hashem Elsayed Elmonshed" userId="8bdf524b-ada4-4a26-8184-94bd8c5504d5" providerId="ADAL" clId="{7A18EDC0-AECD-4910-B484-0ED9AF795FB1}"/>
    <pc:docChg chg="undo custSel addSld modSld">
      <pc:chgData name="Ahmed Hashem Elsayed Elmonshed" userId="8bdf524b-ada4-4a26-8184-94bd8c5504d5" providerId="ADAL" clId="{7A18EDC0-AECD-4910-B484-0ED9AF795FB1}" dt="2024-01-09T15:12:18.794" v="3164" actId="1076"/>
      <pc:docMkLst>
        <pc:docMk/>
      </pc:docMkLst>
      <pc:sldChg chg="modNotesTx">
        <pc:chgData name="Ahmed Hashem Elsayed Elmonshed" userId="8bdf524b-ada4-4a26-8184-94bd8c5504d5" providerId="ADAL" clId="{7A18EDC0-AECD-4910-B484-0ED9AF795FB1}" dt="2023-09-30T11:24:12.419" v="17" actId="20577"/>
        <pc:sldMkLst>
          <pc:docMk/>
          <pc:sldMk cId="1471066436" sldId="257"/>
        </pc:sldMkLst>
      </pc:sldChg>
      <pc:sldChg chg="modNotesTx">
        <pc:chgData name="Ahmed Hashem Elsayed Elmonshed" userId="8bdf524b-ada4-4a26-8184-94bd8c5504d5" providerId="ADAL" clId="{7A18EDC0-AECD-4910-B484-0ED9AF795FB1}" dt="2023-09-30T11:52:13.500" v="405" actId="20577"/>
        <pc:sldMkLst>
          <pc:docMk/>
          <pc:sldMk cId="3218761863" sldId="258"/>
        </pc:sldMkLst>
      </pc:sldChg>
      <pc:sldChg chg="modSp mod modNotesTx">
        <pc:chgData name="Ahmed Hashem Elsayed Elmonshed" userId="8bdf524b-ada4-4a26-8184-94bd8c5504d5" providerId="ADAL" clId="{7A18EDC0-AECD-4910-B484-0ED9AF795FB1}" dt="2023-09-30T12:26:56.221" v="550" actId="20577"/>
        <pc:sldMkLst>
          <pc:docMk/>
          <pc:sldMk cId="1224085220" sldId="259"/>
        </pc:sldMkLst>
      </pc:sldChg>
      <pc:sldChg chg="modSp mod modNotesTx">
        <pc:chgData name="Ahmed Hashem Elsayed Elmonshed" userId="8bdf524b-ada4-4a26-8184-94bd8c5504d5" providerId="ADAL" clId="{7A18EDC0-AECD-4910-B484-0ED9AF795FB1}" dt="2023-09-30T16:26:36.922" v="930" actId="113"/>
        <pc:sldMkLst>
          <pc:docMk/>
          <pc:sldMk cId="1404828964" sldId="261"/>
        </pc:sldMkLst>
      </pc:sldChg>
      <pc:sldChg chg="modSp mod modNotesTx">
        <pc:chgData name="Ahmed Hashem Elsayed Elmonshed" userId="8bdf524b-ada4-4a26-8184-94bd8c5504d5" providerId="ADAL" clId="{7A18EDC0-AECD-4910-B484-0ED9AF795FB1}" dt="2023-09-30T12:54:47.357" v="868" actId="20577"/>
        <pc:sldMkLst>
          <pc:docMk/>
          <pc:sldMk cId="485608278" sldId="263"/>
        </pc:sldMkLst>
      </pc:sldChg>
      <pc:sldChg chg="modNotesTx">
        <pc:chgData name="Ahmed Hashem Elsayed Elmonshed" userId="8bdf524b-ada4-4a26-8184-94bd8c5504d5" providerId="ADAL" clId="{7A18EDC0-AECD-4910-B484-0ED9AF795FB1}" dt="2023-09-30T13:01:27.983" v="880" actId="20577"/>
        <pc:sldMkLst>
          <pc:docMk/>
          <pc:sldMk cId="607033589" sldId="264"/>
        </pc:sldMkLst>
      </pc:sldChg>
      <pc:sldChg chg="modNotesTx">
        <pc:chgData name="Ahmed Hashem Elsayed Elmonshed" userId="8bdf524b-ada4-4a26-8184-94bd8c5504d5" providerId="ADAL" clId="{7A18EDC0-AECD-4910-B484-0ED9AF795FB1}" dt="2023-09-30T16:47:10.434" v="945" actId="113"/>
        <pc:sldMkLst>
          <pc:docMk/>
          <pc:sldMk cId="2532485894" sldId="266"/>
        </pc:sldMkLst>
      </pc:sldChg>
      <pc:sldChg chg="modNotesTx">
        <pc:chgData name="Ahmed Hashem Elsayed Elmonshed" userId="8bdf524b-ada4-4a26-8184-94bd8c5504d5" providerId="ADAL" clId="{7A18EDC0-AECD-4910-B484-0ED9AF795FB1}" dt="2023-09-30T17:00:28.406" v="1221" actId="20577"/>
        <pc:sldMkLst>
          <pc:docMk/>
          <pc:sldMk cId="229175061" sldId="267"/>
        </pc:sldMkLst>
      </pc:sldChg>
      <pc:sldChg chg="modNotesTx">
        <pc:chgData name="Ahmed Hashem Elsayed Elmonshed" userId="8bdf524b-ada4-4a26-8184-94bd8c5504d5" providerId="ADAL" clId="{7A18EDC0-AECD-4910-B484-0ED9AF795FB1}" dt="2023-10-01T21:09:53.594" v="3162"/>
        <pc:sldMkLst>
          <pc:docMk/>
          <pc:sldMk cId="132676650" sldId="268"/>
        </pc:sldMkLst>
      </pc:sldChg>
      <pc:sldChg chg="modSp mod">
        <pc:chgData name="Ahmed Hashem Elsayed Elmonshed" userId="8bdf524b-ada4-4a26-8184-94bd8c5504d5" providerId="ADAL" clId="{7A18EDC0-AECD-4910-B484-0ED9AF795FB1}" dt="2024-01-09T15:12:18.794" v="3164" actId="1076"/>
        <pc:sldMkLst>
          <pc:docMk/>
          <pc:sldMk cId="1987664429" sldId="269"/>
        </pc:sldMkLst>
      </pc:sldChg>
      <pc:sldChg chg="modNotesTx">
        <pc:chgData name="Ahmed Hashem Elsayed Elmonshed" userId="8bdf524b-ada4-4a26-8184-94bd8c5504d5" providerId="ADAL" clId="{7A18EDC0-AECD-4910-B484-0ED9AF795FB1}" dt="2023-09-30T17:35:59.744" v="1338" actId="20577"/>
        <pc:sldMkLst>
          <pc:docMk/>
          <pc:sldMk cId="1712321798" sldId="270"/>
        </pc:sldMkLst>
      </pc:sldChg>
      <pc:sldChg chg="modSp mod modNotesTx">
        <pc:chgData name="Ahmed Hashem Elsayed Elmonshed" userId="8bdf524b-ada4-4a26-8184-94bd8c5504d5" providerId="ADAL" clId="{7A18EDC0-AECD-4910-B484-0ED9AF795FB1}" dt="2023-09-30T19:03:08.064" v="1378" actId="20577"/>
        <pc:sldMkLst>
          <pc:docMk/>
          <pc:sldMk cId="1342191614" sldId="271"/>
        </pc:sldMkLst>
      </pc:sldChg>
      <pc:sldChg chg="modNotesTx">
        <pc:chgData name="Ahmed Hashem Elsayed Elmonshed" userId="8bdf524b-ada4-4a26-8184-94bd8c5504d5" providerId="ADAL" clId="{7A18EDC0-AECD-4910-B484-0ED9AF795FB1}" dt="2023-09-30T19:14:55.384" v="1422" actId="20577"/>
        <pc:sldMkLst>
          <pc:docMk/>
          <pc:sldMk cId="3006711347" sldId="272"/>
        </pc:sldMkLst>
      </pc:sldChg>
      <pc:sldChg chg="modNotesTx">
        <pc:chgData name="Ahmed Hashem Elsayed Elmonshed" userId="8bdf524b-ada4-4a26-8184-94bd8c5504d5" providerId="ADAL" clId="{7A18EDC0-AECD-4910-B484-0ED9AF795FB1}" dt="2023-09-30T19:20:42.120" v="1522" actId="20577"/>
        <pc:sldMkLst>
          <pc:docMk/>
          <pc:sldMk cId="2130599388" sldId="274"/>
        </pc:sldMkLst>
      </pc:sldChg>
      <pc:sldChg chg="modNotesTx">
        <pc:chgData name="Ahmed Hashem Elsayed Elmonshed" userId="8bdf524b-ada4-4a26-8184-94bd8c5504d5" providerId="ADAL" clId="{7A18EDC0-AECD-4910-B484-0ED9AF795FB1}" dt="2023-10-01T17:54:58.012" v="1767" actId="20577"/>
        <pc:sldMkLst>
          <pc:docMk/>
          <pc:sldMk cId="3757485992" sldId="275"/>
        </pc:sldMkLst>
      </pc:sldChg>
      <pc:sldChg chg="modNotesTx">
        <pc:chgData name="Ahmed Hashem Elsayed Elmonshed" userId="8bdf524b-ada4-4a26-8184-94bd8c5504d5" providerId="ADAL" clId="{7A18EDC0-AECD-4910-B484-0ED9AF795FB1}" dt="2023-10-01T18:22:53.102" v="2236" actId="20577"/>
        <pc:sldMkLst>
          <pc:docMk/>
          <pc:sldMk cId="1230365193" sldId="276"/>
        </pc:sldMkLst>
      </pc:sldChg>
      <pc:sldChg chg="modSp mod modNotesTx">
        <pc:chgData name="Ahmed Hashem Elsayed Elmonshed" userId="8bdf524b-ada4-4a26-8184-94bd8c5504d5" providerId="ADAL" clId="{7A18EDC0-AECD-4910-B484-0ED9AF795FB1}" dt="2023-10-01T18:42:33.159" v="2336" actId="20577"/>
        <pc:sldMkLst>
          <pc:docMk/>
          <pc:sldMk cId="1499444630" sldId="277"/>
        </pc:sldMkLst>
      </pc:sldChg>
      <pc:sldChg chg="modSp mod modNotesTx">
        <pc:chgData name="Ahmed Hashem Elsayed Elmonshed" userId="8bdf524b-ada4-4a26-8184-94bd8c5504d5" providerId="ADAL" clId="{7A18EDC0-AECD-4910-B484-0ED9AF795FB1}" dt="2023-09-30T19:28:58.510" v="1574" actId="20577"/>
        <pc:sldMkLst>
          <pc:docMk/>
          <pc:sldMk cId="4203742524" sldId="278"/>
        </pc:sldMkLst>
      </pc:sldChg>
      <pc:sldChg chg="modNotesTx">
        <pc:chgData name="Ahmed Hashem Elsayed Elmonshed" userId="8bdf524b-ada4-4a26-8184-94bd8c5504d5" providerId="ADAL" clId="{7A18EDC0-AECD-4910-B484-0ED9AF795FB1}" dt="2023-10-01T18:56:55.300" v="2406"/>
        <pc:sldMkLst>
          <pc:docMk/>
          <pc:sldMk cId="2875739288" sldId="279"/>
        </pc:sldMkLst>
      </pc:sldChg>
      <pc:sldChg chg="modSp mod modNotesTx">
        <pc:chgData name="Ahmed Hashem Elsayed Elmonshed" userId="8bdf524b-ada4-4a26-8184-94bd8c5504d5" providerId="ADAL" clId="{7A18EDC0-AECD-4910-B484-0ED9AF795FB1}" dt="2023-10-01T18:45:58.446" v="2361" actId="20577"/>
        <pc:sldMkLst>
          <pc:docMk/>
          <pc:sldMk cId="2072943343" sldId="280"/>
        </pc:sldMkLst>
      </pc:sldChg>
      <pc:sldChg chg="modNotesTx">
        <pc:chgData name="Ahmed Hashem Elsayed Elmonshed" userId="8bdf524b-ada4-4a26-8184-94bd8c5504d5" providerId="ADAL" clId="{7A18EDC0-AECD-4910-B484-0ED9AF795FB1}" dt="2023-10-01T18:48:51.983" v="2385" actId="20577"/>
        <pc:sldMkLst>
          <pc:docMk/>
          <pc:sldMk cId="3828531359" sldId="281"/>
        </pc:sldMkLst>
      </pc:sldChg>
      <pc:sldChg chg="addSp delSp modSp mod">
        <pc:chgData name="Ahmed Hashem Elsayed Elmonshed" userId="8bdf524b-ada4-4a26-8184-94bd8c5504d5" providerId="ADAL" clId="{7A18EDC0-AECD-4910-B484-0ED9AF795FB1}" dt="2023-10-01T20:34:28.252" v="2806" actId="1076"/>
        <pc:sldMkLst>
          <pc:docMk/>
          <pc:sldMk cId="3863222922" sldId="283"/>
        </pc:sldMkLst>
      </pc:sldChg>
      <pc:sldChg chg="modSp modNotesTx">
        <pc:chgData name="Ahmed Hashem Elsayed Elmonshed" userId="8bdf524b-ada4-4a26-8184-94bd8c5504d5" providerId="ADAL" clId="{7A18EDC0-AECD-4910-B484-0ED9AF795FB1}" dt="2023-10-01T19:19:31.985" v="2427"/>
        <pc:sldMkLst>
          <pc:docMk/>
          <pc:sldMk cId="690141206" sldId="284"/>
        </pc:sldMkLst>
      </pc:sldChg>
      <pc:sldChg chg="modNotesTx">
        <pc:chgData name="Ahmed Hashem Elsayed Elmonshed" userId="8bdf524b-ada4-4a26-8184-94bd8c5504d5" providerId="ADAL" clId="{7A18EDC0-AECD-4910-B484-0ED9AF795FB1}" dt="2023-10-01T19:21:41.844" v="2436"/>
        <pc:sldMkLst>
          <pc:docMk/>
          <pc:sldMk cId="3683796100" sldId="285"/>
        </pc:sldMkLst>
      </pc:sldChg>
      <pc:sldChg chg="modNotesTx">
        <pc:chgData name="Ahmed Hashem Elsayed Elmonshed" userId="8bdf524b-ada4-4a26-8184-94bd8c5504d5" providerId="ADAL" clId="{7A18EDC0-AECD-4910-B484-0ED9AF795FB1}" dt="2023-10-01T19:35:20.561" v="2462" actId="20577"/>
        <pc:sldMkLst>
          <pc:docMk/>
          <pc:sldMk cId="638855493" sldId="286"/>
        </pc:sldMkLst>
      </pc:sldChg>
      <pc:sldChg chg="modSp mod modNotesTx">
        <pc:chgData name="Ahmed Hashem Elsayed Elmonshed" userId="8bdf524b-ada4-4a26-8184-94bd8c5504d5" providerId="ADAL" clId="{7A18EDC0-AECD-4910-B484-0ED9AF795FB1}" dt="2023-10-01T20:01:03.228" v="2636" actId="113"/>
        <pc:sldMkLst>
          <pc:docMk/>
          <pc:sldMk cId="1356685808" sldId="287"/>
        </pc:sldMkLst>
      </pc:sldChg>
      <pc:sldChg chg="modNotesTx">
        <pc:chgData name="Ahmed Hashem Elsayed Elmonshed" userId="8bdf524b-ada4-4a26-8184-94bd8c5504d5" providerId="ADAL" clId="{7A18EDC0-AECD-4910-B484-0ED9AF795FB1}" dt="2023-10-01T19:56:28.714" v="2551" actId="20577"/>
        <pc:sldMkLst>
          <pc:docMk/>
          <pc:sldMk cId="3528229355" sldId="288"/>
        </pc:sldMkLst>
      </pc:sldChg>
      <pc:sldChg chg="modNotesTx">
        <pc:chgData name="Ahmed Hashem Elsayed Elmonshed" userId="8bdf524b-ada4-4a26-8184-94bd8c5504d5" providerId="ADAL" clId="{7A18EDC0-AECD-4910-B484-0ED9AF795FB1}" dt="2023-10-01T20:03:29.834" v="2665" actId="20577"/>
        <pc:sldMkLst>
          <pc:docMk/>
          <pc:sldMk cId="2991085802" sldId="289"/>
        </pc:sldMkLst>
      </pc:sldChg>
      <pc:sldChg chg="modNotesTx">
        <pc:chgData name="Ahmed Hashem Elsayed Elmonshed" userId="8bdf524b-ada4-4a26-8184-94bd8c5504d5" providerId="ADAL" clId="{7A18EDC0-AECD-4910-B484-0ED9AF795FB1}" dt="2023-10-01T20:32:57.315" v="2799" actId="113"/>
        <pc:sldMkLst>
          <pc:docMk/>
          <pc:sldMk cId="814449715" sldId="290"/>
        </pc:sldMkLst>
      </pc:sldChg>
      <pc:sldChg chg="modSp mod modNotesTx">
        <pc:chgData name="Ahmed Hashem Elsayed Elmonshed" userId="8bdf524b-ada4-4a26-8184-94bd8c5504d5" providerId="ADAL" clId="{7A18EDC0-AECD-4910-B484-0ED9AF795FB1}" dt="2023-10-01T20:37:02.568" v="2808" actId="113"/>
        <pc:sldMkLst>
          <pc:docMk/>
          <pc:sldMk cId="2034060114" sldId="291"/>
        </pc:sldMkLst>
      </pc:sldChg>
      <pc:sldChg chg="modNotesTx">
        <pc:chgData name="Ahmed Hashem Elsayed Elmonshed" userId="8bdf524b-ada4-4a26-8184-94bd8c5504d5" providerId="ADAL" clId="{7A18EDC0-AECD-4910-B484-0ED9AF795FB1}" dt="2023-10-01T20:40:24.723" v="2809"/>
        <pc:sldMkLst>
          <pc:docMk/>
          <pc:sldMk cId="564977236" sldId="292"/>
        </pc:sldMkLst>
      </pc:sldChg>
      <pc:sldChg chg="modNotesTx">
        <pc:chgData name="Ahmed Hashem Elsayed Elmonshed" userId="8bdf524b-ada4-4a26-8184-94bd8c5504d5" providerId="ADAL" clId="{7A18EDC0-AECD-4910-B484-0ED9AF795FB1}" dt="2023-10-01T20:52:18.720" v="2937" actId="20577"/>
        <pc:sldMkLst>
          <pc:docMk/>
          <pc:sldMk cId="2636494114" sldId="295"/>
        </pc:sldMkLst>
      </pc:sldChg>
      <pc:sldChg chg="modNotesTx">
        <pc:chgData name="Ahmed Hashem Elsayed Elmonshed" userId="8bdf524b-ada4-4a26-8184-94bd8c5504d5" providerId="ADAL" clId="{7A18EDC0-AECD-4910-B484-0ED9AF795FB1}" dt="2023-10-01T20:54:03.448" v="2947" actId="20577"/>
        <pc:sldMkLst>
          <pc:docMk/>
          <pc:sldMk cId="264145829" sldId="296"/>
        </pc:sldMkLst>
      </pc:sldChg>
      <pc:sldChg chg="modNotesTx">
        <pc:chgData name="Ahmed Hashem Elsayed Elmonshed" userId="8bdf524b-ada4-4a26-8184-94bd8c5504d5" providerId="ADAL" clId="{7A18EDC0-AECD-4910-B484-0ED9AF795FB1}" dt="2023-10-01T21:07:24.855" v="3161" actId="20577"/>
        <pc:sldMkLst>
          <pc:docMk/>
          <pc:sldMk cId="2046474607" sldId="297"/>
        </pc:sldMkLst>
      </pc:sldChg>
      <pc:sldChg chg="addSp delSp modSp new mod setBg">
        <pc:chgData name="Ahmed Hashem Elsayed Elmonshed" userId="8bdf524b-ada4-4a26-8184-94bd8c5504d5" providerId="ADAL" clId="{7A18EDC0-AECD-4910-B484-0ED9AF795FB1}" dt="2023-10-01T19:30:22.478" v="2452" actId="14100"/>
        <pc:sldMkLst>
          <pc:docMk/>
          <pc:sldMk cId="1989723079" sldId="299"/>
        </pc:sldMkLst>
      </pc:sldChg>
      <pc:sldChg chg="addSp delSp modSp new mod setBg">
        <pc:chgData name="Ahmed Hashem Elsayed Elmonshed" userId="8bdf524b-ada4-4a26-8184-94bd8c5504d5" providerId="ADAL" clId="{7A18EDC0-AECD-4910-B484-0ED9AF795FB1}" dt="2023-10-01T19:31:01.874" v="2458" actId="14100"/>
        <pc:sldMkLst>
          <pc:docMk/>
          <pc:sldMk cId="767127340" sldId="300"/>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4A4A89-110E-4209-918F-82AADAC01E91}" type="doc">
      <dgm:prSet loTypeId="urn:microsoft.com/office/officeart/2018/5/layout/IconCircleLabelList" loCatId="icon" qsTypeId="urn:microsoft.com/office/officeart/2005/8/quickstyle/simple1#1" qsCatId="simple" csTypeId="urn:microsoft.com/office/officeart/2018/5/colors/Iconchunking_coloredtext_accent0_3" csCatId="mainScheme" phldr="1"/>
      <dgm:spPr/>
      <dgm:t>
        <a:bodyPr/>
        <a:lstStyle/>
        <a:p>
          <a:endParaRPr lang="en-US"/>
        </a:p>
      </dgm:t>
    </dgm:pt>
    <dgm:pt modelId="{64DF577D-2E13-4CBE-99FF-C4BB5E0D884F}">
      <dgm:prSet/>
      <dgm:spPr/>
      <dgm:t>
        <a:bodyPr/>
        <a:lstStyle/>
        <a:p>
          <a:pPr>
            <a:defRPr cap="all"/>
          </a:pPr>
          <a:r>
            <a:rPr lang="en-US" dirty="0"/>
            <a:t>Status/ people </a:t>
          </a:r>
        </a:p>
      </dgm:t>
    </dgm:pt>
    <dgm:pt modelId="{A4F2B664-50FC-491B-ABBB-42F9D41954B8}" type="parTrans" cxnId="{93C0B74C-9B37-4040-BB0E-97DCDCE2F12A}">
      <dgm:prSet/>
      <dgm:spPr/>
      <dgm:t>
        <a:bodyPr/>
        <a:lstStyle/>
        <a:p>
          <a:endParaRPr lang="en-US"/>
        </a:p>
      </dgm:t>
    </dgm:pt>
    <dgm:pt modelId="{B89BCA40-AF04-4015-962B-81AB256EC8CE}" type="sibTrans" cxnId="{93C0B74C-9B37-4040-BB0E-97DCDCE2F12A}">
      <dgm:prSet/>
      <dgm:spPr/>
      <dgm:t>
        <a:bodyPr/>
        <a:lstStyle/>
        <a:p>
          <a:endParaRPr lang="en-US"/>
        </a:p>
      </dgm:t>
    </dgm:pt>
    <dgm:pt modelId="{BF4E25CC-C62C-4002-BEA8-7C6817C3F9A4}">
      <dgm:prSet/>
      <dgm:spPr/>
      <dgm:t>
        <a:bodyPr/>
        <a:lstStyle/>
        <a:p>
          <a:pPr>
            <a:defRPr cap="all"/>
          </a:pPr>
          <a:r>
            <a:rPr lang="en-US" dirty="0"/>
            <a:t>Structure</a:t>
          </a:r>
        </a:p>
      </dgm:t>
    </dgm:pt>
    <dgm:pt modelId="{5D94BA89-2767-4D8A-9B28-89E02D637D61}" type="parTrans" cxnId="{3B2EEEC5-B374-483A-8A8D-426E39AE0F2B}">
      <dgm:prSet/>
      <dgm:spPr/>
      <dgm:t>
        <a:bodyPr/>
        <a:lstStyle/>
        <a:p>
          <a:endParaRPr lang="en-US"/>
        </a:p>
      </dgm:t>
    </dgm:pt>
    <dgm:pt modelId="{92281B89-8851-4327-898E-26ECF6866988}" type="sibTrans" cxnId="{3B2EEEC5-B374-483A-8A8D-426E39AE0F2B}">
      <dgm:prSet/>
      <dgm:spPr/>
      <dgm:t>
        <a:bodyPr/>
        <a:lstStyle/>
        <a:p>
          <a:endParaRPr lang="en-US"/>
        </a:p>
      </dgm:t>
    </dgm:pt>
    <dgm:pt modelId="{2CD0B914-88D8-42B7-85AD-E0E21B520DFE}">
      <dgm:prSet/>
      <dgm:spPr/>
      <dgm:t>
        <a:bodyPr/>
        <a:lstStyle/>
        <a:p>
          <a:pPr>
            <a:defRPr cap="all"/>
          </a:pPr>
          <a:r>
            <a:rPr lang="en-US" dirty="0"/>
            <a:t>Process</a:t>
          </a:r>
        </a:p>
      </dgm:t>
    </dgm:pt>
    <dgm:pt modelId="{D1BCEC9F-3A9F-4221-B2A5-F8DBE7A4C246}" type="parTrans" cxnId="{63C620FD-C387-4091-86E6-1B7E59F7386F}">
      <dgm:prSet/>
      <dgm:spPr/>
      <dgm:t>
        <a:bodyPr/>
        <a:lstStyle/>
        <a:p>
          <a:endParaRPr lang="en-US"/>
        </a:p>
      </dgm:t>
    </dgm:pt>
    <dgm:pt modelId="{78B82845-4AD2-44F7-95D1-54016C349409}" type="sibTrans" cxnId="{63C620FD-C387-4091-86E6-1B7E59F7386F}">
      <dgm:prSet/>
      <dgm:spPr/>
      <dgm:t>
        <a:bodyPr/>
        <a:lstStyle/>
        <a:p>
          <a:endParaRPr lang="en-US"/>
        </a:p>
      </dgm:t>
    </dgm:pt>
    <dgm:pt modelId="{ECD697F4-6914-42B6-8540-9BAF0EB5B548}" type="pres">
      <dgm:prSet presAssocID="{344A4A89-110E-4209-918F-82AADAC01E91}" presName="root" presStyleCnt="0">
        <dgm:presLayoutVars>
          <dgm:dir/>
          <dgm:resizeHandles val="exact"/>
        </dgm:presLayoutVars>
      </dgm:prSet>
      <dgm:spPr/>
    </dgm:pt>
    <dgm:pt modelId="{A405605F-A654-49E6-9E07-41F91581924E}" type="pres">
      <dgm:prSet presAssocID="{64DF577D-2E13-4CBE-99FF-C4BB5E0D884F}" presName="compNode" presStyleCnt="0"/>
      <dgm:spPr/>
    </dgm:pt>
    <dgm:pt modelId="{8B5F1284-2EF4-4E91-8040-D17CFCD1AD70}" type="pres">
      <dgm:prSet presAssocID="{64DF577D-2E13-4CBE-99FF-C4BB5E0D884F}" presName="iconBgRect" presStyleLbl="bgShp" presStyleIdx="0" presStyleCnt="3"/>
      <dgm:spPr/>
    </dgm:pt>
    <dgm:pt modelId="{E662F077-C591-475F-B236-63575B81E711}" type="pres">
      <dgm:prSet presAssocID="{64DF577D-2E13-4CBE-99FF-C4BB5E0D884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r"/>
        </a:ext>
      </dgm:extLst>
    </dgm:pt>
    <dgm:pt modelId="{26E095ED-CAFE-4F07-932E-DE8806AE86F7}" type="pres">
      <dgm:prSet presAssocID="{64DF577D-2E13-4CBE-99FF-C4BB5E0D884F}" presName="spaceRect" presStyleCnt="0"/>
      <dgm:spPr/>
    </dgm:pt>
    <dgm:pt modelId="{4D7C9022-F85C-4812-9467-D75E33C9A58A}" type="pres">
      <dgm:prSet presAssocID="{64DF577D-2E13-4CBE-99FF-C4BB5E0D884F}" presName="textRect" presStyleLbl="revTx" presStyleIdx="0" presStyleCnt="3">
        <dgm:presLayoutVars>
          <dgm:chMax val="1"/>
          <dgm:chPref val="1"/>
        </dgm:presLayoutVars>
      </dgm:prSet>
      <dgm:spPr/>
    </dgm:pt>
    <dgm:pt modelId="{BDAC1A66-3992-43A8-8BE2-B0877A0EE999}" type="pres">
      <dgm:prSet presAssocID="{B89BCA40-AF04-4015-962B-81AB256EC8CE}" presName="sibTrans" presStyleCnt="0"/>
      <dgm:spPr/>
    </dgm:pt>
    <dgm:pt modelId="{43B303AE-0D38-45C4-BA47-5F7A749600B2}" type="pres">
      <dgm:prSet presAssocID="{BF4E25CC-C62C-4002-BEA8-7C6817C3F9A4}" presName="compNode" presStyleCnt="0"/>
      <dgm:spPr/>
    </dgm:pt>
    <dgm:pt modelId="{9A8758F1-2B3D-46F4-ACA6-01B98631CFFD}" type="pres">
      <dgm:prSet presAssocID="{BF4E25CC-C62C-4002-BEA8-7C6817C3F9A4}" presName="iconBgRect" presStyleLbl="bgShp" presStyleIdx="1" presStyleCnt="3"/>
      <dgm:spPr/>
    </dgm:pt>
    <dgm:pt modelId="{C593E35C-A8B7-4A57-B629-709016AF1F59}" type="pres">
      <dgm:prSet presAssocID="{BF4E25CC-C62C-4002-BEA8-7C6817C3F9A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ilo"/>
        </a:ext>
      </dgm:extLst>
    </dgm:pt>
    <dgm:pt modelId="{F7BAA084-AEFF-47E5-9540-063863B9DEA8}" type="pres">
      <dgm:prSet presAssocID="{BF4E25CC-C62C-4002-BEA8-7C6817C3F9A4}" presName="spaceRect" presStyleCnt="0"/>
      <dgm:spPr/>
    </dgm:pt>
    <dgm:pt modelId="{F5C2EC81-B55A-433E-A5C0-26D605F69179}" type="pres">
      <dgm:prSet presAssocID="{BF4E25CC-C62C-4002-BEA8-7C6817C3F9A4}" presName="textRect" presStyleLbl="revTx" presStyleIdx="1" presStyleCnt="3">
        <dgm:presLayoutVars>
          <dgm:chMax val="1"/>
          <dgm:chPref val="1"/>
        </dgm:presLayoutVars>
      </dgm:prSet>
      <dgm:spPr/>
    </dgm:pt>
    <dgm:pt modelId="{AE32EFB6-D58C-466D-8EB1-9AC864EE1E01}" type="pres">
      <dgm:prSet presAssocID="{92281B89-8851-4327-898E-26ECF6866988}" presName="sibTrans" presStyleCnt="0"/>
      <dgm:spPr/>
    </dgm:pt>
    <dgm:pt modelId="{A94E0F02-190D-4523-9535-15042A0341E4}" type="pres">
      <dgm:prSet presAssocID="{2CD0B914-88D8-42B7-85AD-E0E21B520DFE}" presName="compNode" presStyleCnt="0"/>
      <dgm:spPr/>
    </dgm:pt>
    <dgm:pt modelId="{56A47AFC-A3FB-4510-B43F-4589A8D89298}" type="pres">
      <dgm:prSet presAssocID="{2CD0B914-88D8-42B7-85AD-E0E21B520DFE}" presName="iconBgRect" presStyleLbl="bgShp" presStyleIdx="2" presStyleCnt="3"/>
      <dgm:spPr/>
    </dgm:pt>
    <dgm:pt modelId="{030A5B08-6F78-47A0-AA25-4BB7A7DD2C67}" type="pres">
      <dgm:prSet presAssocID="{2CD0B914-88D8-42B7-85AD-E0E21B520DF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orkflow"/>
        </a:ext>
      </dgm:extLst>
    </dgm:pt>
    <dgm:pt modelId="{A6C073B2-8E1D-40BF-8BD6-305EE07CBED6}" type="pres">
      <dgm:prSet presAssocID="{2CD0B914-88D8-42B7-85AD-E0E21B520DFE}" presName="spaceRect" presStyleCnt="0"/>
      <dgm:spPr/>
    </dgm:pt>
    <dgm:pt modelId="{F14DEDD2-0937-4284-BD9E-2E5C3E8CE9B7}" type="pres">
      <dgm:prSet presAssocID="{2CD0B914-88D8-42B7-85AD-E0E21B520DFE}" presName="textRect" presStyleLbl="revTx" presStyleIdx="2" presStyleCnt="3">
        <dgm:presLayoutVars>
          <dgm:chMax val="1"/>
          <dgm:chPref val="1"/>
        </dgm:presLayoutVars>
      </dgm:prSet>
      <dgm:spPr/>
    </dgm:pt>
  </dgm:ptLst>
  <dgm:cxnLst>
    <dgm:cxn modelId="{84BC9028-FDA9-4D32-A252-B69424467419}" type="presOf" srcId="{344A4A89-110E-4209-918F-82AADAC01E91}" destId="{ECD697F4-6914-42B6-8540-9BAF0EB5B548}" srcOrd="0" destOrd="0" presId="urn:microsoft.com/office/officeart/2018/5/layout/IconCircleLabelList"/>
    <dgm:cxn modelId="{F822E05E-1BE1-4C7D-997A-55B8032BFEC0}" type="presOf" srcId="{64DF577D-2E13-4CBE-99FF-C4BB5E0D884F}" destId="{4D7C9022-F85C-4812-9467-D75E33C9A58A}" srcOrd="0" destOrd="0" presId="urn:microsoft.com/office/officeart/2018/5/layout/IconCircleLabelList"/>
    <dgm:cxn modelId="{93C0B74C-9B37-4040-BB0E-97DCDCE2F12A}" srcId="{344A4A89-110E-4209-918F-82AADAC01E91}" destId="{64DF577D-2E13-4CBE-99FF-C4BB5E0D884F}" srcOrd="0" destOrd="0" parTransId="{A4F2B664-50FC-491B-ABBB-42F9D41954B8}" sibTransId="{B89BCA40-AF04-4015-962B-81AB256EC8CE}"/>
    <dgm:cxn modelId="{33D7AE82-F20D-46FC-985E-28BB2E7EFA68}" type="presOf" srcId="{BF4E25CC-C62C-4002-BEA8-7C6817C3F9A4}" destId="{F5C2EC81-B55A-433E-A5C0-26D605F69179}" srcOrd="0" destOrd="0" presId="urn:microsoft.com/office/officeart/2018/5/layout/IconCircleLabelList"/>
    <dgm:cxn modelId="{3B2EEEC5-B374-483A-8A8D-426E39AE0F2B}" srcId="{344A4A89-110E-4209-918F-82AADAC01E91}" destId="{BF4E25CC-C62C-4002-BEA8-7C6817C3F9A4}" srcOrd="1" destOrd="0" parTransId="{5D94BA89-2767-4D8A-9B28-89E02D637D61}" sibTransId="{92281B89-8851-4327-898E-26ECF6866988}"/>
    <dgm:cxn modelId="{90D8D5DC-3E46-4019-9A58-2F928A27B820}" type="presOf" srcId="{2CD0B914-88D8-42B7-85AD-E0E21B520DFE}" destId="{F14DEDD2-0937-4284-BD9E-2E5C3E8CE9B7}" srcOrd="0" destOrd="0" presId="urn:microsoft.com/office/officeart/2018/5/layout/IconCircleLabelList"/>
    <dgm:cxn modelId="{63C620FD-C387-4091-86E6-1B7E59F7386F}" srcId="{344A4A89-110E-4209-918F-82AADAC01E91}" destId="{2CD0B914-88D8-42B7-85AD-E0E21B520DFE}" srcOrd="2" destOrd="0" parTransId="{D1BCEC9F-3A9F-4221-B2A5-F8DBE7A4C246}" sibTransId="{78B82845-4AD2-44F7-95D1-54016C349409}"/>
    <dgm:cxn modelId="{B9427D99-2A1D-4FFD-BC31-A6F480841D94}" type="presParOf" srcId="{ECD697F4-6914-42B6-8540-9BAF0EB5B548}" destId="{A405605F-A654-49E6-9E07-41F91581924E}" srcOrd="0" destOrd="0" presId="urn:microsoft.com/office/officeart/2018/5/layout/IconCircleLabelList"/>
    <dgm:cxn modelId="{4FB298DC-9236-466C-AE55-45EE97F75EFB}" type="presParOf" srcId="{A405605F-A654-49E6-9E07-41F91581924E}" destId="{8B5F1284-2EF4-4E91-8040-D17CFCD1AD70}" srcOrd="0" destOrd="0" presId="urn:microsoft.com/office/officeart/2018/5/layout/IconCircleLabelList"/>
    <dgm:cxn modelId="{4618A564-0640-4BE9-A925-4FF88A9CCC98}" type="presParOf" srcId="{A405605F-A654-49E6-9E07-41F91581924E}" destId="{E662F077-C591-475F-B236-63575B81E711}" srcOrd="1" destOrd="0" presId="urn:microsoft.com/office/officeart/2018/5/layout/IconCircleLabelList"/>
    <dgm:cxn modelId="{560A0A80-79D5-4FEC-9901-025D86EFE107}" type="presParOf" srcId="{A405605F-A654-49E6-9E07-41F91581924E}" destId="{26E095ED-CAFE-4F07-932E-DE8806AE86F7}" srcOrd="2" destOrd="0" presId="urn:microsoft.com/office/officeart/2018/5/layout/IconCircleLabelList"/>
    <dgm:cxn modelId="{F9502F48-79A4-4735-B9D4-167B86771CDA}" type="presParOf" srcId="{A405605F-A654-49E6-9E07-41F91581924E}" destId="{4D7C9022-F85C-4812-9467-D75E33C9A58A}" srcOrd="3" destOrd="0" presId="urn:microsoft.com/office/officeart/2018/5/layout/IconCircleLabelList"/>
    <dgm:cxn modelId="{0FFB35B3-6E56-43EF-B2FF-50EFEF894169}" type="presParOf" srcId="{ECD697F4-6914-42B6-8540-9BAF0EB5B548}" destId="{BDAC1A66-3992-43A8-8BE2-B0877A0EE999}" srcOrd="1" destOrd="0" presId="urn:microsoft.com/office/officeart/2018/5/layout/IconCircleLabelList"/>
    <dgm:cxn modelId="{8A8C184E-7843-4A9D-B3CE-FBF10A7B4EDE}" type="presParOf" srcId="{ECD697F4-6914-42B6-8540-9BAF0EB5B548}" destId="{43B303AE-0D38-45C4-BA47-5F7A749600B2}" srcOrd="2" destOrd="0" presId="urn:microsoft.com/office/officeart/2018/5/layout/IconCircleLabelList"/>
    <dgm:cxn modelId="{AA8EF256-0BC0-447E-AFBF-248FA9599E96}" type="presParOf" srcId="{43B303AE-0D38-45C4-BA47-5F7A749600B2}" destId="{9A8758F1-2B3D-46F4-ACA6-01B98631CFFD}" srcOrd="0" destOrd="0" presId="urn:microsoft.com/office/officeart/2018/5/layout/IconCircleLabelList"/>
    <dgm:cxn modelId="{E7DE54E0-3135-430A-B088-B23FBD15642D}" type="presParOf" srcId="{43B303AE-0D38-45C4-BA47-5F7A749600B2}" destId="{C593E35C-A8B7-4A57-B629-709016AF1F59}" srcOrd="1" destOrd="0" presId="urn:microsoft.com/office/officeart/2018/5/layout/IconCircleLabelList"/>
    <dgm:cxn modelId="{B785EBDA-6814-47B6-B9DC-B606F776B422}" type="presParOf" srcId="{43B303AE-0D38-45C4-BA47-5F7A749600B2}" destId="{F7BAA084-AEFF-47E5-9540-063863B9DEA8}" srcOrd="2" destOrd="0" presId="urn:microsoft.com/office/officeart/2018/5/layout/IconCircleLabelList"/>
    <dgm:cxn modelId="{9FB1D0A4-FF15-4718-98C7-701B9A097CE3}" type="presParOf" srcId="{43B303AE-0D38-45C4-BA47-5F7A749600B2}" destId="{F5C2EC81-B55A-433E-A5C0-26D605F69179}" srcOrd="3" destOrd="0" presId="urn:microsoft.com/office/officeart/2018/5/layout/IconCircleLabelList"/>
    <dgm:cxn modelId="{4EB78050-2596-40DF-B557-A72794C94892}" type="presParOf" srcId="{ECD697F4-6914-42B6-8540-9BAF0EB5B548}" destId="{AE32EFB6-D58C-466D-8EB1-9AC864EE1E01}" srcOrd="3" destOrd="0" presId="urn:microsoft.com/office/officeart/2018/5/layout/IconCircleLabelList"/>
    <dgm:cxn modelId="{F7A93619-55BE-48F8-8F16-79FF3E146B86}" type="presParOf" srcId="{ECD697F4-6914-42B6-8540-9BAF0EB5B548}" destId="{A94E0F02-190D-4523-9535-15042A0341E4}" srcOrd="4" destOrd="0" presId="urn:microsoft.com/office/officeart/2018/5/layout/IconCircleLabelList"/>
    <dgm:cxn modelId="{525C33CF-6301-4F10-9DCB-7807FE26B42E}" type="presParOf" srcId="{A94E0F02-190D-4523-9535-15042A0341E4}" destId="{56A47AFC-A3FB-4510-B43F-4589A8D89298}" srcOrd="0" destOrd="0" presId="urn:microsoft.com/office/officeart/2018/5/layout/IconCircleLabelList"/>
    <dgm:cxn modelId="{552E5B8D-B92D-494D-A685-AE4385D9F415}" type="presParOf" srcId="{A94E0F02-190D-4523-9535-15042A0341E4}" destId="{030A5B08-6F78-47A0-AA25-4BB7A7DD2C67}" srcOrd="1" destOrd="0" presId="urn:microsoft.com/office/officeart/2018/5/layout/IconCircleLabelList"/>
    <dgm:cxn modelId="{F48EBA71-F377-4B68-B4E2-F7E2939D2ACE}" type="presParOf" srcId="{A94E0F02-190D-4523-9535-15042A0341E4}" destId="{A6C073B2-8E1D-40BF-8BD6-305EE07CBED6}" srcOrd="2" destOrd="0" presId="urn:microsoft.com/office/officeart/2018/5/layout/IconCircleLabelList"/>
    <dgm:cxn modelId="{DC2A9421-035E-4FC0-912B-B1B8F1FADD07}" type="presParOf" srcId="{A94E0F02-190D-4523-9535-15042A0341E4}" destId="{F14DEDD2-0937-4284-BD9E-2E5C3E8CE9B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493B80-A6D3-4121-82EC-01D6FC04FF76}" type="doc">
      <dgm:prSet loTypeId="urn:microsoft.com/office/officeart/2018/5/layout/IconCircleLabelList" loCatId="icon" qsTypeId="urn:microsoft.com/office/officeart/2005/8/quickstyle/simple1#2" qsCatId="simple" csTypeId="urn:microsoft.com/office/officeart/2018/5/colors/Iconchunking_neutralicon_colorful1" csCatId="colorful" phldr="1"/>
      <dgm:spPr/>
      <dgm:t>
        <a:bodyPr/>
        <a:lstStyle/>
        <a:p>
          <a:endParaRPr lang="en-US"/>
        </a:p>
      </dgm:t>
    </dgm:pt>
    <dgm:pt modelId="{0F0C9B39-0296-4450-B1E7-209902908968}">
      <dgm:prSet/>
      <dgm:spPr/>
      <dgm:t>
        <a:bodyPr/>
        <a:lstStyle/>
        <a:p>
          <a:pPr>
            <a:lnSpc>
              <a:spcPct val="100000"/>
            </a:lnSpc>
            <a:defRPr cap="all"/>
          </a:pPr>
          <a:r>
            <a:rPr lang="en-US" b="1" dirty="0"/>
            <a:t>Community boundaries</a:t>
          </a:r>
        </a:p>
      </dgm:t>
    </dgm:pt>
    <dgm:pt modelId="{5A74FE80-2F45-4C91-A42D-D8E2E881E946}" type="parTrans" cxnId="{87E8F77B-DCF3-4919-9843-F786D7B81EEC}">
      <dgm:prSet/>
      <dgm:spPr/>
      <dgm:t>
        <a:bodyPr/>
        <a:lstStyle/>
        <a:p>
          <a:endParaRPr lang="en-US"/>
        </a:p>
      </dgm:t>
    </dgm:pt>
    <dgm:pt modelId="{98C3343A-D3DF-4C11-9667-9BE792AEF36E}" type="sibTrans" cxnId="{87E8F77B-DCF3-4919-9843-F786D7B81EEC}">
      <dgm:prSet/>
      <dgm:spPr/>
      <dgm:t>
        <a:bodyPr/>
        <a:lstStyle/>
        <a:p>
          <a:endParaRPr lang="en-US"/>
        </a:p>
      </dgm:t>
    </dgm:pt>
    <dgm:pt modelId="{094A72EE-734B-4C6A-9261-D9DCF240C506}">
      <dgm:prSet/>
      <dgm:spPr/>
      <dgm:t>
        <a:bodyPr/>
        <a:lstStyle/>
        <a:p>
          <a:pPr>
            <a:lnSpc>
              <a:spcPct val="100000"/>
            </a:lnSpc>
            <a:defRPr cap="all"/>
          </a:pPr>
          <a:r>
            <a:rPr lang="en-US" b="1" dirty="0"/>
            <a:t>Location of health services</a:t>
          </a:r>
        </a:p>
      </dgm:t>
    </dgm:pt>
    <dgm:pt modelId="{7644DBAA-7C2A-4774-885D-4B6B3BEF09DA}" type="parTrans" cxnId="{35F5914F-2E1E-44C6-A09F-ED3E4A5AAF5B}">
      <dgm:prSet/>
      <dgm:spPr/>
      <dgm:t>
        <a:bodyPr/>
        <a:lstStyle/>
        <a:p>
          <a:endParaRPr lang="en-US"/>
        </a:p>
      </dgm:t>
    </dgm:pt>
    <dgm:pt modelId="{58535353-4F7F-40AF-9918-09634F8ADC61}" type="sibTrans" cxnId="{35F5914F-2E1E-44C6-A09F-ED3E4A5AAF5B}">
      <dgm:prSet/>
      <dgm:spPr/>
      <dgm:t>
        <a:bodyPr/>
        <a:lstStyle/>
        <a:p>
          <a:endParaRPr lang="en-US"/>
        </a:p>
      </dgm:t>
    </dgm:pt>
    <dgm:pt modelId="{549038B3-3444-4E91-ADD6-7A71573C6A2B}">
      <dgm:prSet/>
      <dgm:spPr/>
      <dgm:t>
        <a:bodyPr/>
        <a:lstStyle/>
        <a:p>
          <a:pPr>
            <a:lnSpc>
              <a:spcPct val="100000"/>
            </a:lnSpc>
            <a:defRPr cap="all"/>
          </a:pPr>
          <a:r>
            <a:rPr lang="en-US" b="1" dirty="0"/>
            <a:t>Geographic features</a:t>
          </a:r>
        </a:p>
      </dgm:t>
    </dgm:pt>
    <dgm:pt modelId="{73059FF6-625B-4B66-ADAB-1C41A56153D2}" type="parTrans" cxnId="{5352784B-FC1E-453D-98FB-95B8ABBC00EA}">
      <dgm:prSet/>
      <dgm:spPr/>
      <dgm:t>
        <a:bodyPr/>
        <a:lstStyle/>
        <a:p>
          <a:endParaRPr lang="en-US"/>
        </a:p>
      </dgm:t>
    </dgm:pt>
    <dgm:pt modelId="{C58715E7-C01B-4B3E-8D17-9046DB00FB59}" type="sibTrans" cxnId="{5352784B-FC1E-453D-98FB-95B8ABBC00EA}">
      <dgm:prSet/>
      <dgm:spPr/>
      <dgm:t>
        <a:bodyPr/>
        <a:lstStyle/>
        <a:p>
          <a:endParaRPr lang="en-US"/>
        </a:p>
      </dgm:t>
    </dgm:pt>
    <dgm:pt modelId="{46566198-5B56-4054-8D9C-849DFAD4C061}">
      <dgm:prSet/>
      <dgm:spPr/>
      <dgm:t>
        <a:bodyPr/>
        <a:lstStyle/>
        <a:p>
          <a:pPr>
            <a:lnSpc>
              <a:spcPct val="100000"/>
            </a:lnSpc>
            <a:defRPr cap="all"/>
          </a:pPr>
          <a:r>
            <a:rPr lang="en-US" b="1" dirty="0"/>
            <a:t>Climate</a:t>
          </a:r>
        </a:p>
      </dgm:t>
    </dgm:pt>
    <dgm:pt modelId="{ABEE82B9-E32F-48DC-9A9F-96CBF0592F8C}" type="parTrans" cxnId="{099B37CA-4D37-431A-9F67-3FC510CFCFCE}">
      <dgm:prSet/>
      <dgm:spPr/>
      <dgm:t>
        <a:bodyPr/>
        <a:lstStyle/>
        <a:p>
          <a:endParaRPr lang="en-US"/>
        </a:p>
      </dgm:t>
    </dgm:pt>
    <dgm:pt modelId="{0DC352AF-7336-48C7-B105-F05AB56C7357}" type="sibTrans" cxnId="{099B37CA-4D37-431A-9F67-3FC510CFCFCE}">
      <dgm:prSet/>
      <dgm:spPr/>
      <dgm:t>
        <a:bodyPr/>
        <a:lstStyle/>
        <a:p>
          <a:endParaRPr lang="en-US"/>
        </a:p>
      </dgm:t>
    </dgm:pt>
    <dgm:pt modelId="{0F7D7458-B7F1-404B-B780-45D5E5E80BDA}">
      <dgm:prSet/>
      <dgm:spPr/>
      <dgm:t>
        <a:bodyPr/>
        <a:lstStyle/>
        <a:p>
          <a:pPr>
            <a:lnSpc>
              <a:spcPct val="100000"/>
            </a:lnSpc>
            <a:defRPr cap="all"/>
          </a:pPr>
          <a:r>
            <a:rPr lang="en-US" b="1" dirty="0"/>
            <a:t>Flora and fauna</a:t>
          </a:r>
        </a:p>
      </dgm:t>
    </dgm:pt>
    <dgm:pt modelId="{64507331-3632-473D-91E0-985134A914DC}" type="parTrans" cxnId="{09AEEC25-6685-48BB-9A17-410EAF187F99}">
      <dgm:prSet/>
      <dgm:spPr/>
      <dgm:t>
        <a:bodyPr/>
        <a:lstStyle/>
        <a:p>
          <a:endParaRPr lang="en-US"/>
        </a:p>
      </dgm:t>
    </dgm:pt>
    <dgm:pt modelId="{488128BE-F10A-4CDE-A047-2EB5627C2D69}" type="sibTrans" cxnId="{09AEEC25-6685-48BB-9A17-410EAF187F99}">
      <dgm:prSet/>
      <dgm:spPr/>
      <dgm:t>
        <a:bodyPr/>
        <a:lstStyle/>
        <a:p>
          <a:endParaRPr lang="en-US"/>
        </a:p>
      </dgm:t>
    </dgm:pt>
    <dgm:pt modelId="{D5F40C38-2EC1-483E-A2C8-F6E12D6CDD0F}">
      <dgm:prSet/>
      <dgm:spPr/>
      <dgm:t>
        <a:bodyPr/>
        <a:lstStyle/>
        <a:p>
          <a:pPr>
            <a:lnSpc>
              <a:spcPct val="100000"/>
            </a:lnSpc>
            <a:defRPr cap="all"/>
          </a:pPr>
          <a:r>
            <a:rPr lang="en-US" b="1" dirty="0"/>
            <a:t>Human-made environment.</a:t>
          </a:r>
        </a:p>
      </dgm:t>
    </dgm:pt>
    <dgm:pt modelId="{1D14C1C7-2741-43B9-BB6F-E169F4797288}" type="parTrans" cxnId="{EE30F58D-8C41-4402-A2C7-31C5285CAAA6}">
      <dgm:prSet/>
      <dgm:spPr/>
      <dgm:t>
        <a:bodyPr/>
        <a:lstStyle/>
        <a:p>
          <a:endParaRPr lang="en-US"/>
        </a:p>
      </dgm:t>
    </dgm:pt>
    <dgm:pt modelId="{3431E4AF-8FEC-49A5-8C8C-EA9878655654}" type="sibTrans" cxnId="{EE30F58D-8C41-4402-A2C7-31C5285CAAA6}">
      <dgm:prSet/>
      <dgm:spPr/>
      <dgm:t>
        <a:bodyPr/>
        <a:lstStyle/>
        <a:p>
          <a:endParaRPr lang="en-US"/>
        </a:p>
      </dgm:t>
    </dgm:pt>
    <dgm:pt modelId="{066333E7-3AC4-4C72-B340-632D0061D84B}" type="pres">
      <dgm:prSet presAssocID="{7F493B80-A6D3-4121-82EC-01D6FC04FF76}" presName="root" presStyleCnt="0">
        <dgm:presLayoutVars>
          <dgm:dir/>
          <dgm:resizeHandles val="exact"/>
        </dgm:presLayoutVars>
      </dgm:prSet>
      <dgm:spPr/>
    </dgm:pt>
    <dgm:pt modelId="{402BEEC3-A089-493A-8EB8-3601EDB55E17}" type="pres">
      <dgm:prSet presAssocID="{0F0C9B39-0296-4450-B1E7-209902908968}" presName="compNode" presStyleCnt="0"/>
      <dgm:spPr/>
    </dgm:pt>
    <dgm:pt modelId="{9BFBE76F-980B-4F54-968E-F4493801AE2F}" type="pres">
      <dgm:prSet presAssocID="{0F0C9B39-0296-4450-B1E7-209902908968}" presName="iconBgRect" presStyleLbl="bgShp" presStyleIdx="0" presStyleCnt="6"/>
      <dgm:spPr/>
    </dgm:pt>
    <dgm:pt modelId="{94C84014-ACF8-41FF-BF69-23CD48E7B7B5}" type="pres">
      <dgm:prSet presAssocID="{0F0C9B39-0296-4450-B1E7-209902908968}"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a:ext>
      </dgm:extLst>
    </dgm:pt>
    <dgm:pt modelId="{593AE5CE-73CD-4D47-B4AF-941AAD9586F9}" type="pres">
      <dgm:prSet presAssocID="{0F0C9B39-0296-4450-B1E7-209902908968}" presName="spaceRect" presStyleCnt="0"/>
      <dgm:spPr/>
    </dgm:pt>
    <dgm:pt modelId="{720749B6-D191-4BBF-9CB5-299A6DD8C8DE}" type="pres">
      <dgm:prSet presAssocID="{0F0C9B39-0296-4450-B1E7-209902908968}" presName="textRect" presStyleLbl="revTx" presStyleIdx="0" presStyleCnt="6">
        <dgm:presLayoutVars>
          <dgm:chMax val="1"/>
          <dgm:chPref val="1"/>
        </dgm:presLayoutVars>
      </dgm:prSet>
      <dgm:spPr/>
    </dgm:pt>
    <dgm:pt modelId="{1A74B592-44A7-4E4E-A391-2BAC9690ECFD}" type="pres">
      <dgm:prSet presAssocID="{98C3343A-D3DF-4C11-9667-9BE792AEF36E}" presName="sibTrans" presStyleCnt="0"/>
      <dgm:spPr/>
    </dgm:pt>
    <dgm:pt modelId="{78332C2F-4EC3-4652-B877-C1C7F9AAA768}" type="pres">
      <dgm:prSet presAssocID="{094A72EE-734B-4C6A-9261-D9DCF240C506}" presName="compNode" presStyleCnt="0"/>
      <dgm:spPr/>
    </dgm:pt>
    <dgm:pt modelId="{ED2E2F69-8C50-4803-9723-2A2C692B69E7}" type="pres">
      <dgm:prSet presAssocID="{094A72EE-734B-4C6A-9261-D9DCF240C506}" presName="iconBgRect" presStyleLbl="bgShp" presStyleIdx="1" presStyleCnt="6"/>
      <dgm:spPr/>
    </dgm:pt>
    <dgm:pt modelId="{2768D9D8-A5A8-436C-9D56-A6F99696FDE1}" type="pres">
      <dgm:prSet presAssocID="{094A72EE-734B-4C6A-9261-D9DCF240C506}" presName="iconRect" presStyleLbl="node1" presStyleIdx="1" presStyleCnt="6" custLinFactNeighborX="3932" custLinFactNeighborY="-393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al"/>
        </a:ext>
      </dgm:extLst>
    </dgm:pt>
    <dgm:pt modelId="{9AD4F97B-07AF-4087-85BE-1D6EBD0E657A}" type="pres">
      <dgm:prSet presAssocID="{094A72EE-734B-4C6A-9261-D9DCF240C506}" presName="spaceRect" presStyleCnt="0"/>
      <dgm:spPr/>
    </dgm:pt>
    <dgm:pt modelId="{32D80D54-08AA-4A3C-A449-011E941756E0}" type="pres">
      <dgm:prSet presAssocID="{094A72EE-734B-4C6A-9261-D9DCF240C506}" presName="textRect" presStyleLbl="revTx" presStyleIdx="1" presStyleCnt="6">
        <dgm:presLayoutVars>
          <dgm:chMax val="1"/>
          <dgm:chPref val="1"/>
        </dgm:presLayoutVars>
      </dgm:prSet>
      <dgm:spPr/>
    </dgm:pt>
    <dgm:pt modelId="{D790AE9D-9598-4A65-9717-AEF141BB0206}" type="pres">
      <dgm:prSet presAssocID="{58535353-4F7F-40AF-9918-09634F8ADC61}" presName="sibTrans" presStyleCnt="0"/>
      <dgm:spPr/>
    </dgm:pt>
    <dgm:pt modelId="{1C0300E4-02A8-4B66-A900-455EEDB77F5E}" type="pres">
      <dgm:prSet presAssocID="{549038B3-3444-4E91-ADD6-7A71573C6A2B}" presName="compNode" presStyleCnt="0"/>
      <dgm:spPr/>
    </dgm:pt>
    <dgm:pt modelId="{DE41DA60-567A-46F9-9A95-A70EB2DF27C6}" type="pres">
      <dgm:prSet presAssocID="{549038B3-3444-4E91-ADD6-7A71573C6A2B}" presName="iconBgRect" presStyleLbl="bgShp" presStyleIdx="2" presStyleCnt="6"/>
      <dgm:spPr/>
    </dgm:pt>
    <dgm:pt modelId="{1FDE90F7-0440-4E56-8058-B7E7C33A7725}" type="pres">
      <dgm:prSet presAssocID="{549038B3-3444-4E91-ADD6-7A71573C6A2B}"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rker"/>
        </a:ext>
      </dgm:extLst>
    </dgm:pt>
    <dgm:pt modelId="{0BFB5D8C-D7F7-4D6C-943E-132BF4A93A30}" type="pres">
      <dgm:prSet presAssocID="{549038B3-3444-4E91-ADD6-7A71573C6A2B}" presName="spaceRect" presStyleCnt="0"/>
      <dgm:spPr/>
    </dgm:pt>
    <dgm:pt modelId="{35104221-56CE-4684-9793-DE47DA0A65AE}" type="pres">
      <dgm:prSet presAssocID="{549038B3-3444-4E91-ADD6-7A71573C6A2B}" presName="textRect" presStyleLbl="revTx" presStyleIdx="2" presStyleCnt="6">
        <dgm:presLayoutVars>
          <dgm:chMax val="1"/>
          <dgm:chPref val="1"/>
        </dgm:presLayoutVars>
      </dgm:prSet>
      <dgm:spPr/>
    </dgm:pt>
    <dgm:pt modelId="{989CC51D-2056-41A1-94FC-A165D23BF4D0}" type="pres">
      <dgm:prSet presAssocID="{C58715E7-C01B-4B3E-8D17-9046DB00FB59}" presName="sibTrans" presStyleCnt="0"/>
      <dgm:spPr/>
    </dgm:pt>
    <dgm:pt modelId="{49079462-7BD0-4A3D-B51E-86491E262469}" type="pres">
      <dgm:prSet presAssocID="{46566198-5B56-4054-8D9C-849DFAD4C061}" presName="compNode" presStyleCnt="0"/>
      <dgm:spPr/>
    </dgm:pt>
    <dgm:pt modelId="{6FCD857B-5085-4D6E-AA30-C17E08EAFE56}" type="pres">
      <dgm:prSet presAssocID="{46566198-5B56-4054-8D9C-849DFAD4C061}" presName="iconBgRect" presStyleLbl="bgShp" presStyleIdx="3" presStyleCnt="6"/>
      <dgm:spPr/>
    </dgm:pt>
    <dgm:pt modelId="{9558E760-896C-40CE-9FFA-E09BDFCDF923}" type="pres">
      <dgm:prSet presAssocID="{46566198-5B56-4054-8D9C-849DFAD4C061}"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n"/>
        </a:ext>
      </dgm:extLst>
    </dgm:pt>
    <dgm:pt modelId="{7EA49440-8B9C-42CD-9204-9D7B298D18DD}" type="pres">
      <dgm:prSet presAssocID="{46566198-5B56-4054-8D9C-849DFAD4C061}" presName="spaceRect" presStyleCnt="0"/>
      <dgm:spPr/>
    </dgm:pt>
    <dgm:pt modelId="{17996643-7A0D-47E1-9C4D-B402ED345FD5}" type="pres">
      <dgm:prSet presAssocID="{46566198-5B56-4054-8D9C-849DFAD4C061}" presName="textRect" presStyleLbl="revTx" presStyleIdx="3" presStyleCnt="6">
        <dgm:presLayoutVars>
          <dgm:chMax val="1"/>
          <dgm:chPref val="1"/>
        </dgm:presLayoutVars>
      </dgm:prSet>
      <dgm:spPr/>
    </dgm:pt>
    <dgm:pt modelId="{A8FCF249-6ED8-4810-A35C-5D87B18B4F50}" type="pres">
      <dgm:prSet presAssocID="{0DC352AF-7336-48C7-B105-F05AB56C7357}" presName="sibTrans" presStyleCnt="0"/>
      <dgm:spPr/>
    </dgm:pt>
    <dgm:pt modelId="{19879C0E-C7E0-4B79-B36C-9309EFEFDDBA}" type="pres">
      <dgm:prSet presAssocID="{0F7D7458-B7F1-404B-B780-45D5E5E80BDA}" presName="compNode" presStyleCnt="0"/>
      <dgm:spPr/>
    </dgm:pt>
    <dgm:pt modelId="{4BE9598F-53C2-4EDB-A11F-0E71485D2015}" type="pres">
      <dgm:prSet presAssocID="{0F7D7458-B7F1-404B-B780-45D5E5E80BDA}" presName="iconBgRect" presStyleLbl="bgShp" presStyleIdx="4" presStyleCnt="6"/>
      <dgm:spPr/>
    </dgm:pt>
    <dgm:pt modelId="{969AD7B5-1E9F-438E-B693-55AE0A5AC244}" type="pres">
      <dgm:prSet presAssocID="{0F7D7458-B7F1-404B-B780-45D5E5E80BDA}"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eciduous tree"/>
        </a:ext>
      </dgm:extLst>
    </dgm:pt>
    <dgm:pt modelId="{64D464A8-E8FB-4A37-AD77-3657D96CD800}" type="pres">
      <dgm:prSet presAssocID="{0F7D7458-B7F1-404B-B780-45D5E5E80BDA}" presName="spaceRect" presStyleCnt="0"/>
      <dgm:spPr/>
    </dgm:pt>
    <dgm:pt modelId="{C7819723-DCE0-4A75-8773-8AD4C8FB857F}" type="pres">
      <dgm:prSet presAssocID="{0F7D7458-B7F1-404B-B780-45D5E5E80BDA}" presName="textRect" presStyleLbl="revTx" presStyleIdx="4" presStyleCnt="6">
        <dgm:presLayoutVars>
          <dgm:chMax val="1"/>
          <dgm:chPref val="1"/>
        </dgm:presLayoutVars>
      </dgm:prSet>
      <dgm:spPr/>
    </dgm:pt>
    <dgm:pt modelId="{A32F2348-281D-479B-BC0E-6C0077F915CF}" type="pres">
      <dgm:prSet presAssocID="{488128BE-F10A-4CDE-A047-2EB5627C2D69}" presName="sibTrans" presStyleCnt="0"/>
      <dgm:spPr/>
    </dgm:pt>
    <dgm:pt modelId="{2D6D522D-355A-4C80-90D1-E4F115330E31}" type="pres">
      <dgm:prSet presAssocID="{D5F40C38-2EC1-483E-A2C8-F6E12D6CDD0F}" presName="compNode" presStyleCnt="0"/>
      <dgm:spPr/>
    </dgm:pt>
    <dgm:pt modelId="{7294D8C4-303F-4EB4-911E-F506116A1314}" type="pres">
      <dgm:prSet presAssocID="{D5F40C38-2EC1-483E-A2C8-F6E12D6CDD0F}" presName="iconBgRect" presStyleLbl="bgShp" presStyleIdx="5" presStyleCnt="6"/>
      <dgm:spPr/>
    </dgm:pt>
    <dgm:pt modelId="{614562BD-F8FF-4AF9-9D63-96C76C4B60C3}" type="pres">
      <dgm:prSet presAssocID="{D5F40C38-2EC1-483E-A2C8-F6E12D6CDD0F}"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stainability"/>
        </a:ext>
      </dgm:extLst>
    </dgm:pt>
    <dgm:pt modelId="{47CC50B4-A074-4419-A0C2-83DFE24C1D45}" type="pres">
      <dgm:prSet presAssocID="{D5F40C38-2EC1-483E-A2C8-F6E12D6CDD0F}" presName="spaceRect" presStyleCnt="0"/>
      <dgm:spPr/>
    </dgm:pt>
    <dgm:pt modelId="{B8D4D476-043B-420D-9354-D8A537004479}" type="pres">
      <dgm:prSet presAssocID="{D5F40C38-2EC1-483E-A2C8-F6E12D6CDD0F}" presName="textRect" presStyleLbl="revTx" presStyleIdx="5" presStyleCnt="6">
        <dgm:presLayoutVars>
          <dgm:chMax val="1"/>
          <dgm:chPref val="1"/>
        </dgm:presLayoutVars>
      </dgm:prSet>
      <dgm:spPr/>
    </dgm:pt>
  </dgm:ptLst>
  <dgm:cxnLst>
    <dgm:cxn modelId="{348C4700-2ACC-419B-8F9A-0DA809E45DC5}" type="presOf" srcId="{0F0C9B39-0296-4450-B1E7-209902908968}" destId="{720749B6-D191-4BBF-9CB5-299A6DD8C8DE}" srcOrd="0" destOrd="0" presId="urn:microsoft.com/office/officeart/2018/5/layout/IconCircleLabelList"/>
    <dgm:cxn modelId="{09AEEC25-6685-48BB-9A17-410EAF187F99}" srcId="{7F493B80-A6D3-4121-82EC-01D6FC04FF76}" destId="{0F7D7458-B7F1-404B-B780-45D5E5E80BDA}" srcOrd="4" destOrd="0" parTransId="{64507331-3632-473D-91E0-985134A914DC}" sibTransId="{488128BE-F10A-4CDE-A047-2EB5627C2D69}"/>
    <dgm:cxn modelId="{5352784B-FC1E-453D-98FB-95B8ABBC00EA}" srcId="{7F493B80-A6D3-4121-82EC-01D6FC04FF76}" destId="{549038B3-3444-4E91-ADD6-7A71573C6A2B}" srcOrd="2" destOrd="0" parTransId="{73059FF6-625B-4B66-ADAB-1C41A56153D2}" sibTransId="{C58715E7-C01B-4B3E-8D17-9046DB00FB59}"/>
    <dgm:cxn modelId="{35F5914F-2E1E-44C6-A09F-ED3E4A5AAF5B}" srcId="{7F493B80-A6D3-4121-82EC-01D6FC04FF76}" destId="{094A72EE-734B-4C6A-9261-D9DCF240C506}" srcOrd="1" destOrd="0" parTransId="{7644DBAA-7C2A-4774-885D-4B6B3BEF09DA}" sibTransId="{58535353-4F7F-40AF-9918-09634F8ADC61}"/>
    <dgm:cxn modelId="{25D5F770-0534-422A-B8C8-89B27FD7C327}" type="presOf" srcId="{549038B3-3444-4E91-ADD6-7A71573C6A2B}" destId="{35104221-56CE-4684-9793-DE47DA0A65AE}" srcOrd="0" destOrd="0" presId="urn:microsoft.com/office/officeart/2018/5/layout/IconCircleLabelList"/>
    <dgm:cxn modelId="{2DDAA158-AF39-48EC-8A3E-2F0E910A9EA3}" type="presOf" srcId="{0F7D7458-B7F1-404B-B780-45D5E5E80BDA}" destId="{C7819723-DCE0-4A75-8773-8AD4C8FB857F}" srcOrd="0" destOrd="0" presId="urn:microsoft.com/office/officeart/2018/5/layout/IconCircleLabelList"/>
    <dgm:cxn modelId="{87E8F77B-DCF3-4919-9843-F786D7B81EEC}" srcId="{7F493B80-A6D3-4121-82EC-01D6FC04FF76}" destId="{0F0C9B39-0296-4450-B1E7-209902908968}" srcOrd="0" destOrd="0" parTransId="{5A74FE80-2F45-4C91-A42D-D8E2E881E946}" sibTransId="{98C3343A-D3DF-4C11-9667-9BE792AEF36E}"/>
    <dgm:cxn modelId="{EE30F58D-8C41-4402-A2C7-31C5285CAAA6}" srcId="{7F493B80-A6D3-4121-82EC-01D6FC04FF76}" destId="{D5F40C38-2EC1-483E-A2C8-F6E12D6CDD0F}" srcOrd="5" destOrd="0" parTransId="{1D14C1C7-2741-43B9-BB6F-E169F4797288}" sibTransId="{3431E4AF-8FEC-49A5-8C8C-EA9878655654}"/>
    <dgm:cxn modelId="{DF24A0B6-5CF9-44FD-90FE-043BD2F7829B}" type="presOf" srcId="{7F493B80-A6D3-4121-82EC-01D6FC04FF76}" destId="{066333E7-3AC4-4C72-B340-632D0061D84B}" srcOrd="0" destOrd="0" presId="urn:microsoft.com/office/officeart/2018/5/layout/IconCircleLabelList"/>
    <dgm:cxn modelId="{099B37CA-4D37-431A-9F67-3FC510CFCFCE}" srcId="{7F493B80-A6D3-4121-82EC-01D6FC04FF76}" destId="{46566198-5B56-4054-8D9C-849DFAD4C061}" srcOrd="3" destOrd="0" parTransId="{ABEE82B9-E32F-48DC-9A9F-96CBF0592F8C}" sibTransId="{0DC352AF-7336-48C7-B105-F05AB56C7357}"/>
    <dgm:cxn modelId="{32E282CD-E360-425E-BB2C-3D93F7021356}" type="presOf" srcId="{46566198-5B56-4054-8D9C-849DFAD4C061}" destId="{17996643-7A0D-47E1-9C4D-B402ED345FD5}" srcOrd="0" destOrd="0" presId="urn:microsoft.com/office/officeart/2018/5/layout/IconCircleLabelList"/>
    <dgm:cxn modelId="{1AE8DFE0-02D3-408D-931C-101EF995611F}" type="presOf" srcId="{094A72EE-734B-4C6A-9261-D9DCF240C506}" destId="{32D80D54-08AA-4A3C-A449-011E941756E0}" srcOrd="0" destOrd="0" presId="urn:microsoft.com/office/officeart/2018/5/layout/IconCircleLabelList"/>
    <dgm:cxn modelId="{D47D51F4-38C7-43F5-A9B3-5321A0622E08}" type="presOf" srcId="{D5F40C38-2EC1-483E-A2C8-F6E12D6CDD0F}" destId="{B8D4D476-043B-420D-9354-D8A537004479}" srcOrd="0" destOrd="0" presId="urn:microsoft.com/office/officeart/2018/5/layout/IconCircleLabelList"/>
    <dgm:cxn modelId="{82DED36F-0C5B-4292-8857-A2CB8426A71A}" type="presParOf" srcId="{066333E7-3AC4-4C72-B340-632D0061D84B}" destId="{402BEEC3-A089-493A-8EB8-3601EDB55E17}" srcOrd="0" destOrd="0" presId="urn:microsoft.com/office/officeart/2018/5/layout/IconCircleLabelList"/>
    <dgm:cxn modelId="{DEEA728F-CC46-475E-A509-D64FA4362B39}" type="presParOf" srcId="{402BEEC3-A089-493A-8EB8-3601EDB55E17}" destId="{9BFBE76F-980B-4F54-968E-F4493801AE2F}" srcOrd="0" destOrd="0" presId="urn:microsoft.com/office/officeart/2018/5/layout/IconCircleLabelList"/>
    <dgm:cxn modelId="{3D0C0394-B42A-4E58-AB1A-21214FE78960}" type="presParOf" srcId="{402BEEC3-A089-493A-8EB8-3601EDB55E17}" destId="{94C84014-ACF8-41FF-BF69-23CD48E7B7B5}" srcOrd="1" destOrd="0" presId="urn:microsoft.com/office/officeart/2018/5/layout/IconCircleLabelList"/>
    <dgm:cxn modelId="{F038C9EF-0755-4FC2-BB63-033805FA35F6}" type="presParOf" srcId="{402BEEC3-A089-493A-8EB8-3601EDB55E17}" destId="{593AE5CE-73CD-4D47-B4AF-941AAD9586F9}" srcOrd="2" destOrd="0" presId="urn:microsoft.com/office/officeart/2018/5/layout/IconCircleLabelList"/>
    <dgm:cxn modelId="{A82B886B-AF82-45C3-ACB0-B70D845A9135}" type="presParOf" srcId="{402BEEC3-A089-493A-8EB8-3601EDB55E17}" destId="{720749B6-D191-4BBF-9CB5-299A6DD8C8DE}" srcOrd="3" destOrd="0" presId="urn:microsoft.com/office/officeart/2018/5/layout/IconCircleLabelList"/>
    <dgm:cxn modelId="{83EA7481-3F49-4156-9BE6-109E7D108D8B}" type="presParOf" srcId="{066333E7-3AC4-4C72-B340-632D0061D84B}" destId="{1A74B592-44A7-4E4E-A391-2BAC9690ECFD}" srcOrd="1" destOrd="0" presId="urn:microsoft.com/office/officeart/2018/5/layout/IconCircleLabelList"/>
    <dgm:cxn modelId="{4C035444-52FC-4186-B8DA-98EACD52C793}" type="presParOf" srcId="{066333E7-3AC4-4C72-B340-632D0061D84B}" destId="{78332C2F-4EC3-4652-B877-C1C7F9AAA768}" srcOrd="2" destOrd="0" presId="urn:microsoft.com/office/officeart/2018/5/layout/IconCircleLabelList"/>
    <dgm:cxn modelId="{139B0E2D-49A8-4E45-B3F7-8EE4B291D6AC}" type="presParOf" srcId="{78332C2F-4EC3-4652-B877-C1C7F9AAA768}" destId="{ED2E2F69-8C50-4803-9723-2A2C692B69E7}" srcOrd="0" destOrd="0" presId="urn:microsoft.com/office/officeart/2018/5/layout/IconCircleLabelList"/>
    <dgm:cxn modelId="{2465F6CD-1236-4C4C-9E26-D83119D7A845}" type="presParOf" srcId="{78332C2F-4EC3-4652-B877-C1C7F9AAA768}" destId="{2768D9D8-A5A8-436C-9D56-A6F99696FDE1}" srcOrd="1" destOrd="0" presId="urn:microsoft.com/office/officeart/2018/5/layout/IconCircleLabelList"/>
    <dgm:cxn modelId="{5AF04E4F-26E3-4997-BCA1-E54B55A5C9FD}" type="presParOf" srcId="{78332C2F-4EC3-4652-B877-C1C7F9AAA768}" destId="{9AD4F97B-07AF-4087-85BE-1D6EBD0E657A}" srcOrd="2" destOrd="0" presId="urn:microsoft.com/office/officeart/2018/5/layout/IconCircleLabelList"/>
    <dgm:cxn modelId="{6633B37B-7198-41A3-8411-9EE4F778D065}" type="presParOf" srcId="{78332C2F-4EC3-4652-B877-C1C7F9AAA768}" destId="{32D80D54-08AA-4A3C-A449-011E941756E0}" srcOrd="3" destOrd="0" presId="urn:microsoft.com/office/officeart/2018/5/layout/IconCircleLabelList"/>
    <dgm:cxn modelId="{780DA29B-FFB6-4355-8247-2625759074F4}" type="presParOf" srcId="{066333E7-3AC4-4C72-B340-632D0061D84B}" destId="{D790AE9D-9598-4A65-9717-AEF141BB0206}" srcOrd="3" destOrd="0" presId="urn:microsoft.com/office/officeart/2018/5/layout/IconCircleLabelList"/>
    <dgm:cxn modelId="{B85A8D1F-FDF3-4610-9E8F-356DDF6317AC}" type="presParOf" srcId="{066333E7-3AC4-4C72-B340-632D0061D84B}" destId="{1C0300E4-02A8-4B66-A900-455EEDB77F5E}" srcOrd="4" destOrd="0" presId="urn:microsoft.com/office/officeart/2018/5/layout/IconCircleLabelList"/>
    <dgm:cxn modelId="{442ED30C-8B31-4BD6-9B36-1A66A183117E}" type="presParOf" srcId="{1C0300E4-02A8-4B66-A900-455EEDB77F5E}" destId="{DE41DA60-567A-46F9-9A95-A70EB2DF27C6}" srcOrd="0" destOrd="0" presId="urn:microsoft.com/office/officeart/2018/5/layout/IconCircleLabelList"/>
    <dgm:cxn modelId="{4F3F31E5-FC12-4CBC-B370-AB84CE5C0C63}" type="presParOf" srcId="{1C0300E4-02A8-4B66-A900-455EEDB77F5E}" destId="{1FDE90F7-0440-4E56-8058-B7E7C33A7725}" srcOrd="1" destOrd="0" presId="urn:microsoft.com/office/officeart/2018/5/layout/IconCircleLabelList"/>
    <dgm:cxn modelId="{38AFB7F3-3209-4707-9B7D-AF45429CD516}" type="presParOf" srcId="{1C0300E4-02A8-4B66-A900-455EEDB77F5E}" destId="{0BFB5D8C-D7F7-4D6C-943E-132BF4A93A30}" srcOrd="2" destOrd="0" presId="urn:microsoft.com/office/officeart/2018/5/layout/IconCircleLabelList"/>
    <dgm:cxn modelId="{561BE901-8FA9-4AE7-ACC2-9EFFBBF23F04}" type="presParOf" srcId="{1C0300E4-02A8-4B66-A900-455EEDB77F5E}" destId="{35104221-56CE-4684-9793-DE47DA0A65AE}" srcOrd="3" destOrd="0" presId="urn:microsoft.com/office/officeart/2018/5/layout/IconCircleLabelList"/>
    <dgm:cxn modelId="{014479A4-0475-4745-AF82-30038DE48555}" type="presParOf" srcId="{066333E7-3AC4-4C72-B340-632D0061D84B}" destId="{989CC51D-2056-41A1-94FC-A165D23BF4D0}" srcOrd="5" destOrd="0" presId="urn:microsoft.com/office/officeart/2018/5/layout/IconCircleLabelList"/>
    <dgm:cxn modelId="{D2C4E896-FC40-4F7F-A6EF-3E9A0E726C7D}" type="presParOf" srcId="{066333E7-3AC4-4C72-B340-632D0061D84B}" destId="{49079462-7BD0-4A3D-B51E-86491E262469}" srcOrd="6" destOrd="0" presId="urn:microsoft.com/office/officeart/2018/5/layout/IconCircleLabelList"/>
    <dgm:cxn modelId="{AF7734AC-2B33-42BF-96FE-41CD1268972C}" type="presParOf" srcId="{49079462-7BD0-4A3D-B51E-86491E262469}" destId="{6FCD857B-5085-4D6E-AA30-C17E08EAFE56}" srcOrd="0" destOrd="0" presId="urn:microsoft.com/office/officeart/2018/5/layout/IconCircleLabelList"/>
    <dgm:cxn modelId="{4CFDCB92-A0A8-48D0-B4CE-4402D4E4694D}" type="presParOf" srcId="{49079462-7BD0-4A3D-B51E-86491E262469}" destId="{9558E760-896C-40CE-9FFA-E09BDFCDF923}" srcOrd="1" destOrd="0" presId="urn:microsoft.com/office/officeart/2018/5/layout/IconCircleLabelList"/>
    <dgm:cxn modelId="{8A51D89C-4347-4A9D-9E41-5540EF34215C}" type="presParOf" srcId="{49079462-7BD0-4A3D-B51E-86491E262469}" destId="{7EA49440-8B9C-42CD-9204-9D7B298D18DD}" srcOrd="2" destOrd="0" presId="urn:microsoft.com/office/officeart/2018/5/layout/IconCircleLabelList"/>
    <dgm:cxn modelId="{2403E313-A711-422D-B202-A92E628F29A1}" type="presParOf" srcId="{49079462-7BD0-4A3D-B51E-86491E262469}" destId="{17996643-7A0D-47E1-9C4D-B402ED345FD5}" srcOrd="3" destOrd="0" presId="urn:microsoft.com/office/officeart/2018/5/layout/IconCircleLabelList"/>
    <dgm:cxn modelId="{79D47AE9-92D2-46DA-ACCF-E44AAEBB5FA0}" type="presParOf" srcId="{066333E7-3AC4-4C72-B340-632D0061D84B}" destId="{A8FCF249-6ED8-4810-A35C-5D87B18B4F50}" srcOrd="7" destOrd="0" presId="urn:microsoft.com/office/officeart/2018/5/layout/IconCircleLabelList"/>
    <dgm:cxn modelId="{0E8300CA-217A-41CF-A2FA-7D923B997E2D}" type="presParOf" srcId="{066333E7-3AC4-4C72-B340-632D0061D84B}" destId="{19879C0E-C7E0-4B79-B36C-9309EFEFDDBA}" srcOrd="8" destOrd="0" presId="urn:microsoft.com/office/officeart/2018/5/layout/IconCircleLabelList"/>
    <dgm:cxn modelId="{CB0CE457-6724-4DF3-9A03-41F709F8E87A}" type="presParOf" srcId="{19879C0E-C7E0-4B79-B36C-9309EFEFDDBA}" destId="{4BE9598F-53C2-4EDB-A11F-0E71485D2015}" srcOrd="0" destOrd="0" presId="urn:microsoft.com/office/officeart/2018/5/layout/IconCircleLabelList"/>
    <dgm:cxn modelId="{99F9688A-4507-439E-91F8-A57E39BD9E9B}" type="presParOf" srcId="{19879C0E-C7E0-4B79-B36C-9309EFEFDDBA}" destId="{969AD7B5-1E9F-438E-B693-55AE0A5AC244}" srcOrd="1" destOrd="0" presId="urn:microsoft.com/office/officeart/2018/5/layout/IconCircleLabelList"/>
    <dgm:cxn modelId="{926F8127-6D62-4905-8C77-329C01F7212A}" type="presParOf" srcId="{19879C0E-C7E0-4B79-B36C-9309EFEFDDBA}" destId="{64D464A8-E8FB-4A37-AD77-3657D96CD800}" srcOrd="2" destOrd="0" presId="urn:microsoft.com/office/officeart/2018/5/layout/IconCircleLabelList"/>
    <dgm:cxn modelId="{EB9EAAFF-82F6-4487-91A8-A8B6D63BE8D1}" type="presParOf" srcId="{19879C0E-C7E0-4B79-B36C-9309EFEFDDBA}" destId="{C7819723-DCE0-4A75-8773-8AD4C8FB857F}" srcOrd="3" destOrd="0" presId="urn:microsoft.com/office/officeart/2018/5/layout/IconCircleLabelList"/>
    <dgm:cxn modelId="{CAE167C1-EABE-4AE3-96EE-F591C67A142A}" type="presParOf" srcId="{066333E7-3AC4-4C72-B340-632D0061D84B}" destId="{A32F2348-281D-479B-BC0E-6C0077F915CF}" srcOrd="9" destOrd="0" presId="urn:microsoft.com/office/officeart/2018/5/layout/IconCircleLabelList"/>
    <dgm:cxn modelId="{33295904-D62B-47CF-A082-88079CC3BBC9}" type="presParOf" srcId="{066333E7-3AC4-4C72-B340-632D0061D84B}" destId="{2D6D522D-355A-4C80-90D1-E4F115330E31}" srcOrd="10" destOrd="0" presId="urn:microsoft.com/office/officeart/2018/5/layout/IconCircleLabelList"/>
    <dgm:cxn modelId="{5CC8F978-6374-4A54-8004-51EB27211677}" type="presParOf" srcId="{2D6D522D-355A-4C80-90D1-E4F115330E31}" destId="{7294D8C4-303F-4EB4-911E-F506116A1314}" srcOrd="0" destOrd="0" presId="urn:microsoft.com/office/officeart/2018/5/layout/IconCircleLabelList"/>
    <dgm:cxn modelId="{8930846E-FBE3-43B5-A29F-EDFC4D945C7D}" type="presParOf" srcId="{2D6D522D-355A-4C80-90D1-E4F115330E31}" destId="{614562BD-F8FF-4AF9-9D63-96C76C4B60C3}" srcOrd="1" destOrd="0" presId="urn:microsoft.com/office/officeart/2018/5/layout/IconCircleLabelList"/>
    <dgm:cxn modelId="{1F80032F-640B-4557-A9D7-DC339964831E}" type="presParOf" srcId="{2D6D522D-355A-4C80-90D1-E4F115330E31}" destId="{47CC50B4-A074-4419-A0C2-83DFE24C1D45}" srcOrd="2" destOrd="0" presId="urn:microsoft.com/office/officeart/2018/5/layout/IconCircleLabelList"/>
    <dgm:cxn modelId="{8F49B96C-A775-41F1-A210-9B005F39333E}" type="presParOf" srcId="{2D6D522D-355A-4C80-90D1-E4F115330E31}" destId="{B8D4D476-043B-420D-9354-D8A537004479}" srcOrd="3" destOrd="0" presId="urn:microsoft.com/office/officeart/2018/5/layout/IconCircleLabelList"/>
  </dgm:cxnLst>
  <dgm:bg>
    <a:solidFill>
      <a:schemeClr val="accent5">
        <a:lumMod val="20000"/>
        <a:lumOff val="8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B13747-A570-4798-A39C-DC88892F11AF}" type="doc">
      <dgm:prSet loTypeId="urn:microsoft.com/office/officeart/2005/8/layout/default" loCatId="list" qsTypeId="urn:microsoft.com/office/officeart/2005/8/quickstyle/simple5#1" qsCatId="simple" csTypeId="urn:microsoft.com/office/officeart/2005/8/colors/colorful5#1" csCatId="colorful" phldr="1"/>
      <dgm:spPr/>
      <dgm:t>
        <a:bodyPr/>
        <a:lstStyle/>
        <a:p>
          <a:endParaRPr lang="en-US"/>
        </a:p>
      </dgm:t>
    </dgm:pt>
    <dgm:pt modelId="{FFC3F600-D15A-43FF-9E14-ACDEBD2CB086}">
      <dgm:prSet/>
      <dgm:spPr/>
      <dgm:t>
        <a:bodyPr/>
        <a:lstStyle/>
        <a:p>
          <a:r>
            <a:rPr lang="en-US"/>
            <a:t>Respiratory health problems are high in Ma’meer area due to the industrial location</a:t>
          </a:r>
          <a:endParaRPr lang="en-US" dirty="0"/>
        </a:p>
      </dgm:t>
    </dgm:pt>
    <dgm:pt modelId="{75D01A92-3DDC-4BFC-B421-4EF2BCEFF604}" type="parTrans" cxnId="{EDC38816-94B4-4E07-91EE-ED47DEE8FBD3}">
      <dgm:prSet/>
      <dgm:spPr/>
      <dgm:t>
        <a:bodyPr/>
        <a:lstStyle/>
        <a:p>
          <a:endParaRPr lang="en-US"/>
        </a:p>
      </dgm:t>
    </dgm:pt>
    <dgm:pt modelId="{6541FC37-BC49-4C2A-80B4-1611339A83A4}" type="sibTrans" cxnId="{EDC38816-94B4-4E07-91EE-ED47DEE8FBD3}">
      <dgm:prSet/>
      <dgm:spPr/>
      <dgm:t>
        <a:bodyPr/>
        <a:lstStyle/>
        <a:p>
          <a:endParaRPr lang="en-US"/>
        </a:p>
      </dgm:t>
    </dgm:pt>
    <dgm:pt modelId="{F0F95C15-1856-454A-B7CE-E4E596C2FF75}">
      <dgm:prSet/>
      <dgm:spPr/>
      <dgm:t>
        <a:bodyPr/>
        <a:lstStyle/>
        <a:p>
          <a:r>
            <a:rPr lang="en-US"/>
            <a:t>Smoking cessation clinic is only available in East Riffa health centre. </a:t>
          </a:r>
        </a:p>
      </dgm:t>
    </dgm:pt>
    <dgm:pt modelId="{1A4EEF74-CBF3-4C99-BBF1-A5E6253B67B3}" type="parTrans" cxnId="{77B9573E-EA22-4FFF-BF4E-7C916E74F914}">
      <dgm:prSet/>
      <dgm:spPr/>
      <dgm:t>
        <a:bodyPr/>
        <a:lstStyle/>
        <a:p>
          <a:endParaRPr lang="en-US"/>
        </a:p>
      </dgm:t>
    </dgm:pt>
    <dgm:pt modelId="{D6AC3A9E-9803-4CC1-847C-4FC20C84400E}" type="sibTrans" cxnId="{77B9573E-EA22-4FFF-BF4E-7C916E74F914}">
      <dgm:prSet/>
      <dgm:spPr/>
      <dgm:t>
        <a:bodyPr/>
        <a:lstStyle/>
        <a:p>
          <a:endParaRPr lang="en-US"/>
        </a:p>
      </dgm:t>
    </dgm:pt>
    <dgm:pt modelId="{CD1C9BF9-B80F-44A5-84C1-1FEC9D045777}">
      <dgm:prSet/>
      <dgm:spPr/>
      <dgm:t>
        <a:bodyPr/>
        <a:lstStyle/>
        <a:p>
          <a:r>
            <a:rPr lang="en-US"/>
            <a:t>An outbreak of respiratory problems and influenza occurs during December-January months</a:t>
          </a:r>
        </a:p>
      </dgm:t>
    </dgm:pt>
    <dgm:pt modelId="{E3CDB255-1DBE-4551-8293-CF8B039A8501}" type="parTrans" cxnId="{E91D6ED9-E35B-4EE3-A584-6D86CE5E0811}">
      <dgm:prSet/>
      <dgm:spPr/>
      <dgm:t>
        <a:bodyPr/>
        <a:lstStyle/>
        <a:p>
          <a:endParaRPr lang="en-US"/>
        </a:p>
      </dgm:t>
    </dgm:pt>
    <dgm:pt modelId="{F1FBE1DF-8A7F-4E34-A5F2-A93C6FECDD64}" type="sibTrans" cxnId="{E91D6ED9-E35B-4EE3-A584-6D86CE5E0811}">
      <dgm:prSet/>
      <dgm:spPr/>
      <dgm:t>
        <a:bodyPr/>
        <a:lstStyle/>
        <a:p>
          <a:endParaRPr lang="en-US"/>
        </a:p>
      </dgm:t>
    </dgm:pt>
    <dgm:pt modelId="{38D1B51C-0254-40B9-B1AE-E791E7BDA759}">
      <dgm:prSet/>
      <dgm:spPr/>
      <dgm:t>
        <a:bodyPr/>
        <a:lstStyle/>
        <a:p>
          <a:r>
            <a:rPr lang="en-US" dirty="0"/>
            <a:t>Al-Jasra, </a:t>
          </a:r>
          <a:r>
            <a:rPr lang="en-US" dirty="0" err="1"/>
            <a:t>Budaiya</a:t>
          </a:r>
          <a:r>
            <a:rPr lang="en-US" dirty="0"/>
            <a:t> regions has a lot of plants and vegetations</a:t>
          </a:r>
        </a:p>
      </dgm:t>
    </dgm:pt>
    <dgm:pt modelId="{34EE75C4-C1A1-430F-A421-305D820C3ABE}" type="parTrans" cxnId="{BFF921BC-6F76-4C1B-9BCD-CA2C61388C4E}">
      <dgm:prSet/>
      <dgm:spPr/>
      <dgm:t>
        <a:bodyPr/>
        <a:lstStyle/>
        <a:p>
          <a:endParaRPr lang="en-US"/>
        </a:p>
      </dgm:t>
    </dgm:pt>
    <dgm:pt modelId="{C2E36019-D8D6-4433-9C51-34AAA3F34B44}" type="sibTrans" cxnId="{BFF921BC-6F76-4C1B-9BCD-CA2C61388C4E}">
      <dgm:prSet/>
      <dgm:spPr/>
      <dgm:t>
        <a:bodyPr/>
        <a:lstStyle/>
        <a:p>
          <a:endParaRPr lang="en-US"/>
        </a:p>
      </dgm:t>
    </dgm:pt>
    <dgm:pt modelId="{611A6687-A8DB-4CDE-A296-31C7460877B6}">
      <dgm:prSet/>
      <dgm:spPr/>
      <dgm:t>
        <a:bodyPr/>
        <a:lstStyle/>
        <a:p>
          <a:r>
            <a:rPr lang="en-US" dirty="0"/>
            <a:t>Waste water treatment plant in Tubli area gives rise to bad odor to neighborhoods</a:t>
          </a:r>
        </a:p>
      </dgm:t>
    </dgm:pt>
    <dgm:pt modelId="{9D861937-29FC-4F0F-BBB4-9D32B58E415C}" type="parTrans" cxnId="{D805B6DF-517A-465C-9EA8-4FC7688D84A8}">
      <dgm:prSet/>
      <dgm:spPr/>
      <dgm:t>
        <a:bodyPr/>
        <a:lstStyle/>
        <a:p>
          <a:endParaRPr lang="en-US"/>
        </a:p>
      </dgm:t>
    </dgm:pt>
    <dgm:pt modelId="{E2662A9F-9019-4500-A0D0-BD099EFD1BC1}" type="sibTrans" cxnId="{D805B6DF-517A-465C-9EA8-4FC7688D84A8}">
      <dgm:prSet/>
      <dgm:spPr/>
      <dgm:t>
        <a:bodyPr/>
        <a:lstStyle/>
        <a:p>
          <a:endParaRPr lang="en-US"/>
        </a:p>
      </dgm:t>
    </dgm:pt>
    <dgm:pt modelId="{79C4231F-CF4C-4826-B090-EE6CB006ED82}" type="pres">
      <dgm:prSet presAssocID="{0FB13747-A570-4798-A39C-DC88892F11AF}" presName="diagram" presStyleCnt="0">
        <dgm:presLayoutVars>
          <dgm:dir/>
          <dgm:resizeHandles val="exact"/>
        </dgm:presLayoutVars>
      </dgm:prSet>
      <dgm:spPr/>
    </dgm:pt>
    <dgm:pt modelId="{6DCCFC57-65F6-4304-85DC-962D69E4088E}" type="pres">
      <dgm:prSet presAssocID="{FFC3F600-D15A-43FF-9E14-ACDEBD2CB086}" presName="node" presStyleLbl="node1" presStyleIdx="0" presStyleCnt="5">
        <dgm:presLayoutVars>
          <dgm:bulletEnabled val="1"/>
        </dgm:presLayoutVars>
      </dgm:prSet>
      <dgm:spPr/>
    </dgm:pt>
    <dgm:pt modelId="{5FD14F92-B150-4AB2-8BC3-18A747BEBD67}" type="pres">
      <dgm:prSet presAssocID="{6541FC37-BC49-4C2A-80B4-1611339A83A4}" presName="sibTrans" presStyleCnt="0"/>
      <dgm:spPr/>
    </dgm:pt>
    <dgm:pt modelId="{0380E8B7-3EDD-46CB-907D-D899B4F6D3FF}" type="pres">
      <dgm:prSet presAssocID="{F0F95C15-1856-454A-B7CE-E4E596C2FF75}" presName="node" presStyleLbl="node1" presStyleIdx="1" presStyleCnt="5">
        <dgm:presLayoutVars>
          <dgm:bulletEnabled val="1"/>
        </dgm:presLayoutVars>
      </dgm:prSet>
      <dgm:spPr/>
    </dgm:pt>
    <dgm:pt modelId="{CAA12703-ECEF-4778-BEE2-BE2860548870}" type="pres">
      <dgm:prSet presAssocID="{D6AC3A9E-9803-4CC1-847C-4FC20C84400E}" presName="sibTrans" presStyleCnt="0"/>
      <dgm:spPr/>
    </dgm:pt>
    <dgm:pt modelId="{0DF92A2C-C12E-4799-A965-E103FAC65C6B}" type="pres">
      <dgm:prSet presAssocID="{CD1C9BF9-B80F-44A5-84C1-1FEC9D045777}" presName="node" presStyleLbl="node1" presStyleIdx="2" presStyleCnt="5">
        <dgm:presLayoutVars>
          <dgm:bulletEnabled val="1"/>
        </dgm:presLayoutVars>
      </dgm:prSet>
      <dgm:spPr/>
    </dgm:pt>
    <dgm:pt modelId="{86FF3A6C-3F5F-40FC-A331-6BE58F48C532}" type="pres">
      <dgm:prSet presAssocID="{F1FBE1DF-8A7F-4E34-A5F2-A93C6FECDD64}" presName="sibTrans" presStyleCnt="0"/>
      <dgm:spPr/>
    </dgm:pt>
    <dgm:pt modelId="{E80DB24D-023A-4A12-8446-D3C3E970B5FB}" type="pres">
      <dgm:prSet presAssocID="{38D1B51C-0254-40B9-B1AE-E791E7BDA759}" presName="node" presStyleLbl="node1" presStyleIdx="3" presStyleCnt="5">
        <dgm:presLayoutVars>
          <dgm:bulletEnabled val="1"/>
        </dgm:presLayoutVars>
      </dgm:prSet>
      <dgm:spPr/>
    </dgm:pt>
    <dgm:pt modelId="{42C71215-D468-4861-B432-8D4831D0AE19}" type="pres">
      <dgm:prSet presAssocID="{C2E36019-D8D6-4433-9C51-34AAA3F34B44}" presName="sibTrans" presStyleCnt="0"/>
      <dgm:spPr/>
    </dgm:pt>
    <dgm:pt modelId="{E4E97E8E-86C6-4790-A468-2C75593D7F33}" type="pres">
      <dgm:prSet presAssocID="{611A6687-A8DB-4CDE-A296-31C7460877B6}" presName="node" presStyleLbl="node1" presStyleIdx="4" presStyleCnt="5">
        <dgm:presLayoutVars>
          <dgm:bulletEnabled val="1"/>
        </dgm:presLayoutVars>
      </dgm:prSet>
      <dgm:spPr/>
    </dgm:pt>
  </dgm:ptLst>
  <dgm:cxnLst>
    <dgm:cxn modelId="{EDC38816-94B4-4E07-91EE-ED47DEE8FBD3}" srcId="{0FB13747-A570-4798-A39C-DC88892F11AF}" destId="{FFC3F600-D15A-43FF-9E14-ACDEBD2CB086}" srcOrd="0" destOrd="0" parTransId="{75D01A92-3DDC-4BFC-B421-4EF2BCEFF604}" sibTransId="{6541FC37-BC49-4C2A-80B4-1611339A83A4}"/>
    <dgm:cxn modelId="{77B9573E-EA22-4FFF-BF4E-7C916E74F914}" srcId="{0FB13747-A570-4798-A39C-DC88892F11AF}" destId="{F0F95C15-1856-454A-B7CE-E4E596C2FF75}" srcOrd="1" destOrd="0" parTransId="{1A4EEF74-CBF3-4C99-BBF1-A5E6253B67B3}" sibTransId="{D6AC3A9E-9803-4CC1-847C-4FC20C84400E}"/>
    <dgm:cxn modelId="{B5FDBE61-0029-4492-8A0A-399E89D231DF}" type="presOf" srcId="{FFC3F600-D15A-43FF-9E14-ACDEBD2CB086}" destId="{6DCCFC57-65F6-4304-85DC-962D69E4088E}" srcOrd="0" destOrd="0" presId="urn:microsoft.com/office/officeart/2005/8/layout/default"/>
    <dgm:cxn modelId="{2C03068A-412B-4E5E-9739-306691032A06}" type="presOf" srcId="{38D1B51C-0254-40B9-B1AE-E791E7BDA759}" destId="{E80DB24D-023A-4A12-8446-D3C3E970B5FB}" srcOrd="0" destOrd="0" presId="urn:microsoft.com/office/officeart/2005/8/layout/default"/>
    <dgm:cxn modelId="{F24690A8-07B4-4B34-9C54-5A7B95482790}" type="presOf" srcId="{F0F95C15-1856-454A-B7CE-E4E596C2FF75}" destId="{0380E8B7-3EDD-46CB-907D-D899B4F6D3FF}" srcOrd="0" destOrd="0" presId="urn:microsoft.com/office/officeart/2005/8/layout/default"/>
    <dgm:cxn modelId="{BFF921BC-6F76-4C1B-9BCD-CA2C61388C4E}" srcId="{0FB13747-A570-4798-A39C-DC88892F11AF}" destId="{38D1B51C-0254-40B9-B1AE-E791E7BDA759}" srcOrd="3" destOrd="0" parTransId="{34EE75C4-C1A1-430F-A421-305D820C3ABE}" sibTransId="{C2E36019-D8D6-4433-9C51-34AAA3F34B44}"/>
    <dgm:cxn modelId="{E91D6ED9-E35B-4EE3-A584-6D86CE5E0811}" srcId="{0FB13747-A570-4798-A39C-DC88892F11AF}" destId="{CD1C9BF9-B80F-44A5-84C1-1FEC9D045777}" srcOrd="2" destOrd="0" parTransId="{E3CDB255-1DBE-4551-8293-CF8B039A8501}" sibTransId="{F1FBE1DF-8A7F-4E34-A5F2-A93C6FECDD64}"/>
    <dgm:cxn modelId="{16F0B0DC-BC45-47B5-9998-4D2DDA4DCCA5}" type="presOf" srcId="{0FB13747-A570-4798-A39C-DC88892F11AF}" destId="{79C4231F-CF4C-4826-B090-EE6CB006ED82}" srcOrd="0" destOrd="0" presId="urn:microsoft.com/office/officeart/2005/8/layout/default"/>
    <dgm:cxn modelId="{D805B6DF-517A-465C-9EA8-4FC7688D84A8}" srcId="{0FB13747-A570-4798-A39C-DC88892F11AF}" destId="{611A6687-A8DB-4CDE-A296-31C7460877B6}" srcOrd="4" destOrd="0" parTransId="{9D861937-29FC-4F0F-BBB4-9D32B58E415C}" sibTransId="{E2662A9F-9019-4500-A0D0-BD099EFD1BC1}"/>
    <dgm:cxn modelId="{9F641EFD-F5CD-4048-914D-49B89743F7D3}" type="presOf" srcId="{611A6687-A8DB-4CDE-A296-31C7460877B6}" destId="{E4E97E8E-86C6-4790-A468-2C75593D7F33}" srcOrd="0" destOrd="0" presId="urn:microsoft.com/office/officeart/2005/8/layout/default"/>
    <dgm:cxn modelId="{84B609FF-64E4-4BF0-BA3E-18D0F911E0C7}" type="presOf" srcId="{CD1C9BF9-B80F-44A5-84C1-1FEC9D045777}" destId="{0DF92A2C-C12E-4799-A965-E103FAC65C6B}" srcOrd="0" destOrd="0" presId="urn:microsoft.com/office/officeart/2005/8/layout/default"/>
    <dgm:cxn modelId="{1AA56F9C-B6E1-4B8F-B4B2-CB233162B024}" type="presParOf" srcId="{79C4231F-CF4C-4826-B090-EE6CB006ED82}" destId="{6DCCFC57-65F6-4304-85DC-962D69E4088E}" srcOrd="0" destOrd="0" presId="urn:microsoft.com/office/officeart/2005/8/layout/default"/>
    <dgm:cxn modelId="{4D6B83D6-12CF-459E-AA40-17ABD629D350}" type="presParOf" srcId="{79C4231F-CF4C-4826-B090-EE6CB006ED82}" destId="{5FD14F92-B150-4AB2-8BC3-18A747BEBD67}" srcOrd="1" destOrd="0" presId="urn:microsoft.com/office/officeart/2005/8/layout/default"/>
    <dgm:cxn modelId="{57EF8CB5-B550-4872-A163-45CF78C88D8E}" type="presParOf" srcId="{79C4231F-CF4C-4826-B090-EE6CB006ED82}" destId="{0380E8B7-3EDD-46CB-907D-D899B4F6D3FF}" srcOrd="2" destOrd="0" presId="urn:microsoft.com/office/officeart/2005/8/layout/default"/>
    <dgm:cxn modelId="{34318F49-9B74-4734-AEC1-FA05F422925B}" type="presParOf" srcId="{79C4231F-CF4C-4826-B090-EE6CB006ED82}" destId="{CAA12703-ECEF-4778-BEE2-BE2860548870}" srcOrd="3" destOrd="0" presId="urn:microsoft.com/office/officeart/2005/8/layout/default"/>
    <dgm:cxn modelId="{F2CC4271-1EAA-4C07-9240-1A98EDD152C2}" type="presParOf" srcId="{79C4231F-CF4C-4826-B090-EE6CB006ED82}" destId="{0DF92A2C-C12E-4799-A965-E103FAC65C6B}" srcOrd="4" destOrd="0" presId="urn:microsoft.com/office/officeart/2005/8/layout/default"/>
    <dgm:cxn modelId="{85988FC7-34EF-4A9B-A8BC-6DCEA5D2F532}" type="presParOf" srcId="{79C4231F-CF4C-4826-B090-EE6CB006ED82}" destId="{86FF3A6C-3F5F-40FC-A331-6BE58F48C532}" srcOrd="5" destOrd="0" presId="urn:microsoft.com/office/officeart/2005/8/layout/default"/>
    <dgm:cxn modelId="{8A56CCA6-46D6-4332-8C23-CB7B8659082B}" type="presParOf" srcId="{79C4231F-CF4C-4826-B090-EE6CB006ED82}" destId="{E80DB24D-023A-4A12-8446-D3C3E970B5FB}" srcOrd="6" destOrd="0" presId="urn:microsoft.com/office/officeart/2005/8/layout/default"/>
    <dgm:cxn modelId="{C3A8C154-A5B1-4F69-B11B-840C910BCDE2}" type="presParOf" srcId="{79C4231F-CF4C-4826-B090-EE6CB006ED82}" destId="{42C71215-D468-4861-B432-8D4831D0AE19}" srcOrd="7" destOrd="0" presId="urn:microsoft.com/office/officeart/2005/8/layout/default"/>
    <dgm:cxn modelId="{E01CB812-FF36-445E-996C-900880479180}" type="presParOf" srcId="{79C4231F-CF4C-4826-B090-EE6CB006ED82}" destId="{E4E97E8E-86C6-4790-A468-2C75593D7F3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F1284-2EF4-4E91-8040-D17CFCD1AD70}">
      <dsp:nvSpPr>
        <dsp:cNvPr id="0" name=""/>
        <dsp:cNvSpPr/>
      </dsp:nvSpPr>
      <dsp:spPr>
        <a:xfrm>
          <a:off x="718664"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62F077-C591-475F-B236-63575B81E711}">
      <dsp:nvSpPr>
        <dsp:cNvPr id="0" name=""/>
        <dsp:cNvSpPr/>
      </dsp:nvSpPr>
      <dsp:spPr>
        <a:xfrm>
          <a:off x="1135476"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7C9022-F85C-4812-9467-D75E33C9A58A}">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defRPr cap="all"/>
          </a:pPr>
          <a:r>
            <a:rPr lang="en-US" sz="3800" kern="1200" dirty="0"/>
            <a:t>Status/ people </a:t>
          </a:r>
        </a:p>
      </dsp:txBody>
      <dsp:txXfrm>
        <a:off x="93445" y="3018902"/>
        <a:ext cx="3206250" cy="720000"/>
      </dsp:txXfrm>
    </dsp:sp>
    <dsp:sp modelId="{9A8758F1-2B3D-46F4-ACA6-01B98631CFFD}">
      <dsp:nvSpPr>
        <dsp:cNvPr id="0" name=""/>
        <dsp:cNvSpPr/>
      </dsp:nvSpPr>
      <dsp:spPr>
        <a:xfrm>
          <a:off x="4486008"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93E35C-A8B7-4A57-B629-709016AF1F59}">
      <dsp:nvSpPr>
        <dsp:cNvPr id="0" name=""/>
        <dsp:cNvSpPr/>
      </dsp:nvSpPr>
      <dsp:spPr>
        <a:xfrm>
          <a:off x="4902820"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C2EC81-B55A-433E-A5C0-26D605F69179}">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defRPr cap="all"/>
          </a:pPr>
          <a:r>
            <a:rPr lang="en-US" sz="3800" kern="1200" dirty="0"/>
            <a:t>Structure</a:t>
          </a:r>
        </a:p>
      </dsp:txBody>
      <dsp:txXfrm>
        <a:off x="3860789" y="3018902"/>
        <a:ext cx="3206250" cy="720000"/>
      </dsp:txXfrm>
    </dsp:sp>
    <dsp:sp modelId="{56A47AFC-A3FB-4510-B43F-4589A8D89298}">
      <dsp:nvSpPr>
        <dsp:cNvPr id="0" name=""/>
        <dsp:cNvSpPr/>
      </dsp:nvSpPr>
      <dsp:spPr>
        <a:xfrm>
          <a:off x="8253352"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A5B08-6F78-47A0-AA25-4BB7A7DD2C67}">
      <dsp:nvSpPr>
        <dsp:cNvPr id="0" name=""/>
        <dsp:cNvSpPr/>
      </dsp:nvSpPr>
      <dsp:spPr>
        <a:xfrm>
          <a:off x="8670164"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4DEDD2-0937-4284-BD9E-2E5C3E8CE9B7}">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defRPr cap="all"/>
          </a:pPr>
          <a:r>
            <a:rPr lang="en-US" sz="3800" kern="1200" dirty="0"/>
            <a:t>Process</a:t>
          </a:r>
        </a:p>
      </dsp:txBody>
      <dsp:txXfrm>
        <a:off x="7628133" y="3018902"/>
        <a:ext cx="3206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FBE76F-980B-4F54-968E-F4493801AE2F}">
      <dsp:nvSpPr>
        <dsp:cNvPr id="0" name=""/>
        <dsp:cNvSpPr/>
      </dsp:nvSpPr>
      <dsp:spPr>
        <a:xfrm>
          <a:off x="616297" y="1569"/>
          <a:ext cx="1027230" cy="102723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C84014-ACF8-41FF-BF69-23CD48E7B7B5}">
      <dsp:nvSpPr>
        <dsp:cNvPr id="0" name=""/>
        <dsp:cNvSpPr/>
      </dsp:nvSpPr>
      <dsp:spPr>
        <a:xfrm>
          <a:off x="835215" y="220487"/>
          <a:ext cx="589394" cy="5893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0749B6-D191-4BBF-9CB5-299A6DD8C8DE}">
      <dsp:nvSpPr>
        <dsp:cNvPr id="0" name=""/>
        <dsp:cNvSpPr/>
      </dsp:nvSpPr>
      <dsp:spPr>
        <a:xfrm>
          <a:off x="287920" y="1348757"/>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dirty="0"/>
            <a:t>Community boundaries</a:t>
          </a:r>
        </a:p>
      </dsp:txBody>
      <dsp:txXfrm>
        <a:off x="287920" y="1348757"/>
        <a:ext cx="1683984" cy="673593"/>
      </dsp:txXfrm>
    </dsp:sp>
    <dsp:sp modelId="{ED2E2F69-8C50-4803-9723-2A2C692B69E7}">
      <dsp:nvSpPr>
        <dsp:cNvPr id="0" name=""/>
        <dsp:cNvSpPr/>
      </dsp:nvSpPr>
      <dsp:spPr>
        <a:xfrm>
          <a:off x="2594979" y="1569"/>
          <a:ext cx="1027230" cy="102723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68D9D8-A5A8-436C-9D56-A6F99696FDE1}">
      <dsp:nvSpPr>
        <dsp:cNvPr id="0" name=""/>
        <dsp:cNvSpPr/>
      </dsp:nvSpPr>
      <dsp:spPr>
        <a:xfrm>
          <a:off x="2837072" y="197312"/>
          <a:ext cx="589394" cy="5893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D80D54-08AA-4A3C-A449-011E941756E0}">
      <dsp:nvSpPr>
        <dsp:cNvPr id="0" name=""/>
        <dsp:cNvSpPr/>
      </dsp:nvSpPr>
      <dsp:spPr>
        <a:xfrm>
          <a:off x="2266602" y="1348757"/>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dirty="0"/>
            <a:t>Location of health services</a:t>
          </a:r>
        </a:p>
      </dsp:txBody>
      <dsp:txXfrm>
        <a:off x="2266602" y="1348757"/>
        <a:ext cx="1683984" cy="673593"/>
      </dsp:txXfrm>
    </dsp:sp>
    <dsp:sp modelId="{DE41DA60-567A-46F9-9A95-A70EB2DF27C6}">
      <dsp:nvSpPr>
        <dsp:cNvPr id="0" name=""/>
        <dsp:cNvSpPr/>
      </dsp:nvSpPr>
      <dsp:spPr>
        <a:xfrm>
          <a:off x="4573661" y="1569"/>
          <a:ext cx="1027230" cy="102723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DE90F7-0440-4E56-8058-B7E7C33A7725}">
      <dsp:nvSpPr>
        <dsp:cNvPr id="0" name=""/>
        <dsp:cNvSpPr/>
      </dsp:nvSpPr>
      <dsp:spPr>
        <a:xfrm>
          <a:off x="4792579" y="220487"/>
          <a:ext cx="589394" cy="5893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104221-56CE-4684-9793-DE47DA0A65AE}">
      <dsp:nvSpPr>
        <dsp:cNvPr id="0" name=""/>
        <dsp:cNvSpPr/>
      </dsp:nvSpPr>
      <dsp:spPr>
        <a:xfrm>
          <a:off x="4245284" y="1348757"/>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dirty="0"/>
            <a:t>Geographic features</a:t>
          </a:r>
        </a:p>
      </dsp:txBody>
      <dsp:txXfrm>
        <a:off x="4245284" y="1348757"/>
        <a:ext cx="1683984" cy="673593"/>
      </dsp:txXfrm>
    </dsp:sp>
    <dsp:sp modelId="{6FCD857B-5085-4D6E-AA30-C17E08EAFE56}">
      <dsp:nvSpPr>
        <dsp:cNvPr id="0" name=""/>
        <dsp:cNvSpPr/>
      </dsp:nvSpPr>
      <dsp:spPr>
        <a:xfrm>
          <a:off x="6552342" y="1569"/>
          <a:ext cx="1027230" cy="102723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58E760-896C-40CE-9FFA-E09BDFCDF923}">
      <dsp:nvSpPr>
        <dsp:cNvPr id="0" name=""/>
        <dsp:cNvSpPr/>
      </dsp:nvSpPr>
      <dsp:spPr>
        <a:xfrm>
          <a:off x="6771260" y="220487"/>
          <a:ext cx="589394" cy="5893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996643-7A0D-47E1-9C4D-B402ED345FD5}">
      <dsp:nvSpPr>
        <dsp:cNvPr id="0" name=""/>
        <dsp:cNvSpPr/>
      </dsp:nvSpPr>
      <dsp:spPr>
        <a:xfrm>
          <a:off x="6223965" y="1348757"/>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dirty="0"/>
            <a:t>Climate</a:t>
          </a:r>
        </a:p>
      </dsp:txBody>
      <dsp:txXfrm>
        <a:off x="6223965" y="1348757"/>
        <a:ext cx="1683984" cy="673593"/>
      </dsp:txXfrm>
    </dsp:sp>
    <dsp:sp modelId="{4BE9598F-53C2-4EDB-A11F-0E71485D2015}">
      <dsp:nvSpPr>
        <dsp:cNvPr id="0" name=""/>
        <dsp:cNvSpPr/>
      </dsp:nvSpPr>
      <dsp:spPr>
        <a:xfrm>
          <a:off x="2594979" y="2443347"/>
          <a:ext cx="1027230" cy="102723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9AD7B5-1E9F-438E-B693-55AE0A5AC244}">
      <dsp:nvSpPr>
        <dsp:cNvPr id="0" name=""/>
        <dsp:cNvSpPr/>
      </dsp:nvSpPr>
      <dsp:spPr>
        <a:xfrm>
          <a:off x="2813897" y="2662265"/>
          <a:ext cx="589394" cy="5893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819723-DCE0-4A75-8773-8AD4C8FB857F}">
      <dsp:nvSpPr>
        <dsp:cNvPr id="0" name=""/>
        <dsp:cNvSpPr/>
      </dsp:nvSpPr>
      <dsp:spPr>
        <a:xfrm>
          <a:off x="2266602" y="3790534"/>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dirty="0"/>
            <a:t>Flora and fauna</a:t>
          </a:r>
        </a:p>
      </dsp:txBody>
      <dsp:txXfrm>
        <a:off x="2266602" y="3790534"/>
        <a:ext cx="1683984" cy="673593"/>
      </dsp:txXfrm>
    </dsp:sp>
    <dsp:sp modelId="{7294D8C4-303F-4EB4-911E-F506116A1314}">
      <dsp:nvSpPr>
        <dsp:cNvPr id="0" name=""/>
        <dsp:cNvSpPr/>
      </dsp:nvSpPr>
      <dsp:spPr>
        <a:xfrm>
          <a:off x="4573661" y="2443347"/>
          <a:ext cx="1027230" cy="102723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4562BD-F8FF-4AF9-9D63-96C76C4B60C3}">
      <dsp:nvSpPr>
        <dsp:cNvPr id="0" name=""/>
        <dsp:cNvSpPr/>
      </dsp:nvSpPr>
      <dsp:spPr>
        <a:xfrm>
          <a:off x="4792579" y="2662265"/>
          <a:ext cx="589394" cy="5893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D4D476-043B-420D-9354-D8A537004479}">
      <dsp:nvSpPr>
        <dsp:cNvPr id="0" name=""/>
        <dsp:cNvSpPr/>
      </dsp:nvSpPr>
      <dsp:spPr>
        <a:xfrm>
          <a:off x="4245284" y="3790534"/>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dirty="0"/>
            <a:t>Human-made environment.</a:t>
          </a:r>
        </a:p>
      </dsp:txBody>
      <dsp:txXfrm>
        <a:off x="4245284" y="3790534"/>
        <a:ext cx="1683984" cy="6735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CFC57-65F6-4304-85DC-962D69E4088E}">
      <dsp:nvSpPr>
        <dsp:cNvPr id="0" name=""/>
        <dsp:cNvSpPr/>
      </dsp:nvSpPr>
      <dsp:spPr>
        <a:xfrm>
          <a:off x="0" y="39687"/>
          <a:ext cx="3286125" cy="1971675"/>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Respiratory health problems are high in Ma’meer area due to the industrial location</a:t>
          </a:r>
          <a:endParaRPr lang="en-US" sz="2500" kern="1200" dirty="0"/>
        </a:p>
      </dsp:txBody>
      <dsp:txXfrm>
        <a:off x="0" y="39687"/>
        <a:ext cx="3286125" cy="1971675"/>
      </dsp:txXfrm>
    </dsp:sp>
    <dsp:sp modelId="{0380E8B7-3EDD-46CB-907D-D899B4F6D3FF}">
      <dsp:nvSpPr>
        <dsp:cNvPr id="0" name=""/>
        <dsp:cNvSpPr/>
      </dsp:nvSpPr>
      <dsp:spPr>
        <a:xfrm>
          <a:off x="3614737" y="39687"/>
          <a:ext cx="3286125" cy="1971675"/>
        </a:xfrm>
        <a:prstGeom prst="rect">
          <a:avLst/>
        </a:prstGeom>
        <a:gradFill rotWithShape="0">
          <a:gsLst>
            <a:gs pos="0">
              <a:schemeClr val="accent5">
                <a:hueOff val="-1689636"/>
                <a:satOff val="-4355"/>
                <a:lumOff val="-2941"/>
                <a:alphaOff val="0"/>
                <a:satMod val="103000"/>
                <a:lumMod val="102000"/>
                <a:tint val="94000"/>
              </a:schemeClr>
            </a:gs>
            <a:gs pos="50000">
              <a:schemeClr val="accent5">
                <a:hueOff val="-1689636"/>
                <a:satOff val="-4355"/>
                <a:lumOff val="-2941"/>
                <a:alphaOff val="0"/>
                <a:satMod val="110000"/>
                <a:lumMod val="100000"/>
                <a:shade val="100000"/>
              </a:schemeClr>
            </a:gs>
            <a:gs pos="100000">
              <a:schemeClr val="accent5">
                <a:hueOff val="-1689636"/>
                <a:satOff val="-4355"/>
                <a:lumOff val="-294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Smoking cessation clinic is only available in East Riffa health centre. </a:t>
          </a:r>
        </a:p>
      </dsp:txBody>
      <dsp:txXfrm>
        <a:off x="3614737" y="39687"/>
        <a:ext cx="3286125" cy="1971675"/>
      </dsp:txXfrm>
    </dsp:sp>
    <dsp:sp modelId="{0DF92A2C-C12E-4799-A965-E103FAC65C6B}">
      <dsp:nvSpPr>
        <dsp:cNvPr id="0" name=""/>
        <dsp:cNvSpPr/>
      </dsp:nvSpPr>
      <dsp:spPr>
        <a:xfrm>
          <a:off x="7229475" y="39687"/>
          <a:ext cx="3286125" cy="1971675"/>
        </a:xfrm>
        <a:prstGeom prst="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An outbreak of respiratory problems and influenza occurs during December-January months</a:t>
          </a:r>
        </a:p>
      </dsp:txBody>
      <dsp:txXfrm>
        <a:off x="7229475" y="39687"/>
        <a:ext cx="3286125" cy="1971675"/>
      </dsp:txXfrm>
    </dsp:sp>
    <dsp:sp modelId="{E80DB24D-023A-4A12-8446-D3C3E970B5FB}">
      <dsp:nvSpPr>
        <dsp:cNvPr id="0" name=""/>
        <dsp:cNvSpPr/>
      </dsp:nvSpPr>
      <dsp:spPr>
        <a:xfrm>
          <a:off x="1807368" y="2339975"/>
          <a:ext cx="3286125" cy="1971675"/>
        </a:xfrm>
        <a:prstGeom prst="rect">
          <a:avLst/>
        </a:prstGeom>
        <a:gradFill rotWithShape="0">
          <a:gsLst>
            <a:gs pos="0">
              <a:schemeClr val="accent5">
                <a:hueOff val="-5068907"/>
                <a:satOff val="-13064"/>
                <a:lumOff val="-8824"/>
                <a:alphaOff val="0"/>
                <a:satMod val="103000"/>
                <a:lumMod val="102000"/>
                <a:tint val="94000"/>
              </a:schemeClr>
            </a:gs>
            <a:gs pos="50000">
              <a:schemeClr val="accent5">
                <a:hueOff val="-5068907"/>
                <a:satOff val="-13064"/>
                <a:lumOff val="-8824"/>
                <a:alphaOff val="0"/>
                <a:satMod val="110000"/>
                <a:lumMod val="100000"/>
                <a:shade val="100000"/>
              </a:schemeClr>
            </a:gs>
            <a:gs pos="100000">
              <a:schemeClr val="accent5">
                <a:hueOff val="-5068907"/>
                <a:satOff val="-13064"/>
                <a:lumOff val="-882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Al-Jasra, </a:t>
          </a:r>
          <a:r>
            <a:rPr lang="en-US" sz="2500" kern="1200" dirty="0" err="1"/>
            <a:t>Budaiya</a:t>
          </a:r>
          <a:r>
            <a:rPr lang="en-US" sz="2500" kern="1200" dirty="0"/>
            <a:t> regions has a lot of plants and vegetations</a:t>
          </a:r>
        </a:p>
      </dsp:txBody>
      <dsp:txXfrm>
        <a:off x="1807368" y="2339975"/>
        <a:ext cx="3286125" cy="1971675"/>
      </dsp:txXfrm>
    </dsp:sp>
    <dsp:sp modelId="{E4E97E8E-86C6-4790-A468-2C75593D7F33}">
      <dsp:nvSpPr>
        <dsp:cNvPr id="0" name=""/>
        <dsp:cNvSpPr/>
      </dsp:nvSpPr>
      <dsp:spPr>
        <a:xfrm>
          <a:off x="5422106" y="2339975"/>
          <a:ext cx="3286125" cy="1971675"/>
        </a:xfrm>
        <a:prstGeom prst="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Waste water treatment plant in Tubli area gives rise to bad odor to neighborhoods</a:t>
          </a:r>
        </a:p>
      </dsp:txBody>
      <dsp:txXfrm>
        <a:off x="5422106"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054E64-B00E-41F6-B6F4-7C8BDA82A1E1}"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8D657F-3D42-4F34-BB98-C327441B0C6F}" type="slidenum">
              <a:rPr lang="en-US" smtClean="0"/>
              <a:t>‹#›</a:t>
            </a:fld>
            <a:endParaRPr lang="en-US"/>
          </a:p>
        </p:txBody>
      </p:sp>
    </p:spTree>
    <p:extLst>
      <p:ext uri="{BB962C8B-B14F-4D97-AF65-F5344CB8AC3E}">
        <p14:creationId xmlns:p14="http://schemas.microsoft.com/office/powerpoint/2010/main" val="1858288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a:t>
            </a:fld>
            <a:endParaRPr lang="en-US"/>
          </a:p>
        </p:txBody>
      </p:sp>
    </p:spTree>
    <p:extLst>
      <p:ext uri="{BB962C8B-B14F-4D97-AF65-F5344CB8AC3E}">
        <p14:creationId xmlns:p14="http://schemas.microsoft.com/office/powerpoint/2010/main" val="319474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3</a:t>
            </a:fld>
            <a:endParaRPr lang="en-US"/>
          </a:p>
        </p:txBody>
      </p:sp>
    </p:spTree>
    <p:extLst>
      <p:ext uri="{BB962C8B-B14F-4D97-AF65-F5344CB8AC3E}">
        <p14:creationId xmlns:p14="http://schemas.microsoft.com/office/powerpoint/2010/main" val="1214588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4</a:t>
            </a:fld>
            <a:endParaRPr lang="en-US"/>
          </a:p>
        </p:txBody>
      </p:sp>
    </p:spTree>
    <p:extLst>
      <p:ext uri="{BB962C8B-B14F-4D97-AF65-F5344CB8AC3E}">
        <p14:creationId xmlns:p14="http://schemas.microsoft.com/office/powerpoint/2010/main" val="2010885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5</a:t>
            </a:fld>
            <a:endParaRPr lang="en-US"/>
          </a:p>
        </p:txBody>
      </p:sp>
    </p:spTree>
    <p:extLst>
      <p:ext uri="{BB962C8B-B14F-4D97-AF65-F5344CB8AC3E}">
        <p14:creationId xmlns:p14="http://schemas.microsoft.com/office/powerpoint/2010/main" val="1078501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i="0" u="none" strike="noStrike" dirty="0">
              <a:solidFill>
                <a:srgbClr val="4AC5A7"/>
              </a:solidFill>
              <a:effectLst/>
              <a:latin typeface="Palatino Linotype" panose="02040502050505030304" pitchFamily="18" charset="0"/>
            </a:endParaRPr>
          </a:p>
        </p:txBody>
      </p:sp>
      <p:sp>
        <p:nvSpPr>
          <p:cNvPr id="4" name="Slide Number Placeholder 3"/>
          <p:cNvSpPr>
            <a:spLocks noGrp="1"/>
          </p:cNvSpPr>
          <p:nvPr>
            <p:ph type="sldNum" sz="quarter" idx="5"/>
          </p:nvPr>
        </p:nvSpPr>
        <p:spPr/>
        <p:txBody>
          <a:bodyPr/>
          <a:lstStyle/>
          <a:p>
            <a:fld id="{408D657F-3D42-4F34-BB98-C327441B0C6F}" type="slidenum">
              <a:rPr lang="en-US" smtClean="0"/>
              <a:t>6</a:t>
            </a:fld>
            <a:endParaRPr lang="en-US"/>
          </a:p>
        </p:txBody>
      </p:sp>
    </p:spTree>
    <p:extLst>
      <p:ext uri="{BB962C8B-B14F-4D97-AF65-F5344CB8AC3E}">
        <p14:creationId xmlns:p14="http://schemas.microsoft.com/office/powerpoint/2010/main" val="881511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7</a:t>
            </a:fld>
            <a:endParaRPr lang="en-US"/>
          </a:p>
        </p:txBody>
      </p:sp>
    </p:spTree>
    <p:extLst>
      <p:ext uri="{BB962C8B-B14F-4D97-AF65-F5344CB8AC3E}">
        <p14:creationId xmlns:p14="http://schemas.microsoft.com/office/powerpoint/2010/main" val="4278503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8</a:t>
            </a:fld>
            <a:endParaRPr lang="en-US"/>
          </a:p>
        </p:txBody>
      </p:sp>
    </p:spTree>
    <p:extLst>
      <p:ext uri="{BB962C8B-B14F-4D97-AF65-F5344CB8AC3E}">
        <p14:creationId xmlns:p14="http://schemas.microsoft.com/office/powerpoint/2010/main" val="1510884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9</a:t>
            </a:fld>
            <a:endParaRPr lang="en-US"/>
          </a:p>
        </p:txBody>
      </p:sp>
    </p:spTree>
    <p:extLst>
      <p:ext uri="{BB962C8B-B14F-4D97-AF65-F5344CB8AC3E}">
        <p14:creationId xmlns:p14="http://schemas.microsoft.com/office/powerpoint/2010/main" val="1955148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4F717-27B8-45F8-3894-D6BEA5DAA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BD432-480A-936B-27AA-327F70CAD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FC06B-87C9-8485-98EF-79DA44443C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C9BC0A-355E-9A32-9F0D-BD46696471BD}"/>
              </a:ext>
            </a:extLst>
          </p:cNvPr>
          <p:cNvSpPr>
            <a:spLocks noGrp="1"/>
          </p:cNvSpPr>
          <p:nvPr>
            <p:ph type="sldNum" sz="quarter" idx="5"/>
          </p:nvPr>
        </p:nvSpPr>
        <p:spPr/>
        <p:txBody>
          <a:bodyPr/>
          <a:lstStyle/>
          <a:p>
            <a:fld id="{408D657F-3D42-4F34-BB98-C327441B0C6F}" type="slidenum">
              <a:rPr lang="en-US" smtClean="0"/>
              <a:t>10</a:t>
            </a:fld>
            <a:endParaRPr lang="en-US"/>
          </a:p>
        </p:txBody>
      </p:sp>
    </p:spTree>
    <p:extLst>
      <p:ext uri="{BB962C8B-B14F-4D97-AF65-F5344CB8AC3E}">
        <p14:creationId xmlns:p14="http://schemas.microsoft.com/office/powerpoint/2010/main" val="1288201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11</a:t>
            </a:fld>
            <a:endParaRPr lang="en-US"/>
          </a:p>
        </p:txBody>
      </p:sp>
    </p:spTree>
    <p:extLst>
      <p:ext uri="{BB962C8B-B14F-4D97-AF65-F5344CB8AC3E}">
        <p14:creationId xmlns:p14="http://schemas.microsoft.com/office/powerpoint/2010/main" val="3417355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13</a:t>
            </a:fld>
            <a:endParaRPr lang="en-US"/>
          </a:p>
        </p:txBody>
      </p:sp>
    </p:spTree>
    <p:extLst>
      <p:ext uri="{BB962C8B-B14F-4D97-AF65-F5344CB8AC3E}">
        <p14:creationId xmlns:p14="http://schemas.microsoft.com/office/powerpoint/2010/main" val="2689853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14</a:t>
            </a:fld>
            <a:endParaRPr lang="en-US"/>
          </a:p>
        </p:txBody>
      </p:sp>
    </p:spTree>
    <p:extLst>
      <p:ext uri="{BB962C8B-B14F-4D97-AF65-F5344CB8AC3E}">
        <p14:creationId xmlns:p14="http://schemas.microsoft.com/office/powerpoint/2010/main" val="2776185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Geographic features</a:t>
            </a:r>
          </a:p>
          <a:p>
            <a:r>
              <a:rPr lang="en-US" dirty="0"/>
              <a:t>Location of health service</a:t>
            </a:r>
          </a:p>
          <a:p>
            <a:r>
              <a:rPr lang="en-US" dirty="0"/>
              <a:t>Climate</a:t>
            </a:r>
          </a:p>
          <a:p>
            <a:r>
              <a:rPr lang="en-US" dirty="0"/>
              <a:t>Flora and fauna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 made environment</a:t>
            </a:r>
          </a:p>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15</a:t>
            </a:fld>
            <a:endParaRPr lang="en-US"/>
          </a:p>
        </p:txBody>
      </p:sp>
    </p:spTree>
    <p:extLst>
      <p:ext uri="{BB962C8B-B14F-4D97-AF65-F5344CB8AC3E}">
        <p14:creationId xmlns:p14="http://schemas.microsoft.com/office/powerpoint/2010/main" val="202566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85EE9-93A2-FB6F-99C5-8283F72B4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35320-D427-E85A-BAB8-7BD312E06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5F12F-B824-C7EE-2EC4-3B17CF0424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07B102-9800-B5D0-6C91-02B98F9F7261}"/>
              </a:ext>
            </a:extLst>
          </p:cNvPr>
          <p:cNvSpPr>
            <a:spLocks noGrp="1"/>
          </p:cNvSpPr>
          <p:nvPr>
            <p:ph type="sldNum" sz="quarter" idx="5"/>
          </p:nvPr>
        </p:nvSpPr>
        <p:spPr/>
        <p:txBody>
          <a:bodyPr/>
          <a:lstStyle/>
          <a:p>
            <a:fld id="{408D657F-3D42-4F34-BB98-C327441B0C6F}" type="slidenum">
              <a:rPr lang="en-US" smtClean="0"/>
              <a:t>16</a:t>
            </a:fld>
            <a:endParaRPr lang="en-US"/>
          </a:p>
        </p:txBody>
      </p:sp>
    </p:spTree>
    <p:extLst>
      <p:ext uri="{BB962C8B-B14F-4D97-AF65-F5344CB8AC3E}">
        <p14:creationId xmlns:p14="http://schemas.microsoft.com/office/powerpoint/2010/main" val="2526852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17</a:t>
            </a:fld>
            <a:endParaRPr lang="en-US"/>
          </a:p>
        </p:txBody>
      </p:sp>
    </p:spTree>
    <p:extLst>
      <p:ext uri="{BB962C8B-B14F-4D97-AF65-F5344CB8AC3E}">
        <p14:creationId xmlns:p14="http://schemas.microsoft.com/office/powerpoint/2010/main" val="1746669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18</a:t>
            </a:fld>
            <a:endParaRPr lang="en-US"/>
          </a:p>
        </p:txBody>
      </p:sp>
    </p:spTree>
    <p:extLst>
      <p:ext uri="{BB962C8B-B14F-4D97-AF65-F5344CB8AC3E}">
        <p14:creationId xmlns:p14="http://schemas.microsoft.com/office/powerpoint/2010/main" val="4002866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Font typeface="Arial" panose="020B0604020202020204" pitchFamily="34" charset="0"/>
              <a:buNone/>
            </a:pPr>
            <a:endParaRPr lang="ar-BH" dirty="0"/>
          </a:p>
        </p:txBody>
      </p:sp>
      <p:sp>
        <p:nvSpPr>
          <p:cNvPr id="4" name="Slide Number Placeholder 3"/>
          <p:cNvSpPr>
            <a:spLocks noGrp="1"/>
          </p:cNvSpPr>
          <p:nvPr>
            <p:ph type="sldNum" sz="quarter" idx="5"/>
          </p:nvPr>
        </p:nvSpPr>
        <p:spPr/>
        <p:txBody>
          <a:bodyPr/>
          <a:lstStyle/>
          <a:p>
            <a:fld id="{408D657F-3D42-4F34-BB98-C327441B0C6F}" type="slidenum">
              <a:rPr lang="en-US" smtClean="0"/>
              <a:t>19</a:t>
            </a:fld>
            <a:endParaRPr lang="en-US"/>
          </a:p>
        </p:txBody>
      </p:sp>
    </p:spTree>
    <p:extLst>
      <p:ext uri="{BB962C8B-B14F-4D97-AF65-F5344CB8AC3E}">
        <p14:creationId xmlns:p14="http://schemas.microsoft.com/office/powerpoint/2010/main" val="3049749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20</a:t>
            </a:fld>
            <a:endParaRPr lang="en-US"/>
          </a:p>
        </p:txBody>
      </p:sp>
    </p:spTree>
    <p:extLst>
      <p:ext uri="{BB962C8B-B14F-4D97-AF65-F5344CB8AC3E}">
        <p14:creationId xmlns:p14="http://schemas.microsoft.com/office/powerpoint/2010/main" val="603232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21</a:t>
            </a:fld>
            <a:endParaRPr lang="en-US"/>
          </a:p>
        </p:txBody>
      </p:sp>
    </p:spTree>
    <p:extLst>
      <p:ext uri="{BB962C8B-B14F-4D97-AF65-F5344CB8AC3E}">
        <p14:creationId xmlns:p14="http://schemas.microsoft.com/office/powerpoint/2010/main" val="1110686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22</a:t>
            </a:fld>
            <a:endParaRPr lang="en-US"/>
          </a:p>
        </p:txBody>
      </p:sp>
    </p:spTree>
    <p:extLst>
      <p:ext uri="{BB962C8B-B14F-4D97-AF65-F5344CB8AC3E}">
        <p14:creationId xmlns:p14="http://schemas.microsoft.com/office/powerpoint/2010/main" val="2797715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23</a:t>
            </a:fld>
            <a:endParaRPr lang="en-US"/>
          </a:p>
        </p:txBody>
      </p:sp>
    </p:spTree>
    <p:extLst>
      <p:ext uri="{BB962C8B-B14F-4D97-AF65-F5344CB8AC3E}">
        <p14:creationId xmlns:p14="http://schemas.microsoft.com/office/powerpoint/2010/main" val="3675868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24</a:t>
            </a:fld>
            <a:endParaRPr lang="en-US"/>
          </a:p>
        </p:txBody>
      </p:sp>
    </p:spTree>
    <p:extLst>
      <p:ext uri="{BB962C8B-B14F-4D97-AF65-F5344CB8AC3E}">
        <p14:creationId xmlns:p14="http://schemas.microsoft.com/office/powerpoint/2010/main" val="33152398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1301E-F767-24E4-86BC-60D16795F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50E78-F67E-1B00-C985-BAE034328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011F1-49DC-7525-1D14-64879C71A9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70A648-88EF-C790-B77A-A214BD086B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8D657F-3D42-4F34-BB98-C327441B0C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0291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26</a:t>
            </a:fld>
            <a:endParaRPr lang="en-US"/>
          </a:p>
        </p:txBody>
      </p:sp>
    </p:spTree>
    <p:extLst>
      <p:ext uri="{BB962C8B-B14F-4D97-AF65-F5344CB8AC3E}">
        <p14:creationId xmlns:p14="http://schemas.microsoft.com/office/powerpoint/2010/main" val="18995383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27</a:t>
            </a:fld>
            <a:endParaRPr lang="en-US"/>
          </a:p>
        </p:txBody>
      </p:sp>
    </p:spTree>
    <p:extLst>
      <p:ext uri="{BB962C8B-B14F-4D97-AF65-F5344CB8AC3E}">
        <p14:creationId xmlns:p14="http://schemas.microsoft.com/office/powerpoint/2010/main" val="23653075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28</a:t>
            </a:fld>
            <a:endParaRPr lang="en-US"/>
          </a:p>
        </p:txBody>
      </p:sp>
    </p:spTree>
    <p:extLst>
      <p:ext uri="{BB962C8B-B14F-4D97-AF65-F5344CB8AC3E}">
        <p14:creationId xmlns:p14="http://schemas.microsoft.com/office/powerpoint/2010/main" val="604042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29</a:t>
            </a:fld>
            <a:endParaRPr lang="en-US"/>
          </a:p>
        </p:txBody>
      </p:sp>
    </p:spTree>
    <p:extLst>
      <p:ext uri="{BB962C8B-B14F-4D97-AF65-F5344CB8AC3E}">
        <p14:creationId xmlns:p14="http://schemas.microsoft.com/office/powerpoint/2010/main" val="23333917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30</a:t>
            </a:fld>
            <a:endParaRPr lang="en-US"/>
          </a:p>
        </p:txBody>
      </p:sp>
    </p:spTree>
    <p:extLst>
      <p:ext uri="{BB962C8B-B14F-4D97-AF65-F5344CB8AC3E}">
        <p14:creationId xmlns:p14="http://schemas.microsoft.com/office/powerpoint/2010/main" val="21343294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31</a:t>
            </a:fld>
            <a:endParaRPr lang="en-US"/>
          </a:p>
        </p:txBody>
      </p:sp>
    </p:spTree>
    <p:extLst>
      <p:ext uri="{BB962C8B-B14F-4D97-AF65-F5344CB8AC3E}">
        <p14:creationId xmlns:p14="http://schemas.microsoft.com/office/powerpoint/2010/main" val="3536302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32</a:t>
            </a:fld>
            <a:endParaRPr lang="en-US"/>
          </a:p>
        </p:txBody>
      </p:sp>
    </p:spTree>
    <p:extLst>
      <p:ext uri="{BB962C8B-B14F-4D97-AF65-F5344CB8AC3E}">
        <p14:creationId xmlns:p14="http://schemas.microsoft.com/office/powerpoint/2010/main" val="17666655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33</a:t>
            </a:fld>
            <a:endParaRPr lang="en-US"/>
          </a:p>
        </p:txBody>
      </p:sp>
    </p:spTree>
    <p:extLst>
      <p:ext uri="{BB962C8B-B14F-4D97-AF65-F5344CB8AC3E}">
        <p14:creationId xmlns:p14="http://schemas.microsoft.com/office/powerpoint/2010/main" val="6667512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Problem-Oriented Assessment</a:t>
            </a:r>
          </a:p>
          <a:p>
            <a:r>
              <a:rPr lang="en-US" dirty="0"/>
              <a:t>Comprehensive Assessment</a:t>
            </a:r>
          </a:p>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34</a:t>
            </a:fld>
            <a:endParaRPr lang="en-US"/>
          </a:p>
        </p:txBody>
      </p:sp>
    </p:spTree>
    <p:extLst>
      <p:ext uri="{BB962C8B-B14F-4D97-AF65-F5344CB8AC3E}">
        <p14:creationId xmlns:p14="http://schemas.microsoft.com/office/powerpoint/2010/main" val="3484644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Windshield Survey</a:t>
            </a:r>
          </a:p>
          <a:p>
            <a:r>
              <a:rPr lang="en-US" dirty="0"/>
              <a:t>Community Subsystem Assessment</a:t>
            </a:r>
          </a:p>
        </p:txBody>
      </p:sp>
      <p:sp>
        <p:nvSpPr>
          <p:cNvPr id="4" name="Slide Number Placeholder 3"/>
          <p:cNvSpPr>
            <a:spLocks noGrp="1"/>
          </p:cNvSpPr>
          <p:nvPr>
            <p:ph type="sldNum" sz="quarter" idx="5"/>
          </p:nvPr>
        </p:nvSpPr>
        <p:spPr/>
        <p:txBody>
          <a:bodyPr/>
          <a:lstStyle/>
          <a:p>
            <a:fld id="{408D657F-3D42-4F34-BB98-C327441B0C6F}" type="slidenum">
              <a:rPr lang="en-US" smtClean="0"/>
              <a:t>35</a:t>
            </a:fld>
            <a:endParaRPr lang="en-US"/>
          </a:p>
        </p:txBody>
      </p:sp>
    </p:spTree>
    <p:extLst>
      <p:ext uri="{BB962C8B-B14F-4D97-AF65-F5344CB8AC3E}">
        <p14:creationId xmlns:p14="http://schemas.microsoft.com/office/powerpoint/2010/main" val="1940580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Assets Assessment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8D657F-3D42-4F34-BB98-C327441B0C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1364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r" rtl="1">
              <a:buNone/>
            </a:pPr>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37</a:t>
            </a:fld>
            <a:endParaRPr lang="en-US"/>
          </a:p>
        </p:txBody>
      </p:sp>
    </p:spTree>
    <p:extLst>
      <p:ext uri="{BB962C8B-B14F-4D97-AF65-F5344CB8AC3E}">
        <p14:creationId xmlns:p14="http://schemas.microsoft.com/office/powerpoint/2010/main" val="23785496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38</a:t>
            </a:fld>
            <a:endParaRPr lang="en-US"/>
          </a:p>
        </p:txBody>
      </p:sp>
    </p:spTree>
    <p:extLst>
      <p:ext uri="{BB962C8B-B14F-4D97-AF65-F5344CB8AC3E}">
        <p14:creationId xmlns:p14="http://schemas.microsoft.com/office/powerpoint/2010/main" val="32038330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40</a:t>
            </a:fld>
            <a:endParaRPr lang="en-US"/>
          </a:p>
        </p:txBody>
      </p:sp>
    </p:spTree>
    <p:extLst>
      <p:ext uri="{BB962C8B-B14F-4D97-AF65-F5344CB8AC3E}">
        <p14:creationId xmlns:p14="http://schemas.microsoft.com/office/powerpoint/2010/main" val="12700903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41</a:t>
            </a:fld>
            <a:endParaRPr lang="en-US"/>
          </a:p>
        </p:txBody>
      </p:sp>
    </p:spTree>
    <p:extLst>
      <p:ext uri="{BB962C8B-B14F-4D97-AF65-F5344CB8AC3E}">
        <p14:creationId xmlns:p14="http://schemas.microsoft.com/office/powerpoint/2010/main" val="14879286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42</a:t>
            </a:fld>
            <a:endParaRPr lang="en-US"/>
          </a:p>
        </p:txBody>
      </p:sp>
    </p:spTree>
    <p:extLst>
      <p:ext uri="{BB962C8B-B14F-4D97-AF65-F5344CB8AC3E}">
        <p14:creationId xmlns:p14="http://schemas.microsoft.com/office/powerpoint/2010/main" val="26084064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8D657F-3D42-4F34-BB98-C327441B0C6F}" type="slidenum">
              <a:rPr lang="en-US" smtClean="0"/>
              <a:t>43</a:t>
            </a:fld>
            <a:endParaRPr lang="en-US"/>
          </a:p>
        </p:txBody>
      </p:sp>
    </p:spTree>
    <p:extLst>
      <p:ext uri="{BB962C8B-B14F-4D97-AF65-F5344CB8AC3E}">
        <p14:creationId xmlns:p14="http://schemas.microsoft.com/office/powerpoint/2010/main" val="42659309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408D657F-3D42-4F34-BB98-C327441B0C6F}" type="slidenum">
              <a:rPr lang="en-US" smtClean="0"/>
              <a:t>44</a:t>
            </a:fld>
            <a:endParaRPr lang="en-US"/>
          </a:p>
        </p:txBody>
      </p:sp>
    </p:spTree>
    <p:extLst>
      <p:ext uri="{BB962C8B-B14F-4D97-AF65-F5344CB8AC3E}">
        <p14:creationId xmlns:p14="http://schemas.microsoft.com/office/powerpoint/2010/main" val="3629985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0DBE1-B0F1-9965-E505-1DDDD7A361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A722F2-73AF-C603-A1C7-07D61D9870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2456E7-782D-2671-58E4-60981DBF1E77}"/>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5" name="Footer Placeholder 4">
            <a:extLst>
              <a:ext uri="{FF2B5EF4-FFF2-40B4-BE49-F238E27FC236}">
                <a16:creationId xmlns:a16="http://schemas.microsoft.com/office/drawing/2014/main" id="{39F43DE0-B8EB-B17C-1AC2-7EEF3D994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E0E039-C86A-89AD-D59D-F97E367C1126}"/>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1034442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A1F90-88BB-407D-460D-8FBE1E39B4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F3014-66EC-1872-A3A0-CE8017A421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E161E7-4F59-3F55-8BEC-FB9B62015D90}"/>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5" name="Footer Placeholder 4">
            <a:extLst>
              <a:ext uri="{FF2B5EF4-FFF2-40B4-BE49-F238E27FC236}">
                <a16:creationId xmlns:a16="http://schemas.microsoft.com/office/drawing/2014/main" id="{C73D41E2-8B39-D9C5-38CE-F80E27B9E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A29AC0-2DFA-D2C3-5D12-DA0726F9162D}"/>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2932024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EAC9B-7831-CD43-2C1E-607EC8C575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AF2901-921E-B2D4-9D41-2B92A0ACEF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B4B139-B34E-A028-EB1F-F2333E3D7F68}"/>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5" name="Footer Placeholder 4">
            <a:extLst>
              <a:ext uri="{FF2B5EF4-FFF2-40B4-BE49-F238E27FC236}">
                <a16:creationId xmlns:a16="http://schemas.microsoft.com/office/drawing/2014/main" id="{95C1F6E9-A2FA-8393-8725-B8936F664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D5825F-A091-6176-3327-AA4FA765FBCF}"/>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64917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DC560-2412-C57E-D915-1F7DC8F7B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483BBC-195E-9340-13D1-E9663DECD9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9DC06F-CCD0-DF0B-1B44-7B08FE51F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2BC1D7-A1C7-8823-99F7-61EA09916FC6}"/>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6" name="Footer Placeholder 5">
            <a:extLst>
              <a:ext uri="{FF2B5EF4-FFF2-40B4-BE49-F238E27FC236}">
                <a16:creationId xmlns:a16="http://schemas.microsoft.com/office/drawing/2014/main" id="{4418CB48-8F2E-5F46-4008-9C2F5A2AF2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B614C1-F9EA-43A5-8FD4-1EE0A71ED634}"/>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4038878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B70E-3528-4FD8-7C60-A9F28DDBDF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18BD3F-E0C6-D44E-FFE0-FB4070AF76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92B35A-A66C-0302-C6EB-92C272EC45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85FF6A-EB7A-CD84-3F6C-1D57D6458B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97C20A-D7BE-1167-C9A6-AA6CDC8FCA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0459EF-F9E2-8045-9B99-2F527B35CE02}"/>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8" name="Footer Placeholder 7">
            <a:extLst>
              <a:ext uri="{FF2B5EF4-FFF2-40B4-BE49-F238E27FC236}">
                <a16:creationId xmlns:a16="http://schemas.microsoft.com/office/drawing/2014/main" id="{6954FC83-F2F7-8E9D-25AA-1BED149D54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8BF048-9AF4-5559-E2E7-4CEC6EA45759}"/>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3428961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CBE61-3CB8-68D5-1769-DDF55E25B4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5EB292-7521-D999-7CF8-885649E46E0C}"/>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4" name="Footer Placeholder 3">
            <a:extLst>
              <a:ext uri="{FF2B5EF4-FFF2-40B4-BE49-F238E27FC236}">
                <a16:creationId xmlns:a16="http://schemas.microsoft.com/office/drawing/2014/main" id="{A3F13352-0323-A9CF-92B0-430CC43813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E4EBE0-D907-1A66-9E82-CE629DD0F872}"/>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2207943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39BF0-A44A-DA93-5D9A-B032189038A2}"/>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3" name="Footer Placeholder 2">
            <a:extLst>
              <a:ext uri="{FF2B5EF4-FFF2-40B4-BE49-F238E27FC236}">
                <a16:creationId xmlns:a16="http://schemas.microsoft.com/office/drawing/2014/main" id="{4DF32A78-3C63-36D7-DD46-86A9F1F8E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5C2054-A7C8-D808-9805-6965481BC31D}"/>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1994209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FFCC-C166-3CE2-BB49-65B01137ED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95CFB0-44B2-58AC-025B-9DC021715D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F04FC2-2181-319D-9E96-770A72A95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1AA34-6741-A676-42A3-AFD7871CAC61}"/>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6" name="Footer Placeholder 5">
            <a:extLst>
              <a:ext uri="{FF2B5EF4-FFF2-40B4-BE49-F238E27FC236}">
                <a16:creationId xmlns:a16="http://schemas.microsoft.com/office/drawing/2014/main" id="{D34E057E-A29F-6426-7C53-858F778CA3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2E0548-B16A-1709-F199-B15A07119103}"/>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4263479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07EB-FC8B-0E38-40AB-727CDBDBC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2C8996-AC7A-002B-8BCA-B62FF1315D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D379EA-F09B-966D-A10A-5C9B6651EB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6473DA-05E7-40B2-94AC-804221D9E59E}"/>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6" name="Footer Placeholder 5">
            <a:extLst>
              <a:ext uri="{FF2B5EF4-FFF2-40B4-BE49-F238E27FC236}">
                <a16:creationId xmlns:a16="http://schemas.microsoft.com/office/drawing/2014/main" id="{6E1968A0-14AE-88B2-E349-3AED616C1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868662-FF58-D327-2022-5095E0C6E694}"/>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3633841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C2F4-D8E2-CF0B-E1A6-EBC5857445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3D70FC-D328-043D-42B4-5250481C86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4A00DA-69E5-F429-D8F7-1B74E9FE6651}"/>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5" name="Footer Placeholder 4">
            <a:extLst>
              <a:ext uri="{FF2B5EF4-FFF2-40B4-BE49-F238E27FC236}">
                <a16:creationId xmlns:a16="http://schemas.microsoft.com/office/drawing/2014/main" id="{14C19CF3-5F02-B6B7-6C41-E9CA4EBA6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8F82AE-5BAB-1FE5-7101-81076D5C2899}"/>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2810960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1F4CF1-AA33-4EC8-6977-2179685F9B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AE9B38-CAAE-CA98-DAAB-05364FE37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26BBE-DA9C-B534-5E29-B731E1E78C2E}"/>
              </a:ext>
            </a:extLst>
          </p:cNvPr>
          <p:cNvSpPr>
            <a:spLocks noGrp="1"/>
          </p:cNvSpPr>
          <p:nvPr>
            <p:ph type="dt" sz="half" idx="10"/>
          </p:nvPr>
        </p:nvSpPr>
        <p:spPr/>
        <p:txBody>
          <a:bodyPr/>
          <a:lstStyle/>
          <a:p>
            <a:fld id="{3557FE01-9D7B-4986-96FB-594E64350F19}" type="datetimeFigureOut">
              <a:rPr lang="en-US" smtClean="0"/>
              <a:t>9/7/2026</a:t>
            </a:fld>
            <a:endParaRPr lang="en-US"/>
          </a:p>
        </p:txBody>
      </p:sp>
      <p:sp>
        <p:nvSpPr>
          <p:cNvPr id="5" name="Footer Placeholder 4">
            <a:extLst>
              <a:ext uri="{FF2B5EF4-FFF2-40B4-BE49-F238E27FC236}">
                <a16:creationId xmlns:a16="http://schemas.microsoft.com/office/drawing/2014/main" id="{7BD278FE-BD54-DAEE-E76B-844C005EB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DD651-893B-9245-53AB-688CBCA1AFB2}"/>
              </a:ext>
            </a:extLst>
          </p:cNvPr>
          <p:cNvSpPr>
            <a:spLocks noGrp="1"/>
          </p:cNvSpPr>
          <p:nvPr>
            <p:ph type="sldNum" sz="quarter" idx="12"/>
          </p:nvPr>
        </p:nvSpPr>
        <p:spPr/>
        <p:txBody>
          <a:bodyPr/>
          <a:lstStyle/>
          <a:p>
            <a:fld id="{EF7DEE0A-9CFC-4618-9F65-7630954BE44B}" type="slidenum">
              <a:rPr lang="en-US" smtClean="0"/>
              <a:t>‹#›</a:t>
            </a:fld>
            <a:endParaRPr lang="en-US"/>
          </a:p>
        </p:txBody>
      </p:sp>
    </p:spTree>
    <p:extLst>
      <p:ext uri="{BB962C8B-B14F-4D97-AF65-F5344CB8AC3E}">
        <p14:creationId xmlns:p14="http://schemas.microsoft.com/office/powerpoint/2010/main" val="4166897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F65E-0EE4-FF9C-058A-6FCEB39D6507}"/>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6E36354-4E3A-8F15-7DDA-7584224BA6D3}"/>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FF7A440-1BCF-350A-7C58-E2A9B52D59CD}"/>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5" name="Footer Placeholder 4">
            <a:extLst>
              <a:ext uri="{FF2B5EF4-FFF2-40B4-BE49-F238E27FC236}">
                <a16:creationId xmlns:a16="http://schemas.microsoft.com/office/drawing/2014/main" id="{D51A5F23-B49D-F9B9-626A-96A8267FD62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A4B3B2-459B-1E9A-8F49-4430682E86D8}"/>
              </a:ext>
            </a:extLst>
          </p:cNvPr>
          <p:cNvSpPr>
            <a:spLocks noGrp="1"/>
          </p:cNvSpPr>
          <p:nvPr>
            <p:ph type="sldNum" sz="quarter" idx="12"/>
          </p:nvPr>
        </p:nvSpPr>
        <p:spPr/>
        <p:txBody>
          <a:bodyPr/>
          <a:lstStyle/>
          <a:p>
            <a:fld id="{4FAB73BC-B049-4115-A692-8D63A059BFB8}" type="slidenum">
              <a:rPr lang="en-US" smtClean="0"/>
              <a:t>‹#›</a:t>
            </a:fld>
            <a:endParaRPr lang="en-US" dirty="0"/>
          </a:p>
        </p:txBody>
      </p:sp>
      <p:pic>
        <p:nvPicPr>
          <p:cNvPr id="7" name="Picture 15" descr="ppt_opener.jpg">
            <a:extLst>
              <a:ext uri="{FF2B5EF4-FFF2-40B4-BE49-F238E27FC236}">
                <a16:creationId xmlns:a16="http://schemas.microsoft.com/office/drawing/2014/main" id="{07639D31-6578-5FC3-0D57-5344494F72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5854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E8FB-5F16-AA96-52A9-576D7EC729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67C242-6EC8-DA9A-8652-CDFF1B4049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D10E3-B79F-95D6-2344-EA16340673CE}"/>
              </a:ext>
            </a:extLst>
          </p:cNvPr>
          <p:cNvSpPr>
            <a:spLocks noGrp="1"/>
          </p:cNvSpPr>
          <p:nvPr>
            <p:ph type="dt" sz="half" idx="10"/>
          </p:nvPr>
        </p:nvSpPr>
        <p:spPr/>
        <p:txBody>
          <a:bodyPr/>
          <a:lstStyle/>
          <a:p>
            <a:fld id="{A3E28D29-1ECB-41DF-951B-2A23F95AD026}" type="datetimeFigureOut">
              <a:rPr lang="en-US" smtClean="0"/>
              <a:t>9/7/2026</a:t>
            </a:fld>
            <a:endParaRPr lang="en-US" dirty="0"/>
          </a:p>
        </p:txBody>
      </p:sp>
      <p:sp>
        <p:nvSpPr>
          <p:cNvPr id="5" name="Footer Placeholder 4">
            <a:extLst>
              <a:ext uri="{FF2B5EF4-FFF2-40B4-BE49-F238E27FC236}">
                <a16:creationId xmlns:a16="http://schemas.microsoft.com/office/drawing/2014/main" id="{628279A1-3B1B-07CC-1F20-12D09067BAF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B7EF14F-B099-77E2-F158-EA8B5DF3DAE9}"/>
              </a:ext>
            </a:extLst>
          </p:cNvPr>
          <p:cNvSpPr>
            <a:spLocks noGrp="1"/>
          </p:cNvSpPr>
          <p:nvPr>
            <p:ph type="sldNum" sz="quarter" idx="12"/>
          </p:nvPr>
        </p:nvSpPr>
        <p:spPr/>
        <p:txBody>
          <a:bodyPr/>
          <a:lstStyle/>
          <a:p>
            <a:fld id="{028E3F4F-51B2-42EE-AFA2-40C4572185CC}" type="slidenum">
              <a:rPr lang="en-US" smtClean="0"/>
              <a:t>‹#›</a:t>
            </a:fld>
            <a:endParaRPr lang="en-US" dirty="0"/>
          </a:p>
        </p:txBody>
      </p:sp>
    </p:spTree>
    <p:extLst>
      <p:ext uri="{BB962C8B-B14F-4D97-AF65-F5344CB8AC3E}">
        <p14:creationId xmlns:p14="http://schemas.microsoft.com/office/powerpoint/2010/main" val="4143071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0634D-BBF6-23E4-AC3A-73C0350E08E5}"/>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3768CD-ECE5-4E7D-D99E-EF693A6B2D57}"/>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3E83D8-F034-9B6F-106B-B5FA7C918C3B}"/>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5" name="Footer Placeholder 4">
            <a:extLst>
              <a:ext uri="{FF2B5EF4-FFF2-40B4-BE49-F238E27FC236}">
                <a16:creationId xmlns:a16="http://schemas.microsoft.com/office/drawing/2014/main" id="{A23A9AEC-9EC2-D396-5EE7-D6C6EA0C3CE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C06D3D1-CA4C-33D7-9F55-FB82F1E92E7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5053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C474-1994-74F8-8330-C7CBDCF158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89A890-B147-2ACD-9B1C-036202F6EA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F544A0-631B-8B09-D02D-C4B9C55E23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0E8720-0D6A-46FF-4F84-A46F6A447D7E}"/>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6" name="Footer Placeholder 5">
            <a:extLst>
              <a:ext uri="{FF2B5EF4-FFF2-40B4-BE49-F238E27FC236}">
                <a16:creationId xmlns:a16="http://schemas.microsoft.com/office/drawing/2014/main" id="{33BD73CB-72C3-8799-5796-D2929988849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11D68AC-C6EA-971A-BD97-C135EE12650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01570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ACC5-52F5-08BB-3C14-0CE9BCFECDBA}"/>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FAC688-6E70-8374-CFCC-E35DC074C54C}"/>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2153142-478C-656C-929F-BFA086299FA8}"/>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729990-E348-1A19-0DFB-D4A894E73E36}"/>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6798A32-EA4D-D316-1B2A-970C912EBBF4}"/>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AD7800-9C77-4215-8C34-60C4A5D58CC6}"/>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8" name="Footer Placeholder 7">
            <a:extLst>
              <a:ext uri="{FF2B5EF4-FFF2-40B4-BE49-F238E27FC236}">
                <a16:creationId xmlns:a16="http://schemas.microsoft.com/office/drawing/2014/main" id="{F0EE397D-D93C-F4A6-1EB9-F91C361BB7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5BA2C4B-22F1-2751-9F46-277356B5443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982864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EDDF4-3C4D-1277-CF76-CACB84E2B2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AD8740-3F83-D9CF-3EFB-8284F90368D9}"/>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4" name="Footer Placeholder 3">
            <a:extLst>
              <a:ext uri="{FF2B5EF4-FFF2-40B4-BE49-F238E27FC236}">
                <a16:creationId xmlns:a16="http://schemas.microsoft.com/office/drawing/2014/main" id="{45DFF6C8-2166-887E-B665-86DD815FED50}"/>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4D9C042-CBCB-A24E-6C9F-0BE76A9F1616}"/>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548775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C7B0FA-07C8-3738-403D-1AB19F18B0E6}"/>
              </a:ext>
            </a:extLst>
          </p:cNvPr>
          <p:cNvSpPr>
            <a:spLocks noGrp="1"/>
          </p:cNvSpPr>
          <p:nvPr>
            <p:ph type="dt" sz="half" idx="10"/>
          </p:nvPr>
        </p:nvSpPr>
        <p:spPr/>
        <p:txBody>
          <a:bodyPr/>
          <a:lstStyle/>
          <a:p>
            <a:fld id="{96DFF08F-DC6B-4601-B491-B0F83F6DD2DA}" type="datetimeFigureOut">
              <a:rPr lang="en-US" smtClean="0"/>
              <a:pPr/>
              <a:t>9/7/2026</a:t>
            </a:fld>
            <a:endParaRPr lang="en-US" dirty="0"/>
          </a:p>
        </p:txBody>
      </p:sp>
      <p:sp>
        <p:nvSpPr>
          <p:cNvPr id="3" name="Footer Placeholder 2">
            <a:extLst>
              <a:ext uri="{FF2B5EF4-FFF2-40B4-BE49-F238E27FC236}">
                <a16:creationId xmlns:a16="http://schemas.microsoft.com/office/drawing/2014/main" id="{C8129094-DFF0-9684-8186-38E3FAF0D88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2B3BB0D-BCAE-0336-A188-F5F1507649B6}"/>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891456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FE135-DC4F-98EB-9E3E-0D5F07A831A3}"/>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525198F-4BFA-BF67-BD0B-2C7B2B92FD8D}"/>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82A7BF-8D7D-725A-0ABE-4298AB6DBF0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1347B0-39D6-7681-2AB9-7006910F73CE}"/>
              </a:ext>
            </a:extLst>
          </p:cNvPr>
          <p:cNvSpPr>
            <a:spLocks noGrp="1"/>
          </p:cNvSpPr>
          <p:nvPr>
            <p:ph type="dt" sz="half" idx="10"/>
          </p:nvPr>
        </p:nvSpPr>
        <p:spPr/>
        <p:txBody>
          <a:bodyPr/>
          <a:lstStyle/>
          <a:p>
            <a:fld id="{96DFF08F-DC6B-4601-B491-B0F83F6DD2DA}" type="datetimeFigureOut">
              <a:rPr lang="en-US" smtClean="0"/>
              <a:pPr/>
              <a:t>9/7/2026</a:t>
            </a:fld>
            <a:endParaRPr lang="en-US" dirty="0"/>
          </a:p>
        </p:txBody>
      </p:sp>
      <p:sp>
        <p:nvSpPr>
          <p:cNvPr id="6" name="Footer Placeholder 5">
            <a:extLst>
              <a:ext uri="{FF2B5EF4-FFF2-40B4-BE49-F238E27FC236}">
                <a16:creationId xmlns:a16="http://schemas.microsoft.com/office/drawing/2014/main" id="{C2CC5ACD-C895-571E-2C9D-8DEF33DFE17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21666E-88C1-7D14-2D2E-6E6C1BC832AE}"/>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3732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0FAE8-CB6E-A7B4-7E45-C5AA9042FA36}"/>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5F0B2A5-3DE3-C218-A6DA-C6A38833F0AE}"/>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BC1FA81-9CFB-6A6B-4E24-54E7822AB16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A91DFFE-BA7A-05B1-0A64-34D4DBB34D70}"/>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6" name="Footer Placeholder 5">
            <a:extLst>
              <a:ext uri="{FF2B5EF4-FFF2-40B4-BE49-F238E27FC236}">
                <a16:creationId xmlns:a16="http://schemas.microsoft.com/office/drawing/2014/main" id="{D6C65777-F878-F6D2-96B9-CB8F499F81B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BB8F4D6-6723-99AC-732E-6C70FBE6E4F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1354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32F14-36F4-6081-1317-0A2E7C1AC5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F47E16-E64C-B243-4AC0-7938AAB889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D181D1-AC89-598B-8EDA-644E3EB9F857}"/>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5" name="Footer Placeholder 4">
            <a:extLst>
              <a:ext uri="{FF2B5EF4-FFF2-40B4-BE49-F238E27FC236}">
                <a16:creationId xmlns:a16="http://schemas.microsoft.com/office/drawing/2014/main" id="{4D3B27FF-85F6-2A36-2F32-8A13777A132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8B1584-9B77-BF3B-CFAE-43AE6EF1E92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6179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E42A53-D7E7-130F-E073-1ED3AA2FE843}"/>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55AFEE-6337-0F67-2DDF-19685B030DE3}"/>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45A9B-6B27-B1BB-1B79-915D3395E93C}"/>
              </a:ext>
            </a:extLst>
          </p:cNvPr>
          <p:cNvSpPr>
            <a:spLocks noGrp="1"/>
          </p:cNvSpPr>
          <p:nvPr>
            <p:ph type="dt" sz="half" idx="10"/>
          </p:nvPr>
        </p:nvSpPr>
        <p:spPr/>
        <p:txBody>
          <a:bodyPr/>
          <a:lstStyle/>
          <a:p>
            <a:fld id="{96DFF08F-DC6B-4601-B491-B0F83F6DD2DA}" type="datetimeFigureOut">
              <a:rPr lang="en-US" smtClean="0"/>
              <a:t>9/7/2026</a:t>
            </a:fld>
            <a:endParaRPr lang="en-US" dirty="0"/>
          </a:p>
        </p:txBody>
      </p:sp>
      <p:sp>
        <p:nvSpPr>
          <p:cNvPr id="5" name="Footer Placeholder 4">
            <a:extLst>
              <a:ext uri="{FF2B5EF4-FFF2-40B4-BE49-F238E27FC236}">
                <a16:creationId xmlns:a16="http://schemas.microsoft.com/office/drawing/2014/main" id="{CCB67514-D237-A55F-95C4-71A02D33AB7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FD4FB7-A24E-BF72-8802-BA032FAC3A9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61149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D4ADD6-F904-9B1C-FDE3-CE8F45D61B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77BE88-CC20-6C4A-3AC3-C9257CCDEF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FF7CC5-3AB2-4D4B-E91C-E9E3813FBB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57FE01-9D7B-4986-96FB-594E64350F19}" type="datetimeFigureOut">
              <a:rPr lang="en-US" smtClean="0"/>
              <a:t>9/7/2026</a:t>
            </a:fld>
            <a:endParaRPr lang="en-US"/>
          </a:p>
        </p:txBody>
      </p:sp>
      <p:sp>
        <p:nvSpPr>
          <p:cNvPr id="5" name="Footer Placeholder 4">
            <a:extLst>
              <a:ext uri="{FF2B5EF4-FFF2-40B4-BE49-F238E27FC236}">
                <a16:creationId xmlns:a16="http://schemas.microsoft.com/office/drawing/2014/main" id="{5273E9B2-0D85-3EC9-A9F0-BA31A02AD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55D91B-8E37-7952-8EA9-EAF511BC74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7DEE0A-9CFC-4618-9F65-7630954BE44B}" type="slidenum">
              <a:rPr lang="en-US" smtClean="0"/>
              <a:t>‹#›</a:t>
            </a:fld>
            <a:endParaRPr lang="en-US"/>
          </a:p>
        </p:txBody>
      </p:sp>
    </p:spTree>
    <p:extLst>
      <p:ext uri="{BB962C8B-B14F-4D97-AF65-F5344CB8AC3E}">
        <p14:creationId xmlns:p14="http://schemas.microsoft.com/office/powerpoint/2010/main" val="3748045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FDBCD3-3733-179A-542C-2B24C07CAE5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C4C6AB-4FF4-9B38-D6B8-9F4E503BC6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6CA4FE-9ED8-5BAA-1151-7CAD6B243739}"/>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25CAA32-516A-4178-A591-D591E7458E66}" type="datetimeFigureOut">
              <a:rPr lang="en-US" smtClean="0"/>
              <a:t>9/7/2026</a:t>
            </a:fld>
            <a:endParaRPr lang="en-US"/>
          </a:p>
        </p:txBody>
      </p:sp>
      <p:sp>
        <p:nvSpPr>
          <p:cNvPr id="5" name="Footer Placeholder 4">
            <a:extLst>
              <a:ext uri="{FF2B5EF4-FFF2-40B4-BE49-F238E27FC236}">
                <a16:creationId xmlns:a16="http://schemas.microsoft.com/office/drawing/2014/main" id="{0EB7C43F-8A86-406D-59B0-CBC2CD9A94B2}"/>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E87D92-795F-B85D-7550-1A91D2BB6EB4}"/>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79CB50-5811-4416-BC80-4632EBF1A5CC}" type="slidenum">
              <a:rPr lang="en-US" smtClean="0"/>
              <a:t>‹#›</a:t>
            </a:fld>
            <a:endParaRPr lang="en-US"/>
          </a:p>
        </p:txBody>
      </p:sp>
      <p:sp>
        <p:nvSpPr>
          <p:cNvPr id="7" name="Text Box 8">
            <a:extLst>
              <a:ext uri="{FF2B5EF4-FFF2-40B4-BE49-F238E27FC236}">
                <a16:creationId xmlns:a16="http://schemas.microsoft.com/office/drawing/2014/main" id="{0CE55516-3CF7-3204-A421-C21DFAFFBFBA}"/>
              </a:ext>
            </a:extLst>
          </p:cNvPr>
          <p:cNvSpPr txBox="1">
            <a:spLocks noChangeArrowheads="1"/>
          </p:cNvSpPr>
          <p:nvPr userDrawn="1"/>
        </p:nvSpPr>
        <p:spPr bwMode="auto">
          <a:xfrm>
            <a:off x="8005234" y="6089650"/>
            <a:ext cx="3761317" cy="457200"/>
          </a:xfrm>
          <a:prstGeom prst="rect">
            <a:avLst/>
          </a:prstGeom>
          <a:noFill/>
          <a:ln>
            <a:noFill/>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defRPr/>
            </a:pPr>
            <a:endParaRPr lang="en-US" sz="2400" dirty="0"/>
          </a:p>
        </p:txBody>
      </p:sp>
      <p:sp>
        <p:nvSpPr>
          <p:cNvPr id="8" name="Text Box 11">
            <a:extLst>
              <a:ext uri="{FF2B5EF4-FFF2-40B4-BE49-F238E27FC236}">
                <a16:creationId xmlns:a16="http://schemas.microsoft.com/office/drawing/2014/main" id="{2E4C886D-62A6-4197-A419-1C9290BB00FC}"/>
              </a:ext>
            </a:extLst>
          </p:cNvPr>
          <p:cNvSpPr txBox="1">
            <a:spLocks noChangeArrowheads="1"/>
          </p:cNvSpPr>
          <p:nvPr userDrawn="1"/>
        </p:nvSpPr>
        <p:spPr bwMode="auto">
          <a:xfrm>
            <a:off x="404285" y="6581776"/>
            <a:ext cx="11787716" cy="269875"/>
          </a:xfrm>
          <a:prstGeom prst="rect">
            <a:avLst/>
          </a:prstGeom>
          <a:noFill/>
          <a:ln>
            <a:noFill/>
          </a:ln>
        </p:spPr>
        <p:txBody>
          <a:bodyPr/>
          <a:lstStyle>
            <a:lvl1pPr eaLnBrk="0" hangingPunct="0">
              <a:tabLst>
                <a:tab pos="7485063" algn="l"/>
              </a:tabLst>
              <a:defRPr sz="2400">
                <a:solidFill>
                  <a:schemeClr val="tx1"/>
                </a:solidFill>
                <a:latin typeface="Arial" charset="0"/>
              </a:defRPr>
            </a:lvl1pPr>
            <a:lvl2pPr marL="742950" indent="-285750" eaLnBrk="0" hangingPunct="0">
              <a:tabLst>
                <a:tab pos="7485063" algn="l"/>
              </a:tabLst>
              <a:defRPr sz="2400">
                <a:solidFill>
                  <a:schemeClr val="tx1"/>
                </a:solidFill>
                <a:latin typeface="Arial" charset="0"/>
              </a:defRPr>
            </a:lvl2pPr>
            <a:lvl3pPr marL="1143000" indent="-228600" eaLnBrk="0" hangingPunct="0">
              <a:tabLst>
                <a:tab pos="7485063" algn="l"/>
              </a:tabLst>
              <a:defRPr sz="2400">
                <a:solidFill>
                  <a:schemeClr val="tx1"/>
                </a:solidFill>
                <a:latin typeface="Arial" charset="0"/>
              </a:defRPr>
            </a:lvl3pPr>
            <a:lvl4pPr marL="1600200" indent="-228600" eaLnBrk="0" hangingPunct="0">
              <a:tabLst>
                <a:tab pos="7485063" algn="l"/>
              </a:tabLst>
              <a:defRPr sz="2400">
                <a:solidFill>
                  <a:schemeClr val="tx1"/>
                </a:solidFill>
                <a:latin typeface="Arial" charset="0"/>
              </a:defRPr>
            </a:lvl4pPr>
            <a:lvl5pPr marL="2057400" indent="-228600" eaLnBrk="0" hangingPunct="0">
              <a:tabLst>
                <a:tab pos="7485063" algn="l"/>
              </a:tabLst>
              <a:defRPr sz="2400">
                <a:solidFill>
                  <a:schemeClr val="tx1"/>
                </a:solidFill>
                <a:latin typeface="Arial" charset="0"/>
              </a:defRPr>
            </a:lvl5pPr>
            <a:lvl6pPr marL="2514600" indent="-228600" algn="ctr" eaLnBrk="0" fontAlgn="base" hangingPunct="0">
              <a:spcBef>
                <a:spcPct val="0"/>
              </a:spcBef>
              <a:spcAft>
                <a:spcPct val="0"/>
              </a:spcAft>
              <a:tabLst>
                <a:tab pos="7485063" algn="l"/>
              </a:tabLst>
              <a:defRPr sz="2400">
                <a:solidFill>
                  <a:schemeClr val="tx1"/>
                </a:solidFill>
                <a:latin typeface="Arial" charset="0"/>
              </a:defRPr>
            </a:lvl6pPr>
            <a:lvl7pPr marL="2971800" indent="-228600" algn="ctr" eaLnBrk="0" fontAlgn="base" hangingPunct="0">
              <a:spcBef>
                <a:spcPct val="0"/>
              </a:spcBef>
              <a:spcAft>
                <a:spcPct val="0"/>
              </a:spcAft>
              <a:tabLst>
                <a:tab pos="7485063" algn="l"/>
              </a:tabLst>
              <a:defRPr sz="2400">
                <a:solidFill>
                  <a:schemeClr val="tx1"/>
                </a:solidFill>
                <a:latin typeface="Arial" charset="0"/>
              </a:defRPr>
            </a:lvl7pPr>
            <a:lvl8pPr marL="3429000" indent="-228600" algn="ctr" eaLnBrk="0" fontAlgn="base" hangingPunct="0">
              <a:spcBef>
                <a:spcPct val="0"/>
              </a:spcBef>
              <a:spcAft>
                <a:spcPct val="0"/>
              </a:spcAft>
              <a:tabLst>
                <a:tab pos="7485063" algn="l"/>
              </a:tabLst>
              <a:defRPr sz="2400">
                <a:solidFill>
                  <a:schemeClr val="tx1"/>
                </a:solidFill>
                <a:latin typeface="Arial" charset="0"/>
              </a:defRPr>
            </a:lvl8pPr>
            <a:lvl9pPr marL="3886200" indent="-228600" algn="ctr" eaLnBrk="0" fontAlgn="base" hangingPunct="0">
              <a:spcBef>
                <a:spcPct val="0"/>
              </a:spcBef>
              <a:spcAft>
                <a:spcPct val="0"/>
              </a:spcAft>
              <a:tabLst>
                <a:tab pos="7485063" algn="l"/>
              </a:tabLst>
              <a:defRPr sz="2400">
                <a:solidFill>
                  <a:schemeClr val="tx1"/>
                </a:solidFill>
                <a:latin typeface="Arial" charset="0"/>
              </a:defRPr>
            </a:lvl9pPr>
          </a:lstStyle>
          <a:p>
            <a:pPr algn="r" eaLnBrk="1" hangingPunct="1">
              <a:spcBef>
                <a:spcPct val="50000"/>
              </a:spcBef>
              <a:defRPr/>
            </a:pPr>
            <a:endParaRPr lang="en-US" sz="1000" dirty="0"/>
          </a:p>
        </p:txBody>
      </p:sp>
      <p:sp>
        <p:nvSpPr>
          <p:cNvPr id="9" name="Text Box 13">
            <a:extLst>
              <a:ext uri="{FF2B5EF4-FFF2-40B4-BE49-F238E27FC236}">
                <a16:creationId xmlns:a16="http://schemas.microsoft.com/office/drawing/2014/main" id="{87C2676F-7F26-8365-6789-879A0636742A}"/>
              </a:ext>
            </a:extLst>
          </p:cNvPr>
          <p:cNvSpPr txBox="1">
            <a:spLocks noChangeArrowheads="1"/>
          </p:cNvSpPr>
          <p:nvPr userDrawn="1"/>
        </p:nvSpPr>
        <p:spPr bwMode="auto">
          <a:xfrm>
            <a:off x="0" y="6588126"/>
            <a:ext cx="12192000" cy="269875"/>
          </a:xfrm>
          <a:prstGeom prst="rect">
            <a:avLst/>
          </a:prstGeom>
          <a:noFill/>
          <a:ln>
            <a:noFill/>
          </a:ln>
          <a:effectLst/>
        </p:spPr>
        <p:txBody>
          <a:bodyPr/>
          <a:lstStyle>
            <a:lvl1pPr algn="l" eaLnBrk="0" hangingPunct="0">
              <a:tabLst>
                <a:tab pos="7485063" algn="l"/>
              </a:tabLst>
              <a:defRPr sz="2400">
                <a:solidFill>
                  <a:schemeClr val="tx1"/>
                </a:solidFill>
                <a:latin typeface="Times New Roman" pitchFamily="18" charset="0"/>
              </a:defRPr>
            </a:lvl1pPr>
            <a:lvl2pPr algn="l" eaLnBrk="0" hangingPunct="0">
              <a:tabLst>
                <a:tab pos="7485063" algn="l"/>
              </a:tabLst>
              <a:defRPr sz="2400">
                <a:solidFill>
                  <a:schemeClr val="tx1"/>
                </a:solidFill>
                <a:latin typeface="Times New Roman" pitchFamily="18" charset="0"/>
              </a:defRPr>
            </a:lvl2pPr>
            <a:lvl3pPr algn="l" eaLnBrk="0" hangingPunct="0">
              <a:tabLst>
                <a:tab pos="7485063" algn="l"/>
              </a:tabLst>
              <a:defRPr sz="2400">
                <a:solidFill>
                  <a:schemeClr val="tx1"/>
                </a:solidFill>
                <a:latin typeface="Times New Roman" pitchFamily="18" charset="0"/>
              </a:defRPr>
            </a:lvl3pPr>
            <a:lvl4pPr algn="l" eaLnBrk="0" hangingPunct="0">
              <a:tabLst>
                <a:tab pos="7485063" algn="l"/>
              </a:tabLst>
              <a:defRPr sz="2400">
                <a:solidFill>
                  <a:schemeClr val="tx1"/>
                </a:solidFill>
                <a:latin typeface="Times New Roman" pitchFamily="18" charset="0"/>
              </a:defRPr>
            </a:lvl4pPr>
            <a:lvl5pPr algn="l" eaLnBrk="0" hangingPunct="0">
              <a:tabLst>
                <a:tab pos="7485063" algn="l"/>
              </a:tabLst>
              <a:defRPr sz="2400">
                <a:solidFill>
                  <a:schemeClr val="tx1"/>
                </a:solidFill>
                <a:latin typeface="Times New Roman" pitchFamily="18" charset="0"/>
              </a:defRPr>
            </a:lvl5pPr>
            <a:lvl6pPr eaLnBrk="0" fontAlgn="base" hangingPunct="0">
              <a:spcBef>
                <a:spcPct val="0"/>
              </a:spcBef>
              <a:spcAft>
                <a:spcPct val="0"/>
              </a:spcAft>
              <a:tabLst>
                <a:tab pos="7485063" algn="l"/>
              </a:tabLst>
              <a:defRPr sz="2400">
                <a:solidFill>
                  <a:schemeClr val="tx1"/>
                </a:solidFill>
                <a:latin typeface="Times New Roman" pitchFamily="18" charset="0"/>
              </a:defRPr>
            </a:lvl6pPr>
            <a:lvl7pPr eaLnBrk="0" fontAlgn="base" hangingPunct="0">
              <a:spcBef>
                <a:spcPct val="0"/>
              </a:spcBef>
              <a:spcAft>
                <a:spcPct val="0"/>
              </a:spcAft>
              <a:tabLst>
                <a:tab pos="7485063" algn="l"/>
              </a:tabLst>
              <a:defRPr sz="2400">
                <a:solidFill>
                  <a:schemeClr val="tx1"/>
                </a:solidFill>
                <a:latin typeface="Times New Roman" pitchFamily="18" charset="0"/>
              </a:defRPr>
            </a:lvl7pPr>
            <a:lvl8pPr eaLnBrk="0" fontAlgn="base" hangingPunct="0">
              <a:spcBef>
                <a:spcPct val="0"/>
              </a:spcBef>
              <a:spcAft>
                <a:spcPct val="0"/>
              </a:spcAft>
              <a:tabLst>
                <a:tab pos="7485063" algn="l"/>
              </a:tabLst>
              <a:defRPr sz="2400">
                <a:solidFill>
                  <a:schemeClr val="tx1"/>
                </a:solidFill>
                <a:latin typeface="Times New Roman" pitchFamily="18" charset="0"/>
              </a:defRPr>
            </a:lvl8pPr>
            <a:lvl9pPr eaLnBrk="0" fontAlgn="base" hangingPunct="0">
              <a:spcBef>
                <a:spcPct val="0"/>
              </a:spcBef>
              <a:spcAft>
                <a:spcPct val="0"/>
              </a:spcAft>
              <a:tabLst>
                <a:tab pos="7485063" algn="l"/>
              </a:tabLst>
              <a:defRPr sz="2400">
                <a:solidFill>
                  <a:schemeClr val="tx1"/>
                </a:solidFill>
                <a:latin typeface="Times New Roman" pitchFamily="18" charset="0"/>
              </a:defRPr>
            </a:lvl9pPr>
          </a:lstStyle>
          <a:p>
            <a:pPr algn="ctr">
              <a:defRPr/>
            </a:pPr>
            <a:r>
              <a:rPr lang="en-US" sz="1000" dirty="0">
                <a:latin typeface="Arial" pitchFamily="34" charset="0"/>
                <a:ea typeface="ＭＳ Ｐゴシック" pitchFamily="34" charset="-128"/>
                <a:cs typeface="Arial" pitchFamily="34" charset="0"/>
              </a:rPr>
              <a:t>Copyright © 2018 Wolters Kluwer · All Rights Reserved</a:t>
            </a:r>
          </a:p>
        </p:txBody>
      </p:sp>
      <p:cxnSp>
        <p:nvCxnSpPr>
          <p:cNvPr id="10" name="Straight Connector 9">
            <a:extLst>
              <a:ext uri="{FF2B5EF4-FFF2-40B4-BE49-F238E27FC236}">
                <a16:creationId xmlns:a16="http://schemas.microsoft.com/office/drawing/2014/main" id="{8717DC83-E5BA-3167-27C5-0224BF06ECF0}"/>
              </a:ext>
            </a:extLst>
          </p:cNvPr>
          <p:cNvCxnSpPr/>
          <p:nvPr userDrawn="1"/>
        </p:nvCxnSpPr>
        <p:spPr>
          <a:xfrm>
            <a:off x="0" y="1158875"/>
            <a:ext cx="12192000"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4" descr="WK_CMYK.jpg">
            <a:extLst>
              <a:ext uri="{FF2B5EF4-FFF2-40B4-BE49-F238E27FC236}">
                <a16:creationId xmlns:a16="http://schemas.microsoft.com/office/drawing/2014/main" id="{85B96F70-54F3-B718-09E1-4A3856C7DF55}"/>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609601" y="6600825"/>
            <a:ext cx="1756833"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7041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E4F369C-58DD-34EA-6AE7-C27FE6ED64D1}"/>
              </a:ext>
            </a:extLst>
          </p:cNvPr>
          <p:cNvPicPr>
            <a:picLocks noChangeAspect="1"/>
          </p:cNvPicPr>
          <p:nvPr/>
        </p:nvPicPr>
        <p:blipFill rotWithShape="1">
          <a:blip r:embed="rId2"/>
          <a:srcRect t="1910" b="17733"/>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useBgFill="1">
        <p:nvSpPr>
          <p:cNvPr id="12"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A52F44-25A8-EC3C-5944-CB22CF66C798}"/>
              </a:ext>
            </a:extLst>
          </p:cNvPr>
          <p:cNvSpPr>
            <a:spLocks noGrp="1"/>
          </p:cNvSpPr>
          <p:nvPr>
            <p:ph type="ctrTitle"/>
          </p:nvPr>
        </p:nvSpPr>
        <p:spPr>
          <a:xfrm>
            <a:off x="589556" y="5746071"/>
            <a:ext cx="7451358" cy="852260"/>
          </a:xfrm>
        </p:spPr>
        <p:txBody>
          <a:bodyPr anchor="ctr">
            <a:noAutofit/>
          </a:bodyPr>
          <a:lstStyle/>
          <a:p>
            <a:pPr algn="l"/>
            <a:r>
              <a:rPr lang="en-US" sz="2800" b="1" dirty="0"/>
              <a:t>Community as a client: applying the nursing process </a:t>
            </a:r>
          </a:p>
        </p:txBody>
      </p:sp>
      <p:sp>
        <p:nvSpPr>
          <p:cNvPr id="3" name="Subtitle 2">
            <a:extLst>
              <a:ext uri="{FF2B5EF4-FFF2-40B4-BE49-F238E27FC236}">
                <a16:creationId xmlns:a16="http://schemas.microsoft.com/office/drawing/2014/main" id="{C7CAED93-0926-4A7D-DFD3-AD3A8CD4F1C5}"/>
              </a:ext>
            </a:extLst>
          </p:cNvPr>
          <p:cNvSpPr>
            <a:spLocks noGrp="1"/>
          </p:cNvSpPr>
          <p:nvPr>
            <p:ph type="subTitle" idx="1"/>
          </p:nvPr>
        </p:nvSpPr>
        <p:spPr>
          <a:xfrm>
            <a:off x="7605056" y="5746071"/>
            <a:ext cx="4114801" cy="852260"/>
          </a:xfrm>
        </p:spPr>
        <p:txBody>
          <a:bodyPr anchor="ctr">
            <a:normAutofit/>
          </a:bodyPr>
          <a:lstStyle/>
          <a:p>
            <a:pPr algn="r"/>
            <a:r>
              <a:rPr lang="en-US" sz="2000" dirty="0"/>
              <a:t>NUR 415 – 2025/26</a:t>
            </a:r>
          </a:p>
        </p:txBody>
      </p:sp>
    </p:spTree>
    <p:extLst>
      <p:ext uri="{BB962C8B-B14F-4D97-AF65-F5344CB8AC3E}">
        <p14:creationId xmlns:p14="http://schemas.microsoft.com/office/powerpoint/2010/main" val="1304113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FA8D13-E987-001B-EAC2-86CC3E8EC721}"/>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Objectives</a:t>
            </a:r>
          </a:p>
        </p:txBody>
      </p:sp>
      <p:sp>
        <p:nvSpPr>
          <p:cNvPr id="3" name="Content Placeholder 2">
            <a:extLst>
              <a:ext uri="{FF2B5EF4-FFF2-40B4-BE49-F238E27FC236}">
                <a16:creationId xmlns:a16="http://schemas.microsoft.com/office/drawing/2014/main" id="{F271D120-D8B6-74DC-FD0D-FB129F33B8D1}"/>
              </a:ext>
            </a:extLst>
          </p:cNvPr>
          <p:cNvSpPr>
            <a:spLocks noGrp="1"/>
          </p:cNvSpPr>
          <p:nvPr>
            <p:ph idx="1"/>
          </p:nvPr>
        </p:nvSpPr>
        <p:spPr>
          <a:xfrm>
            <a:off x="1371599" y="2318197"/>
            <a:ext cx="9724031" cy="3683358"/>
          </a:xfrm>
        </p:spPr>
        <p:txBody>
          <a:bodyPr anchor="ctr">
            <a:normAutofit/>
          </a:bodyPr>
          <a:lstStyle/>
          <a:p>
            <a:r>
              <a:rPr lang="en-US" sz="1900" dirty="0"/>
              <a:t>Describe the characteristics of a healthy community.</a:t>
            </a:r>
          </a:p>
          <a:p>
            <a:r>
              <a:rPr lang="en-US" sz="1900" dirty="0"/>
              <a:t>Describe the meaning of community as client.</a:t>
            </a:r>
          </a:p>
          <a:p>
            <a:r>
              <a:rPr lang="en-US" sz="1900" dirty="0"/>
              <a:t>Articulate three specific considerations of each of the three dimensions of the community as client.</a:t>
            </a:r>
          </a:p>
          <a:p>
            <a:r>
              <a:rPr lang="en-US" sz="1900" dirty="0"/>
              <a:t>Explain methods the community health nurse might use to interact with the community.</a:t>
            </a:r>
          </a:p>
          <a:p>
            <a:r>
              <a:rPr lang="en-US" sz="1900" dirty="0"/>
              <a:t>Discuss methods of community health assessment.</a:t>
            </a:r>
          </a:p>
          <a:p>
            <a:r>
              <a:rPr lang="en-US" sz="1900" dirty="0"/>
              <a:t>Compare and contrast five types of community assessment.</a:t>
            </a:r>
          </a:p>
          <a:p>
            <a:r>
              <a:rPr lang="en-US" sz="1900" dirty="0"/>
              <a:t>Delineate five sources of community data.</a:t>
            </a:r>
          </a:p>
          <a:p>
            <a:r>
              <a:rPr lang="en-US" sz="1900" dirty="0"/>
              <a:t>Describe the role of the community health nurse as a catalyst for community development.</a:t>
            </a:r>
          </a:p>
        </p:txBody>
      </p:sp>
    </p:spTree>
    <p:extLst>
      <p:ext uri="{BB962C8B-B14F-4D97-AF65-F5344CB8AC3E}">
        <p14:creationId xmlns:p14="http://schemas.microsoft.com/office/powerpoint/2010/main" val="147106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38B09-9E0B-90A7-9FDD-C6AE1169103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Community as a client </a:t>
            </a:r>
          </a:p>
        </p:txBody>
      </p:sp>
      <p:sp>
        <p:nvSpPr>
          <p:cNvPr id="3" name="Content Placeholder 2">
            <a:extLst>
              <a:ext uri="{FF2B5EF4-FFF2-40B4-BE49-F238E27FC236}">
                <a16:creationId xmlns:a16="http://schemas.microsoft.com/office/drawing/2014/main" id="{FC27816F-9BF0-D28E-7C75-18C187B91D71}"/>
              </a:ext>
            </a:extLst>
          </p:cNvPr>
          <p:cNvSpPr>
            <a:spLocks noGrp="1"/>
          </p:cNvSpPr>
          <p:nvPr>
            <p:ph idx="1"/>
          </p:nvPr>
        </p:nvSpPr>
        <p:spPr>
          <a:xfrm>
            <a:off x="4810259" y="649480"/>
            <a:ext cx="6555347" cy="5546047"/>
          </a:xfrm>
        </p:spPr>
        <p:txBody>
          <a:bodyPr anchor="ctr">
            <a:normAutofit/>
          </a:bodyPr>
          <a:lstStyle/>
          <a:p>
            <a:r>
              <a:rPr lang="en-US" sz="2000" dirty="0"/>
              <a:t>The concept of community as client refers to a group or population of people as the focus of nursing service (Anderson &amp; McFarlane, 2015)</a:t>
            </a:r>
          </a:p>
          <a:p>
            <a:endParaRPr lang="en-US" sz="2000" dirty="0"/>
          </a:p>
          <a:p>
            <a:r>
              <a:rPr lang="en-US" sz="2000" dirty="0"/>
              <a:t>It is a new experience to think of an entire community as your focus of care, but similar principles apply</a:t>
            </a:r>
          </a:p>
          <a:p>
            <a:endParaRPr lang="en-US" sz="2000" dirty="0"/>
          </a:p>
        </p:txBody>
      </p:sp>
    </p:spTree>
    <p:extLst>
      <p:ext uri="{BB962C8B-B14F-4D97-AF65-F5344CB8AC3E}">
        <p14:creationId xmlns:p14="http://schemas.microsoft.com/office/powerpoint/2010/main" val="32187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634E63-33CC-C13B-B846-BEB617358815}"/>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WHAT IS A HEALTHY COMMUNITY</a:t>
            </a:r>
          </a:p>
        </p:txBody>
      </p:sp>
      <p:sp>
        <p:nvSpPr>
          <p:cNvPr id="3" name="Content Placeholder 2">
            <a:extLst>
              <a:ext uri="{FF2B5EF4-FFF2-40B4-BE49-F238E27FC236}">
                <a16:creationId xmlns:a16="http://schemas.microsoft.com/office/drawing/2014/main" id="{A2047568-0CC3-EDB9-5222-F34E391EF99E}"/>
              </a:ext>
            </a:extLst>
          </p:cNvPr>
          <p:cNvSpPr>
            <a:spLocks noGrp="1"/>
          </p:cNvSpPr>
          <p:nvPr>
            <p:ph idx="1"/>
          </p:nvPr>
        </p:nvSpPr>
        <p:spPr>
          <a:xfrm>
            <a:off x="6503158" y="649480"/>
            <a:ext cx="4862447" cy="5546047"/>
          </a:xfrm>
        </p:spPr>
        <p:txBody>
          <a:bodyPr anchor="ctr">
            <a:normAutofit/>
          </a:bodyPr>
          <a:lstStyle/>
          <a:p>
            <a:endParaRPr lang="en-US" sz="2000" dirty="0"/>
          </a:p>
          <a:p>
            <a:r>
              <a:rPr lang="en-US" sz="2000" dirty="0"/>
              <a:t>A community’s health can be viewed within the context of health being more than just the </a:t>
            </a:r>
            <a:r>
              <a:rPr lang="en-US" sz="2000" b="1" dirty="0"/>
              <a:t>absence of disease </a:t>
            </a:r>
            <a:r>
              <a:rPr lang="en-US" sz="2000" dirty="0"/>
              <a:t>and including things that promote the maintenance of a high </a:t>
            </a:r>
            <a:r>
              <a:rPr lang="en-US" sz="2000" b="1" dirty="0"/>
              <a:t>quality of life and productivity</a:t>
            </a:r>
          </a:p>
        </p:txBody>
      </p:sp>
    </p:spTree>
    <p:extLst>
      <p:ext uri="{BB962C8B-B14F-4D97-AF65-F5344CB8AC3E}">
        <p14:creationId xmlns:p14="http://schemas.microsoft.com/office/powerpoint/2010/main" val="1224085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7DA7234-E034-716A-E6D8-CC87D61B427E}"/>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Dimensions of Community as a Client </a:t>
            </a:r>
          </a:p>
        </p:txBody>
      </p:sp>
      <p:graphicFrame>
        <p:nvGraphicFramePr>
          <p:cNvPr id="5" name="Content Placeholder 2">
            <a:extLst>
              <a:ext uri="{FF2B5EF4-FFF2-40B4-BE49-F238E27FC236}">
                <a16:creationId xmlns:a16="http://schemas.microsoft.com/office/drawing/2014/main" id="{539EE518-BFE6-1F9F-E04A-9BE93FBC2473}"/>
              </a:ext>
            </a:extLst>
          </p:cNvPr>
          <p:cNvGraphicFramePr>
            <a:graphicFrameLocks noGrp="1"/>
          </p:cNvGraphicFramePr>
          <p:nvPr>
            <p:ph idx="1"/>
            <p:extLst>
              <p:ext uri="{D42A27DB-BD31-4B8C-83A1-F6EECF244321}">
                <p14:modId xmlns:p14="http://schemas.microsoft.com/office/powerpoint/2010/main" val="31020697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053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D196AF-9CAD-8AD5-6887-80552E9BE8A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Status/people</a:t>
            </a:r>
          </a:p>
        </p:txBody>
      </p:sp>
      <p:sp>
        <p:nvSpPr>
          <p:cNvPr id="3" name="Content Placeholder 2">
            <a:extLst>
              <a:ext uri="{FF2B5EF4-FFF2-40B4-BE49-F238E27FC236}">
                <a16:creationId xmlns:a16="http://schemas.microsoft.com/office/drawing/2014/main" id="{F90124E3-7391-85BB-EBA1-3C41F2151974}"/>
              </a:ext>
            </a:extLst>
          </p:cNvPr>
          <p:cNvSpPr>
            <a:spLocks noGrp="1"/>
          </p:cNvSpPr>
          <p:nvPr>
            <p:ph idx="1"/>
          </p:nvPr>
        </p:nvSpPr>
        <p:spPr>
          <a:xfrm>
            <a:off x="1371599" y="2318197"/>
            <a:ext cx="9724031" cy="3683358"/>
          </a:xfrm>
        </p:spPr>
        <p:txBody>
          <a:bodyPr anchor="ctr">
            <a:normAutofit/>
          </a:bodyPr>
          <a:lstStyle/>
          <a:p>
            <a:r>
              <a:rPr lang="en-US" sz="2400" dirty="0"/>
              <a:t>The most common measure of health of the community.</a:t>
            </a:r>
          </a:p>
          <a:p>
            <a:r>
              <a:rPr lang="en-US" sz="2400" dirty="0"/>
              <a:t>It comprises of morbidity and mortality data identifying the physical, emotional and social </a:t>
            </a:r>
            <a:r>
              <a:rPr lang="en-US" sz="2400" b="1" dirty="0"/>
              <a:t>determinants of health</a:t>
            </a:r>
            <a:r>
              <a:rPr lang="en-US" sz="2400" dirty="0"/>
              <a:t>.</a:t>
            </a:r>
          </a:p>
          <a:p>
            <a:pPr lvl="1"/>
            <a:r>
              <a:rPr lang="en-US" dirty="0"/>
              <a:t>The physical and social indices include- vital statistics, leading causes of death and illness, suicide rates, rates of drug and alcohol addiction.</a:t>
            </a:r>
          </a:p>
          <a:p>
            <a:pPr lvl="1"/>
            <a:r>
              <a:rPr lang="en-US" dirty="0"/>
              <a:t>Social determinants  are- crime rates, functional ability level, or high-school drop out rates, average income levels, single, female-leaded households.</a:t>
            </a:r>
          </a:p>
        </p:txBody>
      </p:sp>
    </p:spTree>
    <p:extLst>
      <p:ext uri="{BB962C8B-B14F-4D97-AF65-F5344CB8AC3E}">
        <p14:creationId xmlns:p14="http://schemas.microsoft.com/office/powerpoint/2010/main" val="1404828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29B5C9-1E46-C3C8-6EA1-D2B35F2C69E0}"/>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Structure</a:t>
            </a:r>
          </a:p>
        </p:txBody>
      </p:sp>
      <p:sp>
        <p:nvSpPr>
          <p:cNvPr id="3" name="Content Placeholder 2">
            <a:extLst>
              <a:ext uri="{FF2B5EF4-FFF2-40B4-BE49-F238E27FC236}">
                <a16:creationId xmlns:a16="http://schemas.microsoft.com/office/drawing/2014/main" id="{3B6AE8C9-E845-1641-9146-D8837E8BF8D9}"/>
              </a:ext>
            </a:extLst>
          </p:cNvPr>
          <p:cNvSpPr>
            <a:spLocks noGrp="1"/>
          </p:cNvSpPr>
          <p:nvPr>
            <p:ph idx="1"/>
          </p:nvPr>
        </p:nvSpPr>
        <p:spPr>
          <a:xfrm>
            <a:off x="4810259" y="649480"/>
            <a:ext cx="6555347" cy="5546047"/>
          </a:xfrm>
        </p:spPr>
        <p:txBody>
          <a:bodyPr anchor="ctr">
            <a:normAutofit/>
          </a:bodyPr>
          <a:lstStyle/>
          <a:p>
            <a:pPr marL="0" indent="0">
              <a:buNone/>
            </a:pPr>
            <a:r>
              <a:rPr lang="en-US" sz="2400" b="1" dirty="0">
                <a:solidFill>
                  <a:srgbClr val="FF0000"/>
                </a:solidFill>
              </a:rPr>
              <a:t>Refers to its services and resources, which can include: </a:t>
            </a:r>
          </a:p>
          <a:p>
            <a:r>
              <a:rPr lang="en-US" sz="2400" dirty="0"/>
              <a:t>E.g.1 adequacy and appropriateness of health services, and utilization of it,  number and type of health and social services, and quality measures. </a:t>
            </a:r>
          </a:p>
          <a:p>
            <a:r>
              <a:rPr lang="en-US" sz="2400" dirty="0"/>
              <a:t>E.g.2 Also availability of health care providers- nurses, doctors, dentists etc.</a:t>
            </a:r>
          </a:p>
          <a:p>
            <a:r>
              <a:rPr lang="en-US" sz="2400" dirty="0"/>
              <a:t>E.g.3. Demographic data such as socio-economic and racial distribution, age, gender and educational level.</a:t>
            </a:r>
          </a:p>
        </p:txBody>
      </p:sp>
    </p:spTree>
    <p:extLst>
      <p:ext uri="{BB962C8B-B14F-4D97-AF65-F5344CB8AC3E}">
        <p14:creationId xmlns:p14="http://schemas.microsoft.com/office/powerpoint/2010/main" val="2532485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CDA52-39E7-1D5E-0C82-977DBA5B1225}"/>
              </a:ext>
            </a:extLst>
          </p:cNvPr>
          <p:cNvSpPr>
            <a:spLocks noGrp="1"/>
          </p:cNvSpPr>
          <p:nvPr>
            <p:ph type="title"/>
          </p:nvPr>
        </p:nvSpPr>
        <p:spPr>
          <a:xfrm>
            <a:off x="786817" y="1045029"/>
            <a:ext cx="3091607" cy="764059"/>
          </a:xfrm>
        </p:spPr>
        <p:txBody>
          <a:bodyPr anchor="b">
            <a:normAutofit/>
          </a:bodyPr>
          <a:lstStyle/>
          <a:p>
            <a:r>
              <a:rPr lang="en-US" sz="4000" b="1" dirty="0"/>
              <a:t>The Processes</a:t>
            </a:r>
          </a:p>
        </p:txBody>
      </p:sp>
      <p:sp>
        <p:nvSpPr>
          <p:cNvPr id="3" name="Content Placeholder 2">
            <a:extLst>
              <a:ext uri="{FF2B5EF4-FFF2-40B4-BE49-F238E27FC236}">
                <a16:creationId xmlns:a16="http://schemas.microsoft.com/office/drawing/2014/main" id="{9176ED42-7B16-99C9-AB3D-1E92F78F0BB6}"/>
              </a:ext>
            </a:extLst>
          </p:cNvPr>
          <p:cNvSpPr>
            <a:spLocks noGrp="1"/>
          </p:cNvSpPr>
          <p:nvPr>
            <p:ph idx="1"/>
          </p:nvPr>
        </p:nvSpPr>
        <p:spPr>
          <a:xfrm>
            <a:off x="1212981" y="2418408"/>
            <a:ext cx="10373026" cy="3540265"/>
          </a:xfrm>
        </p:spPr>
        <p:txBody>
          <a:bodyPr>
            <a:normAutofit/>
          </a:bodyPr>
          <a:lstStyle/>
          <a:p>
            <a:pPr marL="0" indent="0">
              <a:lnSpc>
                <a:spcPct val="150000"/>
              </a:lnSpc>
              <a:buNone/>
            </a:pPr>
            <a:r>
              <a:rPr lang="en-US" sz="2400" dirty="0"/>
              <a:t>refers to its ability of the community to function effectively.</a:t>
            </a:r>
          </a:p>
          <a:p>
            <a:pPr>
              <a:lnSpc>
                <a:spcPct val="150000"/>
              </a:lnSpc>
            </a:pPr>
            <a:endParaRPr lang="en-US" sz="2400" dirty="0"/>
          </a:p>
          <a:p>
            <a:pPr>
              <a:lnSpc>
                <a:spcPct val="150000"/>
              </a:lnSpc>
            </a:pPr>
            <a:r>
              <a:rPr lang="en-US" sz="2400" dirty="0"/>
              <a:t>This can see through the </a:t>
            </a:r>
            <a:r>
              <a:rPr lang="en-US" sz="2400" dirty="0">
                <a:solidFill>
                  <a:srgbClr val="FF0000"/>
                </a:solidFill>
              </a:rPr>
              <a:t>collaboration between community with other subsystems </a:t>
            </a:r>
            <a:r>
              <a:rPr lang="en-US" sz="2400" dirty="0"/>
              <a:t>such as education and health (e.g. With municipality, educational institutions, environment, media </a:t>
            </a:r>
            <a:r>
              <a:rPr lang="en-US" sz="2400" dirty="0" err="1"/>
              <a:t>etc</a:t>
            </a:r>
            <a:r>
              <a:rPr lang="en-US" sz="2400" dirty="0"/>
              <a:t>).</a:t>
            </a:r>
          </a:p>
        </p:txBody>
      </p:sp>
      <p:sp>
        <p:nvSpPr>
          <p:cNvPr id="11" name="Rectangle 10">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175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106D2-A44B-0987-6921-578C6F7739CE}"/>
              </a:ext>
            </a:extLst>
          </p:cNvPr>
          <p:cNvSpPr>
            <a:spLocks noGrp="1"/>
          </p:cNvSpPr>
          <p:nvPr>
            <p:ph type="title"/>
          </p:nvPr>
        </p:nvSpPr>
        <p:spPr>
          <a:xfrm>
            <a:off x="1136397" y="502021"/>
            <a:ext cx="4959603" cy="1642969"/>
          </a:xfrm>
        </p:spPr>
        <p:txBody>
          <a:bodyPr anchor="b">
            <a:normAutofit/>
          </a:bodyPr>
          <a:lstStyle/>
          <a:p>
            <a:r>
              <a:rPr lang="en-US" sz="4000" dirty="0"/>
              <a:t>Three features of Community</a:t>
            </a:r>
          </a:p>
        </p:txBody>
      </p:sp>
      <p:sp>
        <p:nvSpPr>
          <p:cNvPr id="3" name="Content Placeholder 2">
            <a:extLst>
              <a:ext uri="{FF2B5EF4-FFF2-40B4-BE49-F238E27FC236}">
                <a16:creationId xmlns:a16="http://schemas.microsoft.com/office/drawing/2014/main" id="{B8053BBD-DDD8-9141-C6F6-2C7A98FD2357}"/>
              </a:ext>
            </a:extLst>
          </p:cNvPr>
          <p:cNvSpPr>
            <a:spLocks noGrp="1"/>
          </p:cNvSpPr>
          <p:nvPr>
            <p:ph idx="1"/>
          </p:nvPr>
        </p:nvSpPr>
        <p:spPr>
          <a:xfrm>
            <a:off x="1136397" y="2418408"/>
            <a:ext cx="4959603" cy="3522569"/>
          </a:xfrm>
        </p:spPr>
        <p:txBody>
          <a:bodyPr anchor="t">
            <a:normAutofit/>
          </a:bodyPr>
          <a:lstStyle/>
          <a:p>
            <a:r>
              <a:rPr lang="en-US" sz="2000" dirty="0"/>
              <a:t>Another perspective identifies community as having three features which are analyzed while assessing the health of the community as follow:</a:t>
            </a:r>
          </a:p>
          <a:p>
            <a:r>
              <a:rPr lang="en-US" sz="2000" dirty="0"/>
              <a:t>Location</a:t>
            </a:r>
          </a:p>
          <a:p>
            <a:r>
              <a:rPr lang="en-US" sz="2000" dirty="0"/>
              <a:t>Population.</a:t>
            </a:r>
          </a:p>
          <a:p>
            <a:r>
              <a:rPr lang="en-US" sz="2000" dirty="0"/>
              <a:t>Social system.</a:t>
            </a:r>
          </a:p>
          <a:p>
            <a:endParaRPr lang="en-US" sz="2000" dirty="0"/>
          </a:p>
        </p:txBody>
      </p:sp>
      <p:pic>
        <p:nvPicPr>
          <p:cNvPr id="7" name="Picture 6">
            <a:extLst>
              <a:ext uri="{FF2B5EF4-FFF2-40B4-BE49-F238E27FC236}">
                <a16:creationId xmlns:a16="http://schemas.microsoft.com/office/drawing/2014/main" id="{5D4F1DB8-5F9D-3AF0-31A9-6848F11E3D70}"/>
              </a:ext>
            </a:extLst>
          </p:cNvPr>
          <p:cNvPicPr>
            <a:picLocks noChangeAspect="1"/>
          </p:cNvPicPr>
          <p:nvPr/>
        </p:nvPicPr>
        <p:blipFill>
          <a:blip r:embed="rId3"/>
          <a:stretch>
            <a:fillRect/>
          </a:stretch>
        </p:blipFill>
        <p:spPr>
          <a:xfrm>
            <a:off x="6781024" y="274629"/>
            <a:ext cx="4889637" cy="5466007"/>
          </a:xfrm>
          <a:prstGeom prst="rect">
            <a:avLst/>
          </a:prstGeom>
        </p:spPr>
      </p:pic>
      <p:sp>
        <p:nvSpPr>
          <p:cNvPr id="14"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7664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4B75D-374B-A071-E7D6-07E6AB98F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78EC7-46AA-8859-4D2F-83D377D58368}"/>
              </a:ext>
            </a:extLst>
          </p:cNvPr>
          <p:cNvSpPr>
            <a:spLocks noGrp="1"/>
          </p:cNvSpPr>
          <p:nvPr>
            <p:ph type="title"/>
          </p:nvPr>
        </p:nvSpPr>
        <p:spPr>
          <a:xfrm>
            <a:off x="1136397" y="502021"/>
            <a:ext cx="4959603" cy="1642969"/>
          </a:xfrm>
        </p:spPr>
        <p:txBody>
          <a:bodyPr anchor="b">
            <a:normAutofit/>
          </a:bodyPr>
          <a:lstStyle/>
          <a:p>
            <a:r>
              <a:rPr lang="en-US" sz="4000" dirty="0"/>
              <a:t>Three features of Community</a:t>
            </a:r>
          </a:p>
        </p:txBody>
      </p:sp>
      <p:sp>
        <p:nvSpPr>
          <p:cNvPr id="3" name="Content Placeholder 2">
            <a:extLst>
              <a:ext uri="{FF2B5EF4-FFF2-40B4-BE49-F238E27FC236}">
                <a16:creationId xmlns:a16="http://schemas.microsoft.com/office/drawing/2014/main" id="{E2C240AA-BC44-44E8-C882-AF255311E629}"/>
              </a:ext>
            </a:extLst>
          </p:cNvPr>
          <p:cNvSpPr>
            <a:spLocks noGrp="1"/>
          </p:cNvSpPr>
          <p:nvPr>
            <p:ph idx="1"/>
          </p:nvPr>
        </p:nvSpPr>
        <p:spPr>
          <a:xfrm>
            <a:off x="1043091" y="3071551"/>
            <a:ext cx="4959603" cy="2937362"/>
          </a:xfrm>
        </p:spPr>
        <p:txBody>
          <a:bodyPr anchor="t">
            <a:normAutofit/>
          </a:bodyPr>
          <a:lstStyle/>
          <a:p>
            <a:pPr marL="0" indent="0">
              <a:buNone/>
            </a:pPr>
            <a:r>
              <a:rPr lang="en-US" sz="7200" b="1" dirty="0">
                <a:solidFill>
                  <a:srgbClr val="FF0000"/>
                </a:solidFill>
              </a:rPr>
              <a:t>1- Location</a:t>
            </a:r>
          </a:p>
        </p:txBody>
      </p:sp>
      <p:pic>
        <p:nvPicPr>
          <p:cNvPr id="7" name="Picture 6">
            <a:extLst>
              <a:ext uri="{FF2B5EF4-FFF2-40B4-BE49-F238E27FC236}">
                <a16:creationId xmlns:a16="http://schemas.microsoft.com/office/drawing/2014/main" id="{F096C042-C9B6-F6FD-7A73-DF371EFBE384}"/>
              </a:ext>
            </a:extLst>
          </p:cNvPr>
          <p:cNvPicPr>
            <a:picLocks noChangeAspect="1"/>
          </p:cNvPicPr>
          <p:nvPr/>
        </p:nvPicPr>
        <p:blipFill>
          <a:blip r:embed="rId3"/>
          <a:stretch>
            <a:fillRect/>
          </a:stretch>
        </p:blipFill>
        <p:spPr>
          <a:xfrm>
            <a:off x="6781024" y="274629"/>
            <a:ext cx="4889637" cy="5466007"/>
          </a:xfrm>
          <a:prstGeom prst="rect">
            <a:avLst/>
          </a:prstGeom>
        </p:spPr>
      </p:pic>
    </p:spTree>
    <p:extLst>
      <p:ext uri="{BB962C8B-B14F-4D97-AF65-F5344CB8AC3E}">
        <p14:creationId xmlns:p14="http://schemas.microsoft.com/office/powerpoint/2010/main" val="2505466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66A31-752C-2BE2-3BFE-6BAC4F8C233D}"/>
              </a:ext>
            </a:extLst>
          </p:cNvPr>
          <p:cNvSpPr>
            <a:spLocks noGrp="1"/>
          </p:cNvSpPr>
          <p:nvPr>
            <p:ph type="title"/>
          </p:nvPr>
        </p:nvSpPr>
        <p:spPr>
          <a:xfrm>
            <a:off x="1149716" y="499397"/>
            <a:ext cx="5929422" cy="1640180"/>
          </a:xfrm>
        </p:spPr>
        <p:txBody>
          <a:bodyPr anchor="b">
            <a:normAutofit/>
          </a:bodyPr>
          <a:lstStyle/>
          <a:p>
            <a:r>
              <a:rPr lang="en-US" sz="4000" dirty="0"/>
              <a:t>Location features</a:t>
            </a:r>
          </a:p>
        </p:txBody>
      </p:sp>
      <p:sp>
        <p:nvSpPr>
          <p:cNvPr id="3" name="Content Placeholder 2">
            <a:extLst>
              <a:ext uri="{FF2B5EF4-FFF2-40B4-BE49-F238E27FC236}">
                <a16:creationId xmlns:a16="http://schemas.microsoft.com/office/drawing/2014/main" id="{25F08127-EFE7-AF61-A761-BBADC9101953}"/>
              </a:ext>
            </a:extLst>
          </p:cNvPr>
          <p:cNvSpPr>
            <a:spLocks noGrp="1"/>
          </p:cNvSpPr>
          <p:nvPr>
            <p:ph idx="1"/>
          </p:nvPr>
        </p:nvSpPr>
        <p:spPr>
          <a:xfrm>
            <a:off x="1149717" y="2423821"/>
            <a:ext cx="5929422" cy="3519780"/>
          </a:xfrm>
        </p:spPr>
        <p:txBody>
          <a:bodyPr>
            <a:normAutofit fontScale="92500"/>
          </a:bodyPr>
          <a:lstStyle/>
          <a:p>
            <a:pPr marL="0" indent="0">
              <a:buNone/>
            </a:pPr>
            <a:r>
              <a:rPr lang="en-US" sz="2400" dirty="0"/>
              <a:t>Health of the community is affected by location.</a:t>
            </a:r>
          </a:p>
          <a:p>
            <a:r>
              <a:rPr lang="en-US" sz="2400" dirty="0"/>
              <a:t>It can be offering resources or threats.</a:t>
            </a:r>
          </a:p>
          <a:p>
            <a:r>
              <a:rPr lang="en-US" sz="2400" dirty="0"/>
              <a:t>A healthy community is one that makes wise use of resources and is prepared to meet the threats and dangers.</a:t>
            </a:r>
          </a:p>
          <a:p>
            <a:endParaRPr lang="en-US" sz="2400" dirty="0"/>
          </a:p>
          <a:p>
            <a:r>
              <a:rPr lang="en-US" sz="2400" b="1" dirty="0">
                <a:solidFill>
                  <a:srgbClr val="FF0000"/>
                </a:solidFill>
              </a:rPr>
              <a:t>E.g. </a:t>
            </a:r>
            <a:r>
              <a:rPr lang="en-US" sz="2400" b="1" dirty="0" err="1">
                <a:solidFill>
                  <a:srgbClr val="FF0000"/>
                </a:solidFill>
              </a:rPr>
              <a:t>Zinj</a:t>
            </a:r>
            <a:r>
              <a:rPr lang="en-US" sz="2400" b="1" dirty="0">
                <a:solidFill>
                  <a:srgbClr val="FF0000"/>
                </a:solidFill>
              </a:rPr>
              <a:t> area has lots of services, restaurants, gym or sports centers, walkable/ garden areas</a:t>
            </a:r>
            <a:r>
              <a:rPr lang="en-US" sz="2400" dirty="0"/>
              <a:t>.</a:t>
            </a:r>
          </a:p>
        </p:txBody>
      </p:sp>
      <p:pic>
        <p:nvPicPr>
          <p:cNvPr id="5" name="Picture 4" descr="Figures of houses in different position and sizes">
            <a:extLst>
              <a:ext uri="{FF2B5EF4-FFF2-40B4-BE49-F238E27FC236}">
                <a16:creationId xmlns:a16="http://schemas.microsoft.com/office/drawing/2014/main" id="{B1AFFBD6-CD8C-2BE7-4F80-C0B06972213C}"/>
              </a:ext>
            </a:extLst>
          </p:cNvPr>
          <p:cNvPicPr>
            <a:picLocks noChangeAspect="1"/>
          </p:cNvPicPr>
          <p:nvPr/>
        </p:nvPicPr>
        <p:blipFill rotWithShape="1">
          <a:blip r:embed="rId3"/>
          <a:srcRect l="16282" r="33776"/>
          <a:stretch/>
        </p:blipFill>
        <p:spPr>
          <a:xfrm>
            <a:off x="7745506" y="1254841"/>
            <a:ext cx="3765176" cy="4240742"/>
          </a:xfrm>
          <a:prstGeom prst="rect">
            <a:avLst/>
          </a:prstGeom>
        </p:spPr>
      </p:pic>
      <p:sp>
        <p:nvSpPr>
          <p:cNvPr id="20" name="Rectangle 19">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2321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24002" y="1"/>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620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dirty="0">
              <a:solidFill>
                <a:prstClr val="white"/>
              </a:solidFill>
              <a:latin typeface="Calibri" panose="020F0502020204030204"/>
            </a:endParaRPr>
          </a:p>
        </p:txBody>
      </p:sp>
      <p:sp>
        <p:nvSpPr>
          <p:cNvPr id="2" name="Title 1"/>
          <p:cNvSpPr>
            <a:spLocks noGrp="1"/>
          </p:cNvSpPr>
          <p:nvPr>
            <p:ph type="title"/>
          </p:nvPr>
        </p:nvSpPr>
        <p:spPr>
          <a:xfrm>
            <a:off x="2552697" y="348866"/>
            <a:ext cx="7533018" cy="877729"/>
          </a:xfrm>
        </p:spPr>
        <p:txBody>
          <a:bodyPr anchor="ctr">
            <a:normAutofit/>
          </a:bodyPr>
          <a:lstStyle/>
          <a:p>
            <a:pPr algn="ctr"/>
            <a:r>
              <a:rPr lang="en-US" sz="3500" b="1" dirty="0">
                <a:solidFill>
                  <a:srgbClr val="FFFFFF"/>
                </a:solidFill>
                <a:latin typeface="+mn-lt"/>
              </a:rPr>
              <a:t>The Six Location Variables</a:t>
            </a:r>
          </a:p>
        </p:txBody>
      </p:sp>
      <p:graphicFrame>
        <p:nvGraphicFramePr>
          <p:cNvPr id="7" name="Content Placeholder 6"/>
          <p:cNvGraphicFramePr>
            <a:graphicFrameLocks noGrp="1"/>
          </p:cNvGraphicFramePr>
          <p:nvPr>
            <p:ph idx="1"/>
          </p:nvPr>
        </p:nvGraphicFramePr>
        <p:xfrm>
          <a:off x="2007043" y="1839687"/>
          <a:ext cx="8195871" cy="44656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2859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C215C9A-794B-118C-A43E-CDD813CD1F57}"/>
              </a:ext>
            </a:extLst>
          </p:cNvPr>
          <p:cNvPicPr>
            <a:picLocks noChangeAspect="1"/>
          </p:cNvPicPr>
          <p:nvPr/>
        </p:nvPicPr>
        <p:blipFill rotWithShape="1">
          <a:blip r:embed="rId3">
            <a:lum bright="-20000" contrast="20000"/>
          </a:blip>
          <a:srcRect l="-1630" t="167" r="1630" b="47082"/>
          <a:stretch/>
        </p:blipFill>
        <p:spPr>
          <a:xfrm>
            <a:off x="815938" y="8830"/>
            <a:ext cx="10325100" cy="6849170"/>
          </a:xfrm>
          <a:prstGeom prst="rect">
            <a:avLst/>
          </a:prstGeom>
        </p:spPr>
      </p:pic>
    </p:spTree>
    <p:extLst>
      <p:ext uri="{BB962C8B-B14F-4D97-AF65-F5344CB8AC3E}">
        <p14:creationId xmlns:p14="http://schemas.microsoft.com/office/powerpoint/2010/main" val="1342191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67D3D3-217B-DD8B-10F2-8C6DD47BFED3}"/>
              </a:ext>
            </a:extLst>
          </p:cNvPr>
          <p:cNvPicPr>
            <a:picLocks noChangeAspect="1"/>
          </p:cNvPicPr>
          <p:nvPr/>
        </p:nvPicPr>
        <p:blipFill rotWithShape="1">
          <a:blip r:embed="rId3">
            <a:lum bright="-20000" contrast="20000"/>
          </a:blip>
          <a:srcRect t="53000"/>
          <a:stretch/>
        </p:blipFill>
        <p:spPr>
          <a:xfrm>
            <a:off x="1104900" y="381000"/>
            <a:ext cx="10314194" cy="6096000"/>
          </a:xfrm>
          <a:prstGeom prst="rect">
            <a:avLst/>
          </a:prstGeom>
        </p:spPr>
      </p:pic>
    </p:spTree>
    <p:extLst>
      <p:ext uri="{BB962C8B-B14F-4D97-AF65-F5344CB8AC3E}">
        <p14:creationId xmlns:p14="http://schemas.microsoft.com/office/powerpoint/2010/main" val="3006711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3338-C384-41F0-DABF-EA0591CE0960}"/>
              </a:ext>
            </a:extLst>
          </p:cNvPr>
          <p:cNvSpPr>
            <a:spLocks noGrp="1"/>
          </p:cNvSpPr>
          <p:nvPr>
            <p:ph type="title"/>
          </p:nvPr>
        </p:nvSpPr>
        <p:spPr/>
        <p:txBody>
          <a:bodyPr/>
          <a:lstStyle/>
          <a:p>
            <a:r>
              <a:rPr lang="en-US" dirty="0"/>
              <a:t>Match the Variable</a:t>
            </a:r>
          </a:p>
        </p:txBody>
      </p:sp>
      <p:graphicFrame>
        <p:nvGraphicFramePr>
          <p:cNvPr id="5" name="Content Placeholder 2">
            <a:extLst>
              <a:ext uri="{FF2B5EF4-FFF2-40B4-BE49-F238E27FC236}">
                <a16:creationId xmlns:a16="http://schemas.microsoft.com/office/drawing/2014/main" id="{F89FED14-FF73-91C4-4AB9-4CA112BB4664}"/>
              </a:ext>
            </a:extLst>
          </p:cNvPr>
          <p:cNvGraphicFramePr>
            <a:graphicFrameLocks noGrp="1"/>
          </p:cNvGraphicFramePr>
          <p:nvPr>
            <p:ph idx="1"/>
            <p:extLst>
              <p:ext uri="{D42A27DB-BD31-4B8C-83A1-F6EECF244321}">
                <p14:modId xmlns:p14="http://schemas.microsoft.com/office/powerpoint/2010/main" val="125313079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0599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7C3AA-B49B-F12E-7408-25BB279F8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6078A-CB2B-C003-6E21-C5D95E530A57}"/>
              </a:ext>
            </a:extLst>
          </p:cNvPr>
          <p:cNvSpPr>
            <a:spLocks noGrp="1"/>
          </p:cNvSpPr>
          <p:nvPr>
            <p:ph type="title"/>
          </p:nvPr>
        </p:nvSpPr>
        <p:spPr>
          <a:xfrm>
            <a:off x="1136397" y="502021"/>
            <a:ext cx="4959603" cy="1642969"/>
          </a:xfrm>
        </p:spPr>
        <p:txBody>
          <a:bodyPr anchor="b">
            <a:normAutofit/>
          </a:bodyPr>
          <a:lstStyle/>
          <a:p>
            <a:r>
              <a:rPr lang="en-US" sz="4000" dirty="0"/>
              <a:t>Three features of Community</a:t>
            </a:r>
          </a:p>
        </p:txBody>
      </p:sp>
      <p:sp>
        <p:nvSpPr>
          <p:cNvPr id="3" name="Content Placeholder 2">
            <a:extLst>
              <a:ext uri="{FF2B5EF4-FFF2-40B4-BE49-F238E27FC236}">
                <a16:creationId xmlns:a16="http://schemas.microsoft.com/office/drawing/2014/main" id="{251836C9-4AA2-419E-A7AB-062190BF74C9}"/>
              </a:ext>
            </a:extLst>
          </p:cNvPr>
          <p:cNvSpPr>
            <a:spLocks noGrp="1"/>
          </p:cNvSpPr>
          <p:nvPr>
            <p:ph idx="1"/>
          </p:nvPr>
        </p:nvSpPr>
        <p:spPr>
          <a:xfrm>
            <a:off x="1043091" y="3071551"/>
            <a:ext cx="4959603" cy="2937362"/>
          </a:xfrm>
        </p:spPr>
        <p:txBody>
          <a:bodyPr anchor="t">
            <a:normAutofit/>
          </a:bodyPr>
          <a:lstStyle/>
          <a:p>
            <a:pPr marL="0" indent="0">
              <a:buNone/>
            </a:pPr>
            <a:r>
              <a:rPr lang="en-US" sz="6600" b="1" dirty="0">
                <a:solidFill>
                  <a:srgbClr val="FF0000"/>
                </a:solidFill>
              </a:rPr>
              <a:t>2- Population</a:t>
            </a:r>
          </a:p>
        </p:txBody>
      </p:sp>
      <p:pic>
        <p:nvPicPr>
          <p:cNvPr id="7" name="Picture 6">
            <a:extLst>
              <a:ext uri="{FF2B5EF4-FFF2-40B4-BE49-F238E27FC236}">
                <a16:creationId xmlns:a16="http://schemas.microsoft.com/office/drawing/2014/main" id="{269B4FDF-1517-7374-A670-FC539012528A}"/>
              </a:ext>
            </a:extLst>
          </p:cNvPr>
          <p:cNvPicPr>
            <a:picLocks noChangeAspect="1"/>
          </p:cNvPicPr>
          <p:nvPr/>
        </p:nvPicPr>
        <p:blipFill>
          <a:blip r:embed="rId3"/>
          <a:stretch>
            <a:fillRect/>
          </a:stretch>
        </p:blipFill>
        <p:spPr>
          <a:xfrm>
            <a:off x="6781024" y="274629"/>
            <a:ext cx="4889637" cy="5466007"/>
          </a:xfrm>
          <a:prstGeom prst="rect">
            <a:avLst/>
          </a:prstGeom>
        </p:spPr>
      </p:pic>
    </p:spTree>
    <p:extLst>
      <p:ext uri="{BB962C8B-B14F-4D97-AF65-F5344CB8AC3E}">
        <p14:creationId xmlns:p14="http://schemas.microsoft.com/office/powerpoint/2010/main" val="902897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1AE1F5-D5A3-9C5B-D43E-5E2BFB1E51E2}"/>
              </a:ext>
            </a:extLst>
          </p:cNvPr>
          <p:cNvSpPr>
            <a:spLocks noGrp="1"/>
          </p:cNvSpPr>
          <p:nvPr>
            <p:ph type="title"/>
          </p:nvPr>
        </p:nvSpPr>
        <p:spPr>
          <a:xfrm>
            <a:off x="701846" y="373223"/>
            <a:ext cx="5929422" cy="889275"/>
          </a:xfrm>
        </p:spPr>
        <p:txBody>
          <a:bodyPr anchor="b">
            <a:normAutofit/>
          </a:bodyPr>
          <a:lstStyle/>
          <a:p>
            <a:r>
              <a:rPr lang="en-US" sz="4000" b="1" dirty="0">
                <a:solidFill>
                  <a:schemeClr val="accent6">
                    <a:lumMod val="50000"/>
                  </a:schemeClr>
                </a:solidFill>
              </a:rPr>
              <a:t>Population Characteristics</a:t>
            </a:r>
          </a:p>
        </p:txBody>
      </p:sp>
      <p:sp>
        <p:nvSpPr>
          <p:cNvPr id="3" name="Content Placeholder 2">
            <a:extLst>
              <a:ext uri="{FF2B5EF4-FFF2-40B4-BE49-F238E27FC236}">
                <a16:creationId xmlns:a16="http://schemas.microsoft.com/office/drawing/2014/main" id="{627C2AB2-469B-FE78-2A03-AA37C90E8068}"/>
              </a:ext>
            </a:extLst>
          </p:cNvPr>
          <p:cNvSpPr>
            <a:spLocks noGrp="1"/>
          </p:cNvSpPr>
          <p:nvPr>
            <p:ph idx="1"/>
          </p:nvPr>
        </p:nvSpPr>
        <p:spPr>
          <a:xfrm>
            <a:off x="317242" y="1511559"/>
            <a:ext cx="6997958" cy="4432042"/>
          </a:xfrm>
        </p:spPr>
        <p:txBody>
          <a:bodyPr>
            <a:normAutofit fontScale="92500" lnSpcReduction="10000"/>
          </a:bodyPr>
          <a:lstStyle/>
          <a:p>
            <a:r>
              <a:rPr lang="en-US" sz="2000" dirty="0"/>
              <a:t>The population consists not of a specialized aggregate but of all the diverse people who live within the boundaries of the community.</a:t>
            </a:r>
          </a:p>
          <a:p>
            <a:r>
              <a:rPr lang="en-US" sz="2000" dirty="0"/>
              <a:t>The health of any community is greatly influenced by the attributes of its population</a:t>
            </a:r>
          </a:p>
          <a:p>
            <a:r>
              <a:rPr lang="en-US" sz="2600" dirty="0"/>
              <a:t>The </a:t>
            </a:r>
            <a:r>
              <a:rPr lang="en-US" sz="2600" b="1" dirty="0"/>
              <a:t>various variables </a:t>
            </a:r>
            <a:r>
              <a:rPr lang="en-US" sz="2600" dirty="0"/>
              <a:t>in the population are:</a:t>
            </a:r>
          </a:p>
          <a:p>
            <a:pPr lvl="1">
              <a:buFont typeface="Wingdings" panose="05000000000000000000" pitchFamily="2" charset="2"/>
              <a:buChar char="Ø"/>
            </a:pPr>
            <a:r>
              <a:rPr lang="en-US" sz="2600" dirty="0"/>
              <a:t>Size </a:t>
            </a:r>
          </a:p>
          <a:p>
            <a:pPr lvl="1">
              <a:buFont typeface="Wingdings" panose="05000000000000000000" pitchFamily="2" charset="2"/>
              <a:buChar char="Ø"/>
            </a:pPr>
            <a:r>
              <a:rPr lang="en-US" sz="2600" dirty="0"/>
              <a:t>Density</a:t>
            </a:r>
          </a:p>
          <a:p>
            <a:pPr lvl="1">
              <a:buFont typeface="Wingdings" panose="05000000000000000000" pitchFamily="2" charset="2"/>
              <a:buChar char="Ø"/>
            </a:pPr>
            <a:r>
              <a:rPr lang="en-US" sz="2600" dirty="0"/>
              <a:t>Composition or demography</a:t>
            </a:r>
          </a:p>
          <a:p>
            <a:pPr lvl="1">
              <a:buFont typeface="Wingdings" panose="05000000000000000000" pitchFamily="2" charset="2"/>
              <a:buChar char="Ø"/>
            </a:pPr>
            <a:r>
              <a:rPr lang="en-US" sz="2600" dirty="0"/>
              <a:t>Rate of growth or decline</a:t>
            </a:r>
          </a:p>
          <a:p>
            <a:pPr lvl="1">
              <a:buFont typeface="Wingdings" panose="05000000000000000000" pitchFamily="2" charset="2"/>
              <a:buChar char="Ø"/>
            </a:pPr>
            <a:r>
              <a:rPr lang="en-US" sz="2600" dirty="0"/>
              <a:t>Cultural characteristics</a:t>
            </a:r>
          </a:p>
          <a:p>
            <a:pPr lvl="1">
              <a:buFont typeface="Wingdings" panose="05000000000000000000" pitchFamily="2" charset="2"/>
              <a:buChar char="Ø"/>
            </a:pPr>
            <a:r>
              <a:rPr lang="en-US" sz="2600" dirty="0"/>
              <a:t>Social class structure</a:t>
            </a:r>
          </a:p>
          <a:p>
            <a:pPr lvl="1">
              <a:buFont typeface="Wingdings" panose="05000000000000000000" pitchFamily="2" charset="2"/>
              <a:buChar char="Ø"/>
            </a:pPr>
            <a:r>
              <a:rPr lang="en-US" sz="2600" dirty="0"/>
              <a:t>Mobility</a:t>
            </a:r>
          </a:p>
          <a:p>
            <a:endParaRPr lang="en-US" sz="2000" dirty="0"/>
          </a:p>
        </p:txBody>
      </p:sp>
      <p:pic>
        <p:nvPicPr>
          <p:cNvPr id="7" name="Graphic 6" descr="Team">
            <a:extLst>
              <a:ext uri="{FF2B5EF4-FFF2-40B4-BE49-F238E27FC236}">
                <a16:creationId xmlns:a16="http://schemas.microsoft.com/office/drawing/2014/main" id="{86C7B309-A467-22A1-644E-193D1F794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45506" y="1492624"/>
            <a:ext cx="3765176" cy="3765176"/>
          </a:xfrm>
          <a:prstGeom prst="rect">
            <a:avLst/>
          </a:prstGeom>
        </p:spPr>
      </p:pic>
      <p:sp>
        <p:nvSpPr>
          <p:cNvPr id="12" name="Rectangle 11">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7485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11843" y="282202"/>
            <a:ext cx="7666807" cy="685800"/>
          </a:xfrm>
        </p:spPr>
        <p:txBody>
          <a:bodyPr>
            <a:normAutofit fontScale="90000"/>
          </a:bodyPr>
          <a:lstStyle/>
          <a:p>
            <a:pPr algn="ctr"/>
            <a:r>
              <a:rPr lang="en-US" sz="4400" b="1" dirty="0">
                <a:solidFill>
                  <a:srgbClr val="FF0000"/>
                </a:solidFill>
                <a:latin typeface="+mn-lt"/>
              </a:rPr>
              <a:t>Population  Size </a:t>
            </a:r>
          </a:p>
        </p:txBody>
      </p:sp>
      <p:sp>
        <p:nvSpPr>
          <p:cNvPr id="6" name="Content Placeholder 5"/>
          <p:cNvSpPr>
            <a:spLocks noGrp="1"/>
          </p:cNvSpPr>
          <p:nvPr>
            <p:ph idx="1"/>
          </p:nvPr>
        </p:nvSpPr>
        <p:spPr>
          <a:xfrm>
            <a:off x="1973566" y="1166091"/>
            <a:ext cx="8244869" cy="5136739"/>
          </a:xfrm>
        </p:spPr>
        <p:txBody>
          <a:bodyPr>
            <a:normAutofit/>
          </a:bodyPr>
          <a:lstStyle/>
          <a:p>
            <a:r>
              <a:rPr lang="en-US" sz="2400" dirty="0"/>
              <a:t>The population size can affect the health of the community.</a:t>
            </a:r>
          </a:p>
          <a:p>
            <a:r>
              <a:rPr lang="en-US" sz="2400" dirty="0"/>
              <a:t>E.g. Large number of geriatric population may need resources for the care.</a:t>
            </a:r>
          </a:p>
          <a:p>
            <a:r>
              <a:rPr lang="en-US" sz="2400" dirty="0"/>
              <a:t>Large crowd of population also create environmental sanitation problems. </a:t>
            </a:r>
          </a:p>
          <a:p>
            <a:r>
              <a:rPr lang="en-US" sz="2400" dirty="0"/>
              <a:t>Heterogeneity is another factor which affect the health. </a:t>
            </a:r>
          </a:p>
          <a:p>
            <a:r>
              <a:rPr lang="en-US" sz="2400" dirty="0"/>
              <a:t>E.g. A community with large number of males/ children etc, we may need to plan services accordingly.</a:t>
            </a:r>
          </a:p>
          <a:p>
            <a:pPr>
              <a:buNone/>
            </a:pPr>
            <a:endParaRPr lang="en-US" dirty="0"/>
          </a:p>
        </p:txBody>
      </p:sp>
      <p:pic>
        <p:nvPicPr>
          <p:cNvPr id="13314" name="Picture 2" descr="A difícil arte de viver em sociedade">
            <a:extLst>
              <a:ext uri="{FF2B5EF4-FFF2-40B4-BE49-F238E27FC236}">
                <a16:creationId xmlns:a16="http://schemas.microsoft.com/office/drawing/2014/main" id="{CDA2CC38-5194-815D-D4FA-B1D13FFEE2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030" y="4513762"/>
            <a:ext cx="4288971" cy="2251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486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687AFE0E-B37D-4531-AFE8-231C8348E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2" name="Title 1"/>
          <p:cNvSpPr>
            <a:spLocks noGrp="1"/>
          </p:cNvSpPr>
          <p:nvPr>
            <p:ph type="title"/>
          </p:nvPr>
        </p:nvSpPr>
        <p:spPr>
          <a:xfrm>
            <a:off x="2000250" y="1"/>
            <a:ext cx="7886700" cy="1325563"/>
          </a:xfrm>
        </p:spPr>
        <p:txBody>
          <a:bodyPr>
            <a:normAutofit/>
          </a:bodyPr>
          <a:lstStyle/>
          <a:p>
            <a:pPr algn="ctr"/>
            <a:r>
              <a:rPr lang="en-US" sz="4000" b="1" dirty="0">
                <a:solidFill>
                  <a:srgbClr val="FF0000"/>
                </a:solidFill>
                <a:latin typeface="+mn-lt"/>
              </a:rPr>
              <a:t>Population  Density</a:t>
            </a:r>
          </a:p>
        </p:txBody>
      </p:sp>
      <p:sp>
        <p:nvSpPr>
          <p:cNvPr id="6" name="Content Placeholder 5"/>
          <p:cNvSpPr>
            <a:spLocks noGrp="1"/>
          </p:cNvSpPr>
          <p:nvPr>
            <p:ph idx="1"/>
          </p:nvPr>
        </p:nvSpPr>
        <p:spPr>
          <a:xfrm>
            <a:off x="1719943" y="1349830"/>
            <a:ext cx="5540828" cy="4827133"/>
          </a:xfrm>
        </p:spPr>
        <p:txBody>
          <a:bodyPr>
            <a:normAutofit/>
          </a:bodyPr>
          <a:lstStyle/>
          <a:p>
            <a:r>
              <a:rPr lang="en-US" sz="2600" dirty="0"/>
              <a:t>The population density can affect the health of the community.</a:t>
            </a:r>
          </a:p>
          <a:p>
            <a:r>
              <a:rPr lang="en-US" sz="2600" dirty="0"/>
              <a:t>E.g. overcrowded or congested housing.</a:t>
            </a:r>
          </a:p>
          <a:p>
            <a:r>
              <a:rPr lang="en-US" sz="2600" dirty="0"/>
              <a:t>Creates also environmental hazards – like smoke pollution (due to vehicles smoke), more number of motor vehicle accidents, lung problems etc.</a:t>
            </a:r>
          </a:p>
          <a:p>
            <a:pPr>
              <a:buNone/>
            </a:pPr>
            <a:endParaRPr lang="en-US" sz="2600" dirty="0"/>
          </a:p>
          <a:p>
            <a:r>
              <a:rPr lang="en-US" sz="2600" dirty="0"/>
              <a:t>On the opposite, What is the disadvantage of low-density community? </a:t>
            </a:r>
          </a:p>
          <a:p>
            <a:pPr>
              <a:buNone/>
            </a:pPr>
            <a:endParaRPr lang="en-US" sz="1700" dirty="0"/>
          </a:p>
        </p:txBody>
      </p:sp>
      <p:pic>
        <p:nvPicPr>
          <p:cNvPr id="14338" name="Picture 2" descr="Population Density And Population Distribution Quiz - ProProfs Quiz">
            <a:extLst>
              <a:ext uri="{FF2B5EF4-FFF2-40B4-BE49-F238E27FC236}">
                <a16:creationId xmlns:a16="http://schemas.microsoft.com/office/drawing/2014/main" id="{701D047F-C163-20F5-1EE7-8A7DFBF1D4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631" r="23015" b="1"/>
          <a:stretch/>
        </p:blipFill>
        <p:spPr bwMode="auto">
          <a:xfrm>
            <a:off x="6966149" y="2057400"/>
            <a:ext cx="3617748" cy="3843730"/>
          </a:xfrm>
          <a:custGeom>
            <a:avLst/>
            <a:gdLst/>
            <a:ahLst/>
            <a:cxnLst/>
            <a:rect l="l" t="t" r="r" b="b"/>
            <a:pathLst>
              <a:path w="5283866" h="4210442">
                <a:moveTo>
                  <a:pt x="839883" y="18"/>
                </a:moveTo>
                <a:cubicBezTo>
                  <a:pt x="851945" y="328"/>
                  <a:pt x="864423" y="4671"/>
                  <a:pt x="875727" y="6050"/>
                </a:cubicBezTo>
                <a:cubicBezTo>
                  <a:pt x="1125267" y="36932"/>
                  <a:pt x="1374804" y="70296"/>
                  <a:pt x="1624617" y="99799"/>
                </a:cubicBezTo>
                <a:cubicBezTo>
                  <a:pt x="1858164" y="127373"/>
                  <a:pt x="2093363" y="133714"/>
                  <a:pt x="2328012" y="148051"/>
                </a:cubicBezTo>
                <a:cubicBezTo>
                  <a:pt x="2612016" y="165424"/>
                  <a:pt x="2895470" y="189965"/>
                  <a:pt x="3177820" y="228566"/>
                </a:cubicBezTo>
                <a:cubicBezTo>
                  <a:pt x="3373866" y="255590"/>
                  <a:pt x="3571843" y="274338"/>
                  <a:pt x="3770646" y="252831"/>
                </a:cubicBezTo>
                <a:cubicBezTo>
                  <a:pt x="3780572" y="251727"/>
                  <a:pt x="3791878" y="248144"/>
                  <a:pt x="3800149" y="251727"/>
                </a:cubicBezTo>
                <a:cubicBezTo>
                  <a:pt x="3896658" y="291986"/>
                  <a:pt x="4001986" y="263033"/>
                  <a:pt x="4102076" y="288400"/>
                </a:cubicBezTo>
                <a:cubicBezTo>
                  <a:pt x="4076434" y="386286"/>
                  <a:pt x="3966416" y="378289"/>
                  <a:pt x="3904377" y="446120"/>
                </a:cubicBezTo>
                <a:cubicBezTo>
                  <a:pt x="4005570" y="473141"/>
                  <a:pt x="4096562" y="500439"/>
                  <a:pt x="4188933" y="520843"/>
                </a:cubicBezTo>
                <a:cubicBezTo>
                  <a:pt x="4286818" y="542350"/>
                  <a:pt x="4369813" y="600531"/>
                  <a:pt x="4465492" y="626449"/>
                </a:cubicBezTo>
                <a:cubicBezTo>
                  <a:pt x="4485897" y="631964"/>
                  <a:pt x="4510437" y="651264"/>
                  <a:pt x="4517606" y="670015"/>
                </a:cubicBezTo>
                <a:cubicBezTo>
                  <a:pt x="4540768" y="730677"/>
                  <a:pt x="5003171" y="900804"/>
                  <a:pt x="4948576" y="954847"/>
                </a:cubicBezTo>
                <a:cubicBezTo>
                  <a:pt x="4925966" y="977182"/>
                  <a:pt x="4896738" y="993174"/>
                  <a:pt x="4866132" y="1015233"/>
                </a:cubicBezTo>
                <a:cubicBezTo>
                  <a:pt x="4912180" y="1056869"/>
                  <a:pt x="4964017" y="1075067"/>
                  <a:pt x="5019164" y="1087474"/>
                </a:cubicBezTo>
                <a:cubicBezTo>
                  <a:pt x="5035708" y="1091335"/>
                  <a:pt x="5051977" y="1099055"/>
                  <a:pt x="5053630" y="1117806"/>
                </a:cubicBezTo>
                <a:cubicBezTo>
                  <a:pt x="5055284" y="1137382"/>
                  <a:pt x="5038464" y="1145101"/>
                  <a:pt x="5024404" y="1154202"/>
                </a:cubicBezTo>
                <a:cubicBezTo>
                  <a:pt x="5004826" y="1166885"/>
                  <a:pt x="4985800" y="1177916"/>
                  <a:pt x="4960984" y="1179569"/>
                </a:cubicBezTo>
                <a:cubicBezTo>
                  <a:pt x="4920176" y="1182051"/>
                  <a:pt x="4900600" y="1217344"/>
                  <a:pt x="4876887" y="1243814"/>
                </a:cubicBezTo>
                <a:cubicBezTo>
                  <a:pt x="4863652" y="1258705"/>
                  <a:pt x="4857034" y="1288759"/>
                  <a:pt x="4880195" y="1293998"/>
                </a:cubicBezTo>
                <a:cubicBezTo>
                  <a:pt x="4935892" y="1306682"/>
                  <a:pt x="4931480" y="1343355"/>
                  <a:pt x="4930104" y="1384991"/>
                </a:cubicBezTo>
                <a:cubicBezTo>
                  <a:pt x="4928173" y="1436553"/>
                  <a:pt x="4895360" y="1460265"/>
                  <a:pt x="4855103" y="1480119"/>
                </a:cubicBezTo>
                <a:cubicBezTo>
                  <a:pt x="4841316" y="1487011"/>
                  <a:pt x="4821740" y="1486735"/>
                  <a:pt x="4816500" y="1508242"/>
                </a:cubicBezTo>
                <a:cubicBezTo>
                  <a:pt x="4839110" y="1528648"/>
                  <a:pt x="4866684" y="1512103"/>
                  <a:pt x="4890949" y="1517893"/>
                </a:cubicBezTo>
                <a:cubicBezTo>
                  <a:pt x="4911077" y="1522581"/>
                  <a:pt x="4944441" y="1520100"/>
                  <a:pt x="4916868" y="1557599"/>
                </a:cubicBezTo>
                <a:cubicBezTo>
                  <a:pt x="4908870" y="1568352"/>
                  <a:pt x="4918245" y="1576625"/>
                  <a:pt x="4928448" y="1577453"/>
                </a:cubicBezTo>
                <a:cubicBezTo>
                  <a:pt x="5010066" y="1586000"/>
                  <a:pt x="4972566" y="1661827"/>
                  <a:pt x="4998760" y="1701809"/>
                </a:cubicBezTo>
                <a:cubicBezTo>
                  <a:pt x="5005928" y="1712836"/>
                  <a:pt x="4998208" y="1731862"/>
                  <a:pt x="4986903" y="1736550"/>
                </a:cubicBezTo>
                <a:cubicBezTo>
                  <a:pt x="4914660" y="1767432"/>
                  <a:pt x="4904735" y="1841053"/>
                  <a:pt x="4869716" y="1904472"/>
                </a:cubicBezTo>
                <a:cubicBezTo>
                  <a:pt x="4907768" y="1929562"/>
                  <a:pt x="4953264" y="1935077"/>
                  <a:pt x="4994348" y="1951346"/>
                </a:cubicBezTo>
                <a:cubicBezTo>
                  <a:pt x="5037087" y="1968441"/>
                  <a:pt x="5037087" y="1981125"/>
                  <a:pt x="5001792" y="2030756"/>
                </a:cubicBezTo>
                <a:cubicBezTo>
                  <a:pt x="5093611" y="2041511"/>
                  <a:pt x="5093611" y="2041511"/>
                  <a:pt x="5065212" y="2119543"/>
                </a:cubicBezTo>
                <a:cubicBezTo>
                  <a:pt x="5142142" y="2126712"/>
                  <a:pt x="5192876" y="2163660"/>
                  <a:pt x="5204732" y="2244450"/>
                </a:cubicBezTo>
                <a:cubicBezTo>
                  <a:pt x="5210523" y="2283604"/>
                  <a:pt x="5245265" y="2302077"/>
                  <a:pt x="5283866" y="2328272"/>
                </a:cubicBezTo>
                <a:cubicBezTo>
                  <a:pt x="5235890" y="2353641"/>
                  <a:pt x="5203354" y="2406580"/>
                  <a:pt x="5147380" y="2350606"/>
                </a:cubicBezTo>
                <a:cubicBezTo>
                  <a:pt x="5126976" y="2330203"/>
                  <a:pt x="5128904" y="2356121"/>
                  <a:pt x="5126148" y="2363566"/>
                </a:cubicBezTo>
                <a:cubicBezTo>
                  <a:pt x="5119532" y="2381764"/>
                  <a:pt x="5133316" y="2393897"/>
                  <a:pt x="5142417" y="2407682"/>
                </a:cubicBezTo>
                <a:cubicBezTo>
                  <a:pt x="5151240" y="2421470"/>
                  <a:pt x="5161718" y="2436083"/>
                  <a:pt x="5164200" y="2451526"/>
                </a:cubicBezTo>
                <a:cubicBezTo>
                  <a:pt x="5165852" y="2462279"/>
                  <a:pt x="5157858" y="2477994"/>
                  <a:pt x="5149034" y="2485992"/>
                </a:cubicBezTo>
                <a:cubicBezTo>
                  <a:pt x="5102710" y="2528178"/>
                  <a:pt x="5130284" y="2623031"/>
                  <a:pt x="5042601" y="2635164"/>
                </a:cubicBezTo>
                <a:cubicBezTo>
                  <a:pt x="5003171" y="2640677"/>
                  <a:pt x="4984146" y="2675420"/>
                  <a:pt x="4955194" y="2694445"/>
                </a:cubicBezTo>
                <a:cubicBezTo>
                  <a:pt x="4854552" y="2760897"/>
                  <a:pt x="4787272" y="2846375"/>
                  <a:pt x="4756116" y="2963836"/>
                </a:cubicBezTo>
                <a:cubicBezTo>
                  <a:pt x="4747568" y="2996372"/>
                  <a:pt x="4714754" y="3022569"/>
                  <a:pt x="4693523" y="3051244"/>
                </a:cubicBezTo>
                <a:cubicBezTo>
                  <a:pt x="4703726" y="3072199"/>
                  <a:pt x="4759424" y="3026979"/>
                  <a:pt x="4739848" y="3082125"/>
                </a:cubicBezTo>
                <a:cubicBezTo>
                  <a:pt x="4724958" y="3123486"/>
                  <a:pt x="4686906" y="3149129"/>
                  <a:pt x="4651060" y="3173670"/>
                </a:cubicBezTo>
                <a:cubicBezTo>
                  <a:pt x="4610252" y="3201518"/>
                  <a:pt x="4565032" y="3223852"/>
                  <a:pt x="4546556" y="3275413"/>
                </a:cubicBezTo>
                <a:cubicBezTo>
                  <a:pt x="4542697" y="3286444"/>
                  <a:pt x="4530288" y="3298024"/>
                  <a:pt x="4519261" y="3302437"/>
                </a:cubicBezTo>
                <a:cubicBezTo>
                  <a:pt x="3944081" y="4209875"/>
                  <a:pt x="2528194" y="4215939"/>
                  <a:pt x="2364961" y="4209597"/>
                </a:cubicBezTo>
                <a:cubicBezTo>
                  <a:pt x="2167260" y="4201602"/>
                  <a:pt x="1980313" y="4145627"/>
                  <a:pt x="1796951" y="4075867"/>
                </a:cubicBezTo>
                <a:cubicBezTo>
                  <a:pt x="1719469" y="4046365"/>
                  <a:pt x="1647505" y="4004453"/>
                  <a:pt x="1572227" y="3971917"/>
                </a:cubicBezTo>
                <a:cubicBezTo>
                  <a:pt x="1468277" y="3926971"/>
                  <a:pt x="1388040" y="3841219"/>
                  <a:pt x="1284364" y="3805097"/>
                </a:cubicBezTo>
                <a:cubicBezTo>
                  <a:pt x="1177655" y="3767873"/>
                  <a:pt x="1086388" y="3699767"/>
                  <a:pt x="976645" y="3670815"/>
                </a:cubicBezTo>
                <a:cubicBezTo>
                  <a:pt x="918742" y="3655375"/>
                  <a:pt x="862768" y="3627527"/>
                  <a:pt x="871866" y="3547839"/>
                </a:cubicBezTo>
                <a:cubicBezTo>
                  <a:pt x="874349" y="3525228"/>
                  <a:pt x="859184" y="3506755"/>
                  <a:pt x="835195" y="3513373"/>
                </a:cubicBezTo>
                <a:cubicBezTo>
                  <a:pt x="789424" y="3525780"/>
                  <a:pt x="768744" y="3492967"/>
                  <a:pt x="743375" y="3468427"/>
                </a:cubicBezTo>
                <a:cubicBezTo>
                  <a:pt x="698156" y="3424863"/>
                  <a:pt x="655142" y="3378540"/>
                  <a:pt x="583175" y="3371370"/>
                </a:cubicBezTo>
                <a:cubicBezTo>
                  <a:pt x="596961" y="3337178"/>
                  <a:pt x="620399" y="3342142"/>
                  <a:pt x="641906" y="3349311"/>
                </a:cubicBezTo>
                <a:cubicBezTo>
                  <a:pt x="698432" y="3368062"/>
                  <a:pt x="754405" y="3389293"/>
                  <a:pt x="810930" y="3408042"/>
                </a:cubicBezTo>
                <a:cubicBezTo>
                  <a:pt x="847878" y="3420175"/>
                  <a:pt x="884551" y="3437271"/>
                  <a:pt x="933908" y="3423758"/>
                </a:cubicBezTo>
                <a:cubicBezTo>
                  <a:pt x="891445" y="3354826"/>
                  <a:pt x="819202" y="3342418"/>
                  <a:pt x="760747" y="3321187"/>
                </a:cubicBezTo>
                <a:cubicBezTo>
                  <a:pt x="687678" y="3294441"/>
                  <a:pt x="644664" y="3243980"/>
                  <a:pt x="593101" y="3187731"/>
                </a:cubicBezTo>
                <a:cubicBezTo>
                  <a:pt x="646869" y="3174220"/>
                  <a:pt x="680233" y="3215581"/>
                  <a:pt x="722419" y="3213374"/>
                </a:cubicBezTo>
                <a:cubicBezTo>
                  <a:pt x="724627" y="3206207"/>
                  <a:pt x="728486" y="3195729"/>
                  <a:pt x="727934" y="3195451"/>
                </a:cubicBezTo>
                <a:cubicBezTo>
                  <a:pt x="659002" y="3164570"/>
                  <a:pt x="626741" y="3106666"/>
                  <a:pt x="615987" y="3036630"/>
                </a:cubicBezTo>
                <a:cubicBezTo>
                  <a:pt x="610473" y="3000510"/>
                  <a:pt x="585381" y="2989205"/>
                  <a:pt x="560564" y="2972660"/>
                </a:cubicBezTo>
                <a:cubicBezTo>
                  <a:pt x="473984" y="2913930"/>
                  <a:pt x="382441" y="2860713"/>
                  <a:pt x="311302" y="2779924"/>
                </a:cubicBezTo>
                <a:cubicBezTo>
                  <a:pt x="393471" y="2790677"/>
                  <a:pt x="459371" y="2843341"/>
                  <a:pt x="547882" y="2865952"/>
                </a:cubicBezTo>
                <a:cubicBezTo>
                  <a:pt x="477570" y="2777166"/>
                  <a:pt x="386577" y="2732222"/>
                  <a:pt x="303582" y="2678453"/>
                </a:cubicBezTo>
                <a:cubicBezTo>
                  <a:pt x="265806" y="2653913"/>
                  <a:pt x="230790" y="2622479"/>
                  <a:pt x="185016" y="2609244"/>
                </a:cubicBezTo>
                <a:cubicBezTo>
                  <a:pt x="168748" y="2604556"/>
                  <a:pt x="142002" y="2594630"/>
                  <a:pt x="154963" y="2568435"/>
                </a:cubicBezTo>
                <a:cubicBezTo>
                  <a:pt x="165990" y="2546654"/>
                  <a:pt x="187773" y="2553269"/>
                  <a:pt x="207627" y="2559612"/>
                </a:cubicBezTo>
                <a:cubicBezTo>
                  <a:pt x="255328" y="2575330"/>
                  <a:pt x="304685" y="2575604"/>
                  <a:pt x="369207" y="2575330"/>
                </a:cubicBezTo>
                <a:cubicBezTo>
                  <a:pt x="315163" y="2503363"/>
                  <a:pt x="216174" y="2524871"/>
                  <a:pt x="169852" y="2449319"/>
                </a:cubicBezTo>
                <a:cubicBezTo>
                  <a:pt x="227755" y="2436083"/>
                  <a:pt x="272424" y="2463381"/>
                  <a:pt x="319299" y="2468619"/>
                </a:cubicBezTo>
                <a:cubicBezTo>
                  <a:pt x="361761" y="2473307"/>
                  <a:pt x="372239" y="2460624"/>
                  <a:pt x="362313" y="2418988"/>
                </a:cubicBezTo>
                <a:cubicBezTo>
                  <a:pt x="346873" y="2354190"/>
                  <a:pt x="370034" y="2321102"/>
                  <a:pt x="431798" y="2338750"/>
                </a:cubicBezTo>
                <a:cubicBezTo>
                  <a:pt x="489149" y="2355293"/>
                  <a:pt x="495215" y="2331030"/>
                  <a:pt x="479775" y="2294082"/>
                </a:cubicBezTo>
                <a:cubicBezTo>
                  <a:pt x="457716" y="2240315"/>
                  <a:pt x="482807" y="2198678"/>
                  <a:pt x="499903" y="2153458"/>
                </a:cubicBezTo>
                <a:cubicBezTo>
                  <a:pt x="526099" y="2084525"/>
                  <a:pt x="515069" y="2050885"/>
                  <a:pt x="458544" y="1999599"/>
                </a:cubicBezTo>
                <a:cubicBezTo>
                  <a:pt x="426835" y="1970921"/>
                  <a:pt x="392645" y="1946658"/>
                  <a:pt x="346596" y="1921843"/>
                </a:cubicBezTo>
                <a:cubicBezTo>
                  <a:pt x="452753" y="1908331"/>
                  <a:pt x="341358" y="1862836"/>
                  <a:pt x="378857" y="1834435"/>
                </a:cubicBezTo>
                <a:cubicBezTo>
                  <a:pt x="453856" y="1822854"/>
                  <a:pt x="515069" y="1913294"/>
                  <a:pt x="617091" y="1887376"/>
                </a:cubicBezTo>
                <a:cubicBezTo>
                  <a:pt x="491080" y="1809066"/>
                  <a:pt x="351835" y="1783423"/>
                  <a:pt x="260568" y="1679198"/>
                </a:cubicBezTo>
                <a:cubicBezTo>
                  <a:pt x="281523" y="1655484"/>
                  <a:pt x="302479" y="1677543"/>
                  <a:pt x="320402" y="1668720"/>
                </a:cubicBezTo>
                <a:cubicBezTo>
                  <a:pt x="319850" y="1663205"/>
                  <a:pt x="321230" y="1654932"/>
                  <a:pt x="317920" y="1652452"/>
                </a:cubicBezTo>
                <a:cubicBezTo>
                  <a:pt x="249815" y="1595650"/>
                  <a:pt x="248711" y="1594273"/>
                  <a:pt x="321779" y="1552359"/>
                </a:cubicBezTo>
                <a:cubicBezTo>
                  <a:pt x="347424" y="1537746"/>
                  <a:pt x="345218" y="1524786"/>
                  <a:pt x="331707" y="1506313"/>
                </a:cubicBezTo>
                <a:cubicBezTo>
                  <a:pt x="322055" y="1493353"/>
                  <a:pt x="310475" y="1481772"/>
                  <a:pt x="315990" y="1453371"/>
                </a:cubicBezTo>
                <a:cubicBezTo>
                  <a:pt x="355971" y="1489769"/>
                  <a:pt x="549259" y="1477912"/>
                  <a:pt x="583450" y="1474052"/>
                </a:cubicBezTo>
                <a:cubicBezTo>
                  <a:pt x="621777" y="1469917"/>
                  <a:pt x="659553" y="1452269"/>
                  <a:pt x="699809" y="1461919"/>
                </a:cubicBezTo>
                <a:cubicBezTo>
                  <a:pt x="732070" y="1469641"/>
                  <a:pt x="881516" y="1544364"/>
                  <a:pt x="902750" y="1458612"/>
                </a:cubicBezTo>
                <a:cubicBezTo>
                  <a:pt x="903853" y="1454475"/>
                  <a:pt x="964237" y="1464127"/>
                  <a:pt x="996774" y="1468814"/>
                </a:cubicBezTo>
                <a:cubicBezTo>
                  <a:pt x="1025451" y="1472674"/>
                  <a:pt x="1057712" y="1489769"/>
                  <a:pt x="1077012" y="1455578"/>
                </a:cubicBezTo>
                <a:cubicBezTo>
                  <a:pt x="1088317" y="1435450"/>
                  <a:pt x="1041719" y="1396571"/>
                  <a:pt x="1000083" y="1393262"/>
                </a:cubicBezTo>
                <a:cubicBezTo>
                  <a:pt x="963961" y="1390229"/>
                  <a:pt x="926186" y="1385817"/>
                  <a:pt x="891720" y="1394089"/>
                </a:cubicBezTo>
                <a:cubicBezTo>
                  <a:pt x="849258" y="1404017"/>
                  <a:pt x="826372" y="1388024"/>
                  <a:pt x="814515" y="1353557"/>
                </a:cubicBezTo>
                <a:cubicBezTo>
                  <a:pt x="801280" y="1315506"/>
                  <a:pt x="775911" y="1297858"/>
                  <a:pt x="740895" y="1280211"/>
                </a:cubicBezTo>
                <a:cubicBezTo>
                  <a:pt x="655967" y="1237474"/>
                  <a:pt x="574352" y="1188118"/>
                  <a:pt x="481154" y="1163301"/>
                </a:cubicBezTo>
                <a:cubicBezTo>
                  <a:pt x="462679" y="1158337"/>
                  <a:pt x="442276" y="1151719"/>
                  <a:pt x="433728" y="1118909"/>
                </a:cubicBezTo>
                <a:cubicBezTo>
                  <a:pt x="686023" y="1167987"/>
                  <a:pt x="915984" y="1295929"/>
                  <a:pt x="1176276" y="1288484"/>
                </a:cubicBezTo>
                <a:cubicBezTo>
                  <a:pt x="1105137" y="1247950"/>
                  <a:pt x="1022694" y="1245745"/>
                  <a:pt x="946867" y="1217344"/>
                </a:cubicBezTo>
                <a:cubicBezTo>
                  <a:pt x="1000635" y="1196113"/>
                  <a:pt x="1051094" y="1218172"/>
                  <a:pt x="1102104" y="1230304"/>
                </a:cubicBezTo>
                <a:cubicBezTo>
                  <a:pt x="1144843" y="1240230"/>
                  <a:pt x="1183446" y="1241885"/>
                  <a:pt x="1188133" y="1182603"/>
                </a:cubicBezTo>
                <a:cubicBezTo>
                  <a:pt x="1186478" y="1178742"/>
                  <a:pt x="1186754" y="1173780"/>
                  <a:pt x="1187030" y="1169092"/>
                </a:cubicBezTo>
                <a:cubicBezTo>
                  <a:pt x="1172690" y="1144552"/>
                  <a:pt x="1150358" y="1131868"/>
                  <a:pt x="1123887" y="1124698"/>
                </a:cubicBezTo>
                <a:cubicBezTo>
                  <a:pt x="1107894" y="1120286"/>
                  <a:pt x="1086663" y="1113668"/>
                  <a:pt x="1086938" y="1096023"/>
                </a:cubicBezTo>
                <a:cubicBezTo>
                  <a:pt x="1087765" y="1030674"/>
                  <a:pt x="1036756" y="1011647"/>
                  <a:pt x="985744" y="992622"/>
                </a:cubicBezTo>
                <a:cubicBezTo>
                  <a:pt x="1014145" y="960086"/>
                  <a:pt x="1036479" y="984074"/>
                  <a:pt x="1057987" y="981594"/>
                </a:cubicBezTo>
                <a:cubicBezTo>
                  <a:pt x="1072049" y="979939"/>
                  <a:pt x="1084733" y="976906"/>
                  <a:pt x="1084733" y="960086"/>
                </a:cubicBezTo>
                <a:cubicBezTo>
                  <a:pt x="1085008" y="946023"/>
                  <a:pt x="1078390" y="930030"/>
                  <a:pt x="1064605" y="929756"/>
                </a:cubicBezTo>
                <a:cubicBezTo>
                  <a:pt x="978300" y="927273"/>
                  <a:pt x="930599" y="836833"/>
                  <a:pt x="840985" y="836558"/>
                </a:cubicBezTo>
                <a:cubicBezTo>
                  <a:pt x="787493" y="836558"/>
                  <a:pt x="868834" y="785547"/>
                  <a:pt x="823615" y="764315"/>
                </a:cubicBezTo>
                <a:cubicBezTo>
                  <a:pt x="813687" y="759628"/>
                  <a:pt x="849533" y="752460"/>
                  <a:pt x="865526" y="753562"/>
                </a:cubicBezTo>
                <a:cubicBezTo>
                  <a:pt x="881242" y="754665"/>
                  <a:pt x="895304" y="768175"/>
                  <a:pt x="914331" y="758525"/>
                </a:cubicBezTo>
                <a:cubicBezTo>
                  <a:pt x="924808" y="724059"/>
                  <a:pt x="897787" y="711375"/>
                  <a:pt x="875452" y="701724"/>
                </a:cubicBezTo>
                <a:cubicBezTo>
                  <a:pt x="823889" y="679390"/>
                  <a:pt x="773706" y="652369"/>
                  <a:pt x="717181" y="644371"/>
                </a:cubicBezTo>
                <a:cubicBezTo>
                  <a:pt x="697053" y="641614"/>
                  <a:pt x="746133" y="604666"/>
                  <a:pt x="755783" y="591707"/>
                </a:cubicBezTo>
                <a:cubicBezTo>
                  <a:pt x="528304" y="455496"/>
                  <a:pt x="254778" y="462388"/>
                  <a:pt x="0" y="352370"/>
                </a:cubicBezTo>
                <a:cubicBezTo>
                  <a:pt x="56250" y="330864"/>
                  <a:pt x="97610" y="346580"/>
                  <a:pt x="135937" y="349889"/>
                </a:cubicBezTo>
                <a:cubicBezTo>
                  <a:pt x="231615" y="358160"/>
                  <a:pt x="326193" y="375256"/>
                  <a:pt x="421595" y="385458"/>
                </a:cubicBezTo>
                <a:cubicBezTo>
                  <a:pt x="468469" y="390421"/>
                  <a:pt x="512035" y="409172"/>
                  <a:pt x="564424" y="379393"/>
                </a:cubicBezTo>
                <a:cubicBezTo>
                  <a:pt x="599443" y="359540"/>
                  <a:pt x="655418" y="381046"/>
                  <a:pt x="698432" y="398694"/>
                </a:cubicBezTo>
                <a:cubicBezTo>
                  <a:pt x="734000" y="413307"/>
                  <a:pt x="767916" y="417167"/>
                  <a:pt x="815067" y="398694"/>
                </a:cubicBezTo>
                <a:cubicBezTo>
                  <a:pt x="772328" y="387389"/>
                  <a:pt x="739515" y="377463"/>
                  <a:pt x="705876" y="370568"/>
                </a:cubicBezTo>
                <a:cubicBezTo>
                  <a:pt x="679130" y="365055"/>
                  <a:pt x="742825" y="342719"/>
                  <a:pt x="775360" y="345477"/>
                </a:cubicBezTo>
                <a:cubicBezTo>
                  <a:pt x="820857" y="349337"/>
                  <a:pt x="795214" y="335000"/>
                  <a:pt x="787493" y="315146"/>
                </a:cubicBezTo>
                <a:cubicBezTo>
                  <a:pt x="779221" y="293915"/>
                  <a:pt x="803761" y="287298"/>
                  <a:pt x="819202" y="291709"/>
                </a:cubicBezTo>
                <a:cubicBezTo>
                  <a:pt x="878484" y="309081"/>
                  <a:pt x="937491" y="278474"/>
                  <a:pt x="998705" y="303291"/>
                </a:cubicBezTo>
                <a:cubicBezTo>
                  <a:pt x="983263" y="242077"/>
                  <a:pt x="949899" y="215331"/>
                  <a:pt x="880139" y="206783"/>
                </a:cubicBezTo>
                <a:cubicBezTo>
                  <a:pt x="853944" y="203475"/>
                  <a:pt x="826647" y="208438"/>
                  <a:pt x="804037" y="190790"/>
                </a:cubicBezTo>
                <a:cubicBezTo>
                  <a:pt x="791076" y="180590"/>
                  <a:pt x="776463" y="168457"/>
                  <a:pt x="786666" y="149707"/>
                </a:cubicBezTo>
                <a:cubicBezTo>
                  <a:pt x="793834" y="136471"/>
                  <a:pt x="809276" y="136471"/>
                  <a:pt x="821960" y="140884"/>
                </a:cubicBezTo>
                <a:cubicBezTo>
                  <a:pt x="878761" y="160461"/>
                  <a:pt x="938043" y="167630"/>
                  <a:pt x="997325" y="174800"/>
                </a:cubicBezTo>
                <a:cubicBezTo>
                  <a:pt x="1006426" y="175902"/>
                  <a:pt x="1016626" y="179487"/>
                  <a:pt x="1026829" y="161287"/>
                </a:cubicBezTo>
                <a:cubicBezTo>
                  <a:pt x="915984" y="131783"/>
                  <a:pt x="810655" y="89872"/>
                  <a:pt x="696777" y="73604"/>
                </a:cubicBezTo>
                <a:cubicBezTo>
                  <a:pt x="698432" y="65884"/>
                  <a:pt x="700086" y="58164"/>
                  <a:pt x="701741" y="50444"/>
                </a:cubicBezTo>
                <a:cubicBezTo>
                  <a:pt x="790801" y="61471"/>
                  <a:pt x="879864" y="72501"/>
                  <a:pt x="992362" y="86289"/>
                </a:cubicBezTo>
                <a:cubicBezTo>
                  <a:pt x="923153" y="42446"/>
                  <a:pt x="857805" y="57060"/>
                  <a:pt x="806519" y="18183"/>
                </a:cubicBezTo>
                <a:cubicBezTo>
                  <a:pt x="816170" y="3431"/>
                  <a:pt x="827820" y="-292"/>
                  <a:pt x="839883" y="18"/>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715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75" name="Rectangle 1537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15374" name="Freeform: Shape 1537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2400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fontAlgn="base">
              <a:spcBef>
                <a:spcPct val="0"/>
              </a:spcBef>
              <a:spcAft>
                <a:spcPct val="0"/>
              </a:spcAft>
            </a:pPr>
            <a:endParaRPr lang="en-US" sz="2400">
              <a:solidFill>
                <a:prstClr val="black"/>
              </a:solidFill>
              <a:latin typeface="Arial" panose="020B0604020202020204" pitchFamily="34" charset="0"/>
            </a:endParaRPr>
          </a:p>
        </p:txBody>
      </p:sp>
      <p:sp>
        <p:nvSpPr>
          <p:cNvPr id="2" name="Title 1"/>
          <p:cNvSpPr>
            <a:spLocks noGrp="1"/>
          </p:cNvSpPr>
          <p:nvPr>
            <p:ph type="title"/>
          </p:nvPr>
        </p:nvSpPr>
        <p:spPr>
          <a:xfrm>
            <a:off x="2028351" y="-96761"/>
            <a:ext cx="2916395" cy="1800526"/>
          </a:xfrm>
        </p:spPr>
        <p:txBody>
          <a:bodyPr>
            <a:normAutofit/>
          </a:bodyPr>
          <a:lstStyle/>
          <a:p>
            <a:r>
              <a:rPr lang="en-US" b="1" dirty="0">
                <a:solidFill>
                  <a:srgbClr val="FF0000"/>
                </a:solidFill>
                <a:latin typeface="+mn-lt"/>
              </a:rPr>
              <a:t>Composition/ Demographics</a:t>
            </a:r>
          </a:p>
        </p:txBody>
      </p:sp>
      <p:sp>
        <p:nvSpPr>
          <p:cNvPr id="6" name="Content Placeholder 5"/>
          <p:cNvSpPr>
            <a:spLocks noGrp="1"/>
          </p:cNvSpPr>
          <p:nvPr>
            <p:ph idx="1"/>
          </p:nvPr>
        </p:nvSpPr>
        <p:spPr>
          <a:xfrm>
            <a:off x="1821544" y="1800527"/>
            <a:ext cx="5425712" cy="4696505"/>
          </a:xfrm>
        </p:spPr>
        <p:txBody>
          <a:bodyPr>
            <a:normAutofit/>
          </a:bodyPr>
          <a:lstStyle/>
          <a:p>
            <a:r>
              <a:rPr lang="en-US" sz="2400" dirty="0"/>
              <a:t>The composition of the population density can be a concern or an interest.</a:t>
            </a:r>
          </a:p>
          <a:p>
            <a:r>
              <a:rPr lang="en-US" sz="2400" dirty="0"/>
              <a:t>E.g. Communities with a high proportion of high-income families/ low-income families.</a:t>
            </a:r>
          </a:p>
          <a:p>
            <a:r>
              <a:rPr lang="en-US" sz="2400" dirty="0"/>
              <a:t>E.g. Communities with a large number of children.</a:t>
            </a:r>
          </a:p>
          <a:p>
            <a:r>
              <a:rPr lang="en-US" sz="2400" dirty="0"/>
              <a:t>Communities with a large number of smokers.</a:t>
            </a:r>
          </a:p>
          <a:p>
            <a:pPr>
              <a:buNone/>
            </a:pPr>
            <a:endParaRPr lang="en-US" sz="1700" dirty="0"/>
          </a:p>
        </p:txBody>
      </p:sp>
      <p:pic>
        <p:nvPicPr>
          <p:cNvPr id="15362" name="Picture 2" descr="600 Equitable Clip Art | Royalty Free - GoGraph">
            <a:extLst>
              <a:ext uri="{FF2B5EF4-FFF2-40B4-BE49-F238E27FC236}">
                <a16:creationId xmlns:a16="http://schemas.microsoft.com/office/drawing/2014/main" id="{40342893-3F1F-2B9C-CF19-DEAC0B93B5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6" r="26394"/>
          <a:stretch/>
        </p:blipFill>
        <p:spPr bwMode="auto">
          <a:xfrm>
            <a:off x="6809796" y="1913744"/>
            <a:ext cx="3560660" cy="5323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84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0">
            <a:extLst>
              <a:ext uri="{FF2B5EF4-FFF2-40B4-BE49-F238E27FC236}">
                <a16:creationId xmlns:a16="http://schemas.microsoft.com/office/drawing/2014/main" id="{687AFE0E-B37D-4531-AFE8-231C8348E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2" name="Title 1"/>
          <p:cNvSpPr>
            <a:spLocks noGrp="1"/>
          </p:cNvSpPr>
          <p:nvPr>
            <p:ph type="title"/>
          </p:nvPr>
        </p:nvSpPr>
        <p:spPr>
          <a:xfrm>
            <a:off x="2152650" y="365126"/>
            <a:ext cx="7886700" cy="1325563"/>
          </a:xfrm>
        </p:spPr>
        <p:txBody>
          <a:bodyPr>
            <a:normAutofit/>
          </a:bodyPr>
          <a:lstStyle/>
          <a:p>
            <a:pPr algn="ctr"/>
            <a:r>
              <a:rPr lang="en-US" b="1" dirty="0">
                <a:solidFill>
                  <a:srgbClr val="FF0000"/>
                </a:solidFill>
                <a:latin typeface="+mn-lt"/>
              </a:rPr>
              <a:t>Rate of Growth or Decline</a:t>
            </a:r>
          </a:p>
        </p:txBody>
      </p:sp>
      <p:sp>
        <p:nvSpPr>
          <p:cNvPr id="6" name="Content Placeholder 5"/>
          <p:cNvSpPr>
            <a:spLocks noGrp="1"/>
          </p:cNvSpPr>
          <p:nvPr>
            <p:ph idx="1"/>
          </p:nvPr>
        </p:nvSpPr>
        <p:spPr>
          <a:xfrm>
            <a:off x="2152650" y="2013626"/>
            <a:ext cx="5184321" cy="4163337"/>
          </a:xfrm>
        </p:spPr>
        <p:txBody>
          <a:bodyPr>
            <a:normAutofit/>
          </a:bodyPr>
          <a:lstStyle/>
          <a:p>
            <a:r>
              <a:rPr lang="en-US" sz="2400" dirty="0"/>
              <a:t>The populations change over time due to economic growth or due to better living conditions.</a:t>
            </a:r>
          </a:p>
          <a:p>
            <a:endParaRPr lang="en-US" sz="2400" dirty="0"/>
          </a:p>
          <a:p>
            <a:r>
              <a:rPr lang="en-US" sz="2400" dirty="0"/>
              <a:t>E.g. A shift of population occur in some areas as some of them move towards other residential areas.</a:t>
            </a:r>
          </a:p>
          <a:p>
            <a:pPr>
              <a:buNone/>
            </a:pPr>
            <a:endParaRPr lang="en-US" sz="2400" dirty="0"/>
          </a:p>
          <a:p>
            <a:endParaRPr lang="en-US" sz="2400" dirty="0"/>
          </a:p>
          <a:p>
            <a:endParaRPr lang="en-US" sz="1700" dirty="0"/>
          </a:p>
        </p:txBody>
      </p:sp>
      <p:pic>
        <p:nvPicPr>
          <p:cNvPr id="3" name="Picture 2">
            <a:extLst>
              <a:ext uri="{FF2B5EF4-FFF2-40B4-BE49-F238E27FC236}">
                <a16:creationId xmlns:a16="http://schemas.microsoft.com/office/drawing/2014/main" id="{58140877-F162-3157-A52E-2C88D64742FB}"/>
              </a:ext>
            </a:extLst>
          </p:cNvPr>
          <p:cNvPicPr>
            <a:picLocks noChangeAspect="1"/>
          </p:cNvPicPr>
          <p:nvPr/>
        </p:nvPicPr>
        <p:blipFill rotWithShape="1">
          <a:blip r:embed="rId3"/>
          <a:srcRect l="13430" r="11487" b="-2"/>
          <a:stretch/>
        </p:blipFill>
        <p:spPr>
          <a:xfrm>
            <a:off x="6705100" y="3125993"/>
            <a:ext cx="3962900" cy="4210442"/>
          </a:xfrm>
          <a:custGeom>
            <a:avLst/>
            <a:gdLst/>
            <a:ahLst/>
            <a:cxnLst/>
            <a:rect l="l" t="t" r="r" b="b"/>
            <a:pathLst>
              <a:path w="5283866" h="4210442">
                <a:moveTo>
                  <a:pt x="839883" y="18"/>
                </a:moveTo>
                <a:cubicBezTo>
                  <a:pt x="851945" y="328"/>
                  <a:pt x="864423" y="4671"/>
                  <a:pt x="875727" y="6050"/>
                </a:cubicBezTo>
                <a:cubicBezTo>
                  <a:pt x="1125267" y="36932"/>
                  <a:pt x="1374804" y="70296"/>
                  <a:pt x="1624617" y="99799"/>
                </a:cubicBezTo>
                <a:cubicBezTo>
                  <a:pt x="1858164" y="127373"/>
                  <a:pt x="2093363" y="133714"/>
                  <a:pt x="2328012" y="148051"/>
                </a:cubicBezTo>
                <a:cubicBezTo>
                  <a:pt x="2612016" y="165424"/>
                  <a:pt x="2895470" y="189965"/>
                  <a:pt x="3177820" y="228566"/>
                </a:cubicBezTo>
                <a:cubicBezTo>
                  <a:pt x="3373866" y="255590"/>
                  <a:pt x="3571843" y="274338"/>
                  <a:pt x="3770646" y="252831"/>
                </a:cubicBezTo>
                <a:cubicBezTo>
                  <a:pt x="3780572" y="251727"/>
                  <a:pt x="3791878" y="248144"/>
                  <a:pt x="3800149" y="251727"/>
                </a:cubicBezTo>
                <a:cubicBezTo>
                  <a:pt x="3896658" y="291986"/>
                  <a:pt x="4001986" y="263033"/>
                  <a:pt x="4102076" y="288400"/>
                </a:cubicBezTo>
                <a:cubicBezTo>
                  <a:pt x="4076434" y="386286"/>
                  <a:pt x="3966416" y="378289"/>
                  <a:pt x="3904377" y="446120"/>
                </a:cubicBezTo>
                <a:cubicBezTo>
                  <a:pt x="4005570" y="473141"/>
                  <a:pt x="4096562" y="500439"/>
                  <a:pt x="4188933" y="520843"/>
                </a:cubicBezTo>
                <a:cubicBezTo>
                  <a:pt x="4286818" y="542350"/>
                  <a:pt x="4369813" y="600531"/>
                  <a:pt x="4465492" y="626449"/>
                </a:cubicBezTo>
                <a:cubicBezTo>
                  <a:pt x="4485897" y="631964"/>
                  <a:pt x="4510437" y="651264"/>
                  <a:pt x="4517606" y="670015"/>
                </a:cubicBezTo>
                <a:cubicBezTo>
                  <a:pt x="4540768" y="730677"/>
                  <a:pt x="5003171" y="900804"/>
                  <a:pt x="4948576" y="954847"/>
                </a:cubicBezTo>
                <a:cubicBezTo>
                  <a:pt x="4925966" y="977182"/>
                  <a:pt x="4896738" y="993174"/>
                  <a:pt x="4866132" y="1015233"/>
                </a:cubicBezTo>
                <a:cubicBezTo>
                  <a:pt x="4912180" y="1056869"/>
                  <a:pt x="4964017" y="1075067"/>
                  <a:pt x="5019164" y="1087474"/>
                </a:cubicBezTo>
                <a:cubicBezTo>
                  <a:pt x="5035708" y="1091335"/>
                  <a:pt x="5051977" y="1099055"/>
                  <a:pt x="5053630" y="1117806"/>
                </a:cubicBezTo>
                <a:cubicBezTo>
                  <a:pt x="5055284" y="1137382"/>
                  <a:pt x="5038464" y="1145101"/>
                  <a:pt x="5024404" y="1154202"/>
                </a:cubicBezTo>
                <a:cubicBezTo>
                  <a:pt x="5004826" y="1166885"/>
                  <a:pt x="4985800" y="1177916"/>
                  <a:pt x="4960984" y="1179569"/>
                </a:cubicBezTo>
                <a:cubicBezTo>
                  <a:pt x="4920176" y="1182051"/>
                  <a:pt x="4900600" y="1217344"/>
                  <a:pt x="4876887" y="1243814"/>
                </a:cubicBezTo>
                <a:cubicBezTo>
                  <a:pt x="4863652" y="1258705"/>
                  <a:pt x="4857034" y="1288759"/>
                  <a:pt x="4880195" y="1293998"/>
                </a:cubicBezTo>
                <a:cubicBezTo>
                  <a:pt x="4935892" y="1306682"/>
                  <a:pt x="4931480" y="1343355"/>
                  <a:pt x="4930104" y="1384991"/>
                </a:cubicBezTo>
                <a:cubicBezTo>
                  <a:pt x="4928173" y="1436553"/>
                  <a:pt x="4895360" y="1460265"/>
                  <a:pt x="4855103" y="1480119"/>
                </a:cubicBezTo>
                <a:cubicBezTo>
                  <a:pt x="4841316" y="1487011"/>
                  <a:pt x="4821740" y="1486735"/>
                  <a:pt x="4816500" y="1508242"/>
                </a:cubicBezTo>
                <a:cubicBezTo>
                  <a:pt x="4839110" y="1528648"/>
                  <a:pt x="4866684" y="1512103"/>
                  <a:pt x="4890949" y="1517893"/>
                </a:cubicBezTo>
                <a:cubicBezTo>
                  <a:pt x="4911077" y="1522581"/>
                  <a:pt x="4944441" y="1520100"/>
                  <a:pt x="4916868" y="1557599"/>
                </a:cubicBezTo>
                <a:cubicBezTo>
                  <a:pt x="4908870" y="1568352"/>
                  <a:pt x="4918245" y="1576625"/>
                  <a:pt x="4928448" y="1577453"/>
                </a:cubicBezTo>
                <a:cubicBezTo>
                  <a:pt x="5010066" y="1586000"/>
                  <a:pt x="4972566" y="1661827"/>
                  <a:pt x="4998760" y="1701809"/>
                </a:cubicBezTo>
                <a:cubicBezTo>
                  <a:pt x="5005928" y="1712836"/>
                  <a:pt x="4998208" y="1731862"/>
                  <a:pt x="4986903" y="1736550"/>
                </a:cubicBezTo>
                <a:cubicBezTo>
                  <a:pt x="4914660" y="1767432"/>
                  <a:pt x="4904735" y="1841053"/>
                  <a:pt x="4869716" y="1904472"/>
                </a:cubicBezTo>
                <a:cubicBezTo>
                  <a:pt x="4907768" y="1929562"/>
                  <a:pt x="4953264" y="1935077"/>
                  <a:pt x="4994348" y="1951346"/>
                </a:cubicBezTo>
                <a:cubicBezTo>
                  <a:pt x="5037087" y="1968441"/>
                  <a:pt x="5037087" y="1981125"/>
                  <a:pt x="5001792" y="2030756"/>
                </a:cubicBezTo>
                <a:cubicBezTo>
                  <a:pt x="5093611" y="2041511"/>
                  <a:pt x="5093611" y="2041511"/>
                  <a:pt x="5065212" y="2119543"/>
                </a:cubicBezTo>
                <a:cubicBezTo>
                  <a:pt x="5142142" y="2126712"/>
                  <a:pt x="5192876" y="2163660"/>
                  <a:pt x="5204732" y="2244450"/>
                </a:cubicBezTo>
                <a:cubicBezTo>
                  <a:pt x="5210523" y="2283604"/>
                  <a:pt x="5245265" y="2302077"/>
                  <a:pt x="5283866" y="2328272"/>
                </a:cubicBezTo>
                <a:cubicBezTo>
                  <a:pt x="5235890" y="2353641"/>
                  <a:pt x="5203354" y="2406580"/>
                  <a:pt x="5147380" y="2350606"/>
                </a:cubicBezTo>
                <a:cubicBezTo>
                  <a:pt x="5126976" y="2330203"/>
                  <a:pt x="5128904" y="2356121"/>
                  <a:pt x="5126148" y="2363566"/>
                </a:cubicBezTo>
                <a:cubicBezTo>
                  <a:pt x="5119532" y="2381764"/>
                  <a:pt x="5133316" y="2393897"/>
                  <a:pt x="5142417" y="2407682"/>
                </a:cubicBezTo>
                <a:cubicBezTo>
                  <a:pt x="5151240" y="2421470"/>
                  <a:pt x="5161718" y="2436083"/>
                  <a:pt x="5164200" y="2451526"/>
                </a:cubicBezTo>
                <a:cubicBezTo>
                  <a:pt x="5165852" y="2462279"/>
                  <a:pt x="5157858" y="2477994"/>
                  <a:pt x="5149034" y="2485992"/>
                </a:cubicBezTo>
                <a:cubicBezTo>
                  <a:pt x="5102710" y="2528178"/>
                  <a:pt x="5130284" y="2623031"/>
                  <a:pt x="5042601" y="2635164"/>
                </a:cubicBezTo>
                <a:cubicBezTo>
                  <a:pt x="5003171" y="2640677"/>
                  <a:pt x="4984146" y="2675420"/>
                  <a:pt x="4955194" y="2694445"/>
                </a:cubicBezTo>
                <a:cubicBezTo>
                  <a:pt x="4854552" y="2760897"/>
                  <a:pt x="4787272" y="2846375"/>
                  <a:pt x="4756116" y="2963836"/>
                </a:cubicBezTo>
                <a:cubicBezTo>
                  <a:pt x="4747568" y="2996372"/>
                  <a:pt x="4714754" y="3022569"/>
                  <a:pt x="4693523" y="3051244"/>
                </a:cubicBezTo>
                <a:cubicBezTo>
                  <a:pt x="4703726" y="3072199"/>
                  <a:pt x="4759424" y="3026979"/>
                  <a:pt x="4739848" y="3082125"/>
                </a:cubicBezTo>
                <a:cubicBezTo>
                  <a:pt x="4724958" y="3123486"/>
                  <a:pt x="4686906" y="3149129"/>
                  <a:pt x="4651060" y="3173670"/>
                </a:cubicBezTo>
                <a:cubicBezTo>
                  <a:pt x="4610252" y="3201518"/>
                  <a:pt x="4565032" y="3223852"/>
                  <a:pt x="4546556" y="3275413"/>
                </a:cubicBezTo>
                <a:cubicBezTo>
                  <a:pt x="4542697" y="3286444"/>
                  <a:pt x="4530288" y="3298024"/>
                  <a:pt x="4519261" y="3302437"/>
                </a:cubicBezTo>
                <a:cubicBezTo>
                  <a:pt x="3944081" y="4209875"/>
                  <a:pt x="2528194" y="4215939"/>
                  <a:pt x="2364961" y="4209597"/>
                </a:cubicBezTo>
                <a:cubicBezTo>
                  <a:pt x="2167260" y="4201602"/>
                  <a:pt x="1980313" y="4145627"/>
                  <a:pt x="1796951" y="4075867"/>
                </a:cubicBezTo>
                <a:cubicBezTo>
                  <a:pt x="1719469" y="4046365"/>
                  <a:pt x="1647505" y="4004453"/>
                  <a:pt x="1572227" y="3971917"/>
                </a:cubicBezTo>
                <a:cubicBezTo>
                  <a:pt x="1468277" y="3926971"/>
                  <a:pt x="1388040" y="3841219"/>
                  <a:pt x="1284364" y="3805097"/>
                </a:cubicBezTo>
                <a:cubicBezTo>
                  <a:pt x="1177655" y="3767873"/>
                  <a:pt x="1086388" y="3699767"/>
                  <a:pt x="976645" y="3670815"/>
                </a:cubicBezTo>
                <a:cubicBezTo>
                  <a:pt x="918742" y="3655375"/>
                  <a:pt x="862768" y="3627527"/>
                  <a:pt x="871866" y="3547839"/>
                </a:cubicBezTo>
                <a:cubicBezTo>
                  <a:pt x="874349" y="3525228"/>
                  <a:pt x="859184" y="3506755"/>
                  <a:pt x="835195" y="3513373"/>
                </a:cubicBezTo>
                <a:cubicBezTo>
                  <a:pt x="789424" y="3525780"/>
                  <a:pt x="768744" y="3492967"/>
                  <a:pt x="743375" y="3468427"/>
                </a:cubicBezTo>
                <a:cubicBezTo>
                  <a:pt x="698156" y="3424863"/>
                  <a:pt x="655142" y="3378540"/>
                  <a:pt x="583175" y="3371370"/>
                </a:cubicBezTo>
                <a:cubicBezTo>
                  <a:pt x="596961" y="3337178"/>
                  <a:pt x="620399" y="3342142"/>
                  <a:pt x="641906" y="3349311"/>
                </a:cubicBezTo>
                <a:cubicBezTo>
                  <a:pt x="698432" y="3368062"/>
                  <a:pt x="754405" y="3389293"/>
                  <a:pt x="810930" y="3408042"/>
                </a:cubicBezTo>
                <a:cubicBezTo>
                  <a:pt x="847878" y="3420175"/>
                  <a:pt x="884551" y="3437271"/>
                  <a:pt x="933908" y="3423758"/>
                </a:cubicBezTo>
                <a:cubicBezTo>
                  <a:pt x="891445" y="3354826"/>
                  <a:pt x="819202" y="3342418"/>
                  <a:pt x="760747" y="3321187"/>
                </a:cubicBezTo>
                <a:cubicBezTo>
                  <a:pt x="687678" y="3294441"/>
                  <a:pt x="644664" y="3243980"/>
                  <a:pt x="593101" y="3187731"/>
                </a:cubicBezTo>
                <a:cubicBezTo>
                  <a:pt x="646869" y="3174220"/>
                  <a:pt x="680233" y="3215581"/>
                  <a:pt x="722419" y="3213374"/>
                </a:cubicBezTo>
                <a:cubicBezTo>
                  <a:pt x="724627" y="3206207"/>
                  <a:pt x="728486" y="3195729"/>
                  <a:pt x="727934" y="3195451"/>
                </a:cubicBezTo>
                <a:cubicBezTo>
                  <a:pt x="659002" y="3164570"/>
                  <a:pt x="626741" y="3106666"/>
                  <a:pt x="615987" y="3036630"/>
                </a:cubicBezTo>
                <a:cubicBezTo>
                  <a:pt x="610473" y="3000510"/>
                  <a:pt x="585381" y="2989205"/>
                  <a:pt x="560564" y="2972660"/>
                </a:cubicBezTo>
                <a:cubicBezTo>
                  <a:pt x="473984" y="2913930"/>
                  <a:pt x="382441" y="2860713"/>
                  <a:pt x="311302" y="2779924"/>
                </a:cubicBezTo>
                <a:cubicBezTo>
                  <a:pt x="393471" y="2790677"/>
                  <a:pt x="459371" y="2843341"/>
                  <a:pt x="547882" y="2865952"/>
                </a:cubicBezTo>
                <a:cubicBezTo>
                  <a:pt x="477570" y="2777166"/>
                  <a:pt x="386577" y="2732222"/>
                  <a:pt x="303582" y="2678453"/>
                </a:cubicBezTo>
                <a:cubicBezTo>
                  <a:pt x="265806" y="2653913"/>
                  <a:pt x="230790" y="2622479"/>
                  <a:pt x="185016" y="2609244"/>
                </a:cubicBezTo>
                <a:cubicBezTo>
                  <a:pt x="168748" y="2604556"/>
                  <a:pt x="142002" y="2594630"/>
                  <a:pt x="154963" y="2568435"/>
                </a:cubicBezTo>
                <a:cubicBezTo>
                  <a:pt x="165990" y="2546654"/>
                  <a:pt x="187773" y="2553269"/>
                  <a:pt x="207627" y="2559612"/>
                </a:cubicBezTo>
                <a:cubicBezTo>
                  <a:pt x="255328" y="2575330"/>
                  <a:pt x="304685" y="2575604"/>
                  <a:pt x="369207" y="2575330"/>
                </a:cubicBezTo>
                <a:cubicBezTo>
                  <a:pt x="315163" y="2503363"/>
                  <a:pt x="216174" y="2524871"/>
                  <a:pt x="169852" y="2449319"/>
                </a:cubicBezTo>
                <a:cubicBezTo>
                  <a:pt x="227755" y="2436083"/>
                  <a:pt x="272424" y="2463381"/>
                  <a:pt x="319299" y="2468619"/>
                </a:cubicBezTo>
                <a:cubicBezTo>
                  <a:pt x="361761" y="2473307"/>
                  <a:pt x="372239" y="2460624"/>
                  <a:pt x="362313" y="2418988"/>
                </a:cubicBezTo>
                <a:cubicBezTo>
                  <a:pt x="346873" y="2354190"/>
                  <a:pt x="370034" y="2321102"/>
                  <a:pt x="431798" y="2338750"/>
                </a:cubicBezTo>
                <a:cubicBezTo>
                  <a:pt x="489149" y="2355293"/>
                  <a:pt x="495215" y="2331030"/>
                  <a:pt x="479775" y="2294082"/>
                </a:cubicBezTo>
                <a:cubicBezTo>
                  <a:pt x="457716" y="2240315"/>
                  <a:pt x="482807" y="2198678"/>
                  <a:pt x="499903" y="2153458"/>
                </a:cubicBezTo>
                <a:cubicBezTo>
                  <a:pt x="526099" y="2084525"/>
                  <a:pt x="515069" y="2050885"/>
                  <a:pt x="458544" y="1999599"/>
                </a:cubicBezTo>
                <a:cubicBezTo>
                  <a:pt x="426835" y="1970921"/>
                  <a:pt x="392645" y="1946658"/>
                  <a:pt x="346596" y="1921843"/>
                </a:cubicBezTo>
                <a:cubicBezTo>
                  <a:pt x="452753" y="1908331"/>
                  <a:pt x="341358" y="1862836"/>
                  <a:pt x="378857" y="1834435"/>
                </a:cubicBezTo>
                <a:cubicBezTo>
                  <a:pt x="453856" y="1822854"/>
                  <a:pt x="515069" y="1913294"/>
                  <a:pt x="617091" y="1887376"/>
                </a:cubicBezTo>
                <a:cubicBezTo>
                  <a:pt x="491080" y="1809066"/>
                  <a:pt x="351835" y="1783423"/>
                  <a:pt x="260568" y="1679198"/>
                </a:cubicBezTo>
                <a:cubicBezTo>
                  <a:pt x="281523" y="1655484"/>
                  <a:pt x="302479" y="1677543"/>
                  <a:pt x="320402" y="1668720"/>
                </a:cubicBezTo>
                <a:cubicBezTo>
                  <a:pt x="319850" y="1663205"/>
                  <a:pt x="321230" y="1654932"/>
                  <a:pt x="317920" y="1652452"/>
                </a:cubicBezTo>
                <a:cubicBezTo>
                  <a:pt x="249815" y="1595650"/>
                  <a:pt x="248711" y="1594273"/>
                  <a:pt x="321779" y="1552359"/>
                </a:cubicBezTo>
                <a:cubicBezTo>
                  <a:pt x="347424" y="1537746"/>
                  <a:pt x="345218" y="1524786"/>
                  <a:pt x="331707" y="1506313"/>
                </a:cubicBezTo>
                <a:cubicBezTo>
                  <a:pt x="322055" y="1493353"/>
                  <a:pt x="310475" y="1481772"/>
                  <a:pt x="315990" y="1453371"/>
                </a:cubicBezTo>
                <a:cubicBezTo>
                  <a:pt x="355971" y="1489769"/>
                  <a:pt x="549259" y="1477912"/>
                  <a:pt x="583450" y="1474052"/>
                </a:cubicBezTo>
                <a:cubicBezTo>
                  <a:pt x="621777" y="1469917"/>
                  <a:pt x="659553" y="1452269"/>
                  <a:pt x="699809" y="1461919"/>
                </a:cubicBezTo>
                <a:cubicBezTo>
                  <a:pt x="732070" y="1469641"/>
                  <a:pt x="881516" y="1544364"/>
                  <a:pt x="902750" y="1458612"/>
                </a:cubicBezTo>
                <a:cubicBezTo>
                  <a:pt x="903853" y="1454475"/>
                  <a:pt x="964237" y="1464127"/>
                  <a:pt x="996774" y="1468814"/>
                </a:cubicBezTo>
                <a:cubicBezTo>
                  <a:pt x="1025451" y="1472674"/>
                  <a:pt x="1057712" y="1489769"/>
                  <a:pt x="1077012" y="1455578"/>
                </a:cubicBezTo>
                <a:cubicBezTo>
                  <a:pt x="1088317" y="1435450"/>
                  <a:pt x="1041719" y="1396571"/>
                  <a:pt x="1000083" y="1393262"/>
                </a:cubicBezTo>
                <a:cubicBezTo>
                  <a:pt x="963961" y="1390229"/>
                  <a:pt x="926186" y="1385817"/>
                  <a:pt x="891720" y="1394089"/>
                </a:cubicBezTo>
                <a:cubicBezTo>
                  <a:pt x="849258" y="1404017"/>
                  <a:pt x="826372" y="1388024"/>
                  <a:pt x="814515" y="1353557"/>
                </a:cubicBezTo>
                <a:cubicBezTo>
                  <a:pt x="801280" y="1315506"/>
                  <a:pt x="775911" y="1297858"/>
                  <a:pt x="740895" y="1280211"/>
                </a:cubicBezTo>
                <a:cubicBezTo>
                  <a:pt x="655967" y="1237474"/>
                  <a:pt x="574352" y="1188118"/>
                  <a:pt x="481154" y="1163301"/>
                </a:cubicBezTo>
                <a:cubicBezTo>
                  <a:pt x="462679" y="1158337"/>
                  <a:pt x="442276" y="1151719"/>
                  <a:pt x="433728" y="1118909"/>
                </a:cubicBezTo>
                <a:cubicBezTo>
                  <a:pt x="686023" y="1167987"/>
                  <a:pt x="915984" y="1295929"/>
                  <a:pt x="1176276" y="1288484"/>
                </a:cubicBezTo>
                <a:cubicBezTo>
                  <a:pt x="1105137" y="1247950"/>
                  <a:pt x="1022694" y="1245745"/>
                  <a:pt x="946867" y="1217344"/>
                </a:cubicBezTo>
                <a:cubicBezTo>
                  <a:pt x="1000635" y="1196113"/>
                  <a:pt x="1051094" y="1218172"/>
                  <a:pt x="1102104" y="1230304"/>
                </a:cubicBezTo>
                <a:cubicBezTo>
                  <a:pt x="1144843" y="1240230"/>
                  <a:pt x="1183446" y="1241885"/>
                  <a:pt x="1188133" y="1182603"/>
                </a:cubicBezTo>
                <a:cubicBezTo>
                  <a:pt x="1186478" y="1178742"/>
                  <a:pt x="1186754" y="1173780"/>
                  <a:pt x="1187030" y="1169092"/>
                </a:cubicBezTo>
                <a:cubicBezTo>
                  <a:pt x="1172690" y="1144552"/>
                  <a:pt x="1150358" y="1131868"/>
                  <a:pt x="1123887" y="1124698"/>
                </a:cubicBezTo>
                <a:cubicBezTo>
                  <a:pt x="1107894" y="1120286"/>
                  <a:pt x="1086663" y="1113668"/>
                  <a:pt x="1086938" y="1096023"/>
                </a:cubicBezTo>
                <a:cubicBezTo>
                  <a:pt x="1087765" y="1030674"/>
                  <a:pt x="1036756" y="1011647"/>
                  <a:pt x="985744" y="992622"/>
                </a:cubicBezTo>
                <a:cubicBezTo>
                  <a:pt x="1014145" y="960086"/>
                  <a:pt x="1036479" y="984074"/>
                  <a:pt x="1057987" y="981594"/>
                </a:cubicBezTo>
                <a:cubicBezTo>
                  <a:pt x="1072049" y="979939"/>
                  <a:pt x="1084733" y="976906"/>
                  <a:pt x="1084733" y="960086"/>
                </a:cubicBezTo>
                <a:cubicBezTo>
                  <a:pt x="1085008" y="946023"/>
                  <a:pt x="1078390" y="930030"/>
                  <a:pt x="1064605" y="929756"/>
                </a:cubicBezTo>
                <a:cubicBezTo>
                  <a:pt x="978300" y="927273"/>
                  <a:pt x="930599" y="836833"/>
                  <a:pt x="840985" y="836558"/>
                </a:cubicBezTo>
                <a:cubicBezTo>
                  <a:pt x="787493" y="836558"/>
                  <a:pt x="868834" y="785547"/>
                  <a:pt x="823615" y="764315"/>
                </a:cubicBezTo>
                <a:cubicBezTo>
                  <a:pt x="813687" y="759628"/>
                  <a:pt x="849533" y="752460"/>
                  <a:pt x="865526" y="753562"/>
                </a:cubicBezTo>
                <a:cubicBezTo>
                  <a:pt x="881242" y="754665"/>
                  <a:pt x="895304" y="768175"/>
                  <a:pt x="914331" y="758525"/>
                </a:cubicBezTo>
                <a:cubicBezTo>
                  <a:pt x="924808" y="724059"/>
                  <a:pt x="897787" y="711375"/>
                  <a:pt x="875452" y="701724"/>
                </a:cubicBezTo>
                <a:cubicBezTo>
                  <a:pt x="823889" y="679390"/>
                  <a:pt x="773706" y="652369"/>
                  <a:pt x="717181" y="644371"/>
                </a:cubicBezTo>
                <a:cubicBezTo>
                  <a:pt x="697053" y="641614"/>
                  <a:pt x="746133" y="604666"/>
                  <a:pt x="755783" y="591707"/>
                </a:cubicBezTo>
                <a:cubicBezTo>
                  <a:pt x="528304" y="455496"/>
                  <a:pt x="254778" y="462388"/>
                  <a:pt x="0" y="352370"/>
                </a:cubicBezTo>
                <a:cubicBezTo>
                  <a:pt x="56250" y="330864"/>
                  <a:pt x="97610" y="346580"/>
                  <a:pt x="135937" y="349889"/>
                </a:cubicBezTo>
                <a:cubicBezTo>
                  <a:pt x="231615" y="358160"/>
                  <a:pt x="326193" y="375256"/>
                  <a:pt x="421595" y="385458"/>
                </a:cubicBezTo>
                <a:cubicBezTo>
                  <a:pt x="468469" y="390421"/>
                  <a:pt x="512035" y="409172"/>
                  <a:pt x="564424" y="379393"/>
                </a:cubicBezTo>
                <a:cubicBezTo>
                  <a:pt x="599443" y="359540"/>
                  <a:pt x="655418" y="381046"/>
                  <a:pt x="698432" y="398694"/>
                </a:cubicBezTo>
                <a:cubicBezTo>
                  <a:pt x="734000" y="413307"/>
                  <a:pt x="767916" y="417167"/>
                  <a:pt x="815067" y="398694"/>
                </a:cubicBezTo>
                <a:cubicBezTo>
                  <a:pt x="772328" y="387389"/>
                  <a:pt x="739515" y="377463"/>
                  <a:pt x="705876" y="370568"/>
                </a:cubicBezTo>
                <a:cubicBezTo>
                  <a:pt x="679130" y="365055"/>
                  <a:pt x="742825" y="342719"/>
                  <a:pt x="775360" y="345477"/>
                </a:cubicBezTo>
                <a:cubicBezTo>
                  <a:pt x="820857" y="349337"/>
                  <a:pt x="795214" y="335000"/>
                  <a:pt x="787493" y="315146"/>
                </a:cubicBezTo>
                <a:cubicBezTo>
                  <a:pt x="779221" y="293915"/>
                  <a:pt x="803761" y="287298"/>
                  <a:pt x="819202" y="291709"/>
                </a:cubicBezTo>
                <a:cubicBezTo>
                  <a:pt x="878484" y="309081"/>
                  <a:pt x="937491" y="278474"/>
                  <a:pt x="998705" y="303291"/>
                </a:cubicBezTo>
                <a:cubicBezTo>
                  <a:pt x="983263" y="242077"/>
                  <a:pt x="949899" y="215331"/>
                  <a:pt x="880139" y="206783"/>
                </a:cubicBezTo>
                <a:cubicBezTo>
                  <a:pt x="853944" y="203475"/>
                  <a:pt x="826647" y="208438"/>
                  <a:pt x="804037" y="190790"/>
                </a:cubicBezTo>
                <a:cubicBezTo>
                  <a:pt x="791076" y="180590"/>
                  <a:pt x="776463" y="168457"/>
                  <a:pt x="786666" y="149707"/>
                </a:cubicBezTo>
                <a:cubicBezTo>
                  <a:pt x="793834" y="136471"/>
                  <a:pt x="809276" y="136471"/>
                  <a:pt x="821960" y="140884"/>
                </a:cubicBezTo>
                <a:cubicBezTo>
                  <a:pt x="878761" y="160461"/>
                  <a:pt x="938043" y="167630"/>
                  <a:pt x="997325" y="174800"/>
                </a:cubicBezTo>
                <a:cubicBezTo>
                  <a:pt x="1006426" y="175902"/>
                  <a:pt x="1016626" y="179487"/>
                  <a:pt x="1026829" y="161287"/>
                </a:cubicBezTo>
                <a:cubicBezTo>
                  <a:pt x="915984" y="131783"/>
                  <a:pt x="810655" y="89872"/>
                  <a:pt x="696777" y="73604"/>
                </a:cubicBezTo>
                <a:cubicBezTo>
                  <a:pt x="698432" y="65884"/>
                  <a:pt x="700086" y="58164"/>
                  <a:pt x="701741" y="50444"/>
                </a:cubicBezTo>
                <a:cubicBezTo>
                  <a:pt x="790801" y="61471"/>
                  <a:pt x="879864" y="72501"/>
                  <a:pt x="992362" y="86289"/>
                </a:cubicBezTo>
                <a:cubicBezTo>
                  <a:pt x="923153" y="42446"/>
                  <a:pt x="857805" y="57060"/>
                  <a:pt x="806519" y="18183"/>
                </a:cubicBezTo>
                <a:cubicBezTo>
                  <a:pt x="816170" y="3431"/>
                  <a:pt x="827820" y="-292"/>
                  <a:pt x="839883" y="18"/>
                </a:cubicBezTo>
                <a:close/>
              </a:path>
            </a:pathLst>
          </a:custGeom>
        </p:spPr>
      </p:pic>
    </p:spTree>
    <p:extLst>
      <p:ext uri="{BB962C8B-B14F-4D97-AF65-F5344CB8AC3E}">
        <p14:creationId xmlns:p14="http://schemas.microsoft.com/office/powerpoint/2010/main" val="2930219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Calibri" panose="020F0502020204030204"/>
            </a:endParaRPr>
          </a:p>
        </p:txBody>
      </p:sp>
      <p:sp>
        <p:nvSpPr>
          <p:cNvPr id="2" name="Title 1"/>
          <p:cNvSpPr>
            <a:spLocks noGrp="1"/>
          </p:cNvSpPr>
          <p:nvPr>
            <p:ph type="title"/>
          </p:nvPr>
        </p:nvSpPr>
        <p:spPr>
          <a:xfrm>
            <a:off x="4528458" y="365126"/>
            <a:ext cx="5510891" cy="1807305"/>
          </a:xfrm>
        </p:spPr>
        <p:txBody>
          <a:bodyPr>
            <a:normAutofit/>
          </a:bodyPr>
          <a:lstStyle/>
          <a:p>
            <a:pPr algn="ctr"/>
            <a:r>
              <a:rPr lang="en-US" sz="4000" b="1" dirty="0">
                <a:solidFill>
                  <a:srgbClr val="FF0000"/>
                </a:solidFill>
                <a:latin typeface="+mn-lt"/>
              </a:rPr>
              <a:t>Cultural Characteristics</a:t>
            </a:r>
          </a:p>
        </p:txBody>
      </p:sp>
      <p:pic>
        <p:nvPicPr>
          <p:cNvPr id="16386" name="Picture 2" descr="Examples of Culture">
            <a:extLst>
              <a:ext uri="{FF2B5EF4-FFF2-40B4-BE49-F238E27FC236}">
                <a16:creationId xmlns:a16="http://schemas.microsoft.com/office/drawing/2014/main" id="{0EFE5CA7-3542-7DF9-3D69-6743EFE981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02" r="32771"/>
          <a:stretch/>
        </p:blipFill>
        <p:spPr bwMode="auto">
          <a:xfrm>
            <a:off x="1524021" y="0"/>
            <a:ext cx="3222151" cy="685800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extLst>
            <a:ext uri="{909E8E84-426E-40DD-AFC4-6F175D3DCCD1}">
              <a14:hiddenFill xmlns:a14="http://schemas.microsoft.com/office/drawing/2010/main">
                <a:solidFill>
                  <a:srgbClr val="FFFFFF"/>
                </a:solidFill>
              </a14:hiddenFill>
            </a:ext>
          </a:extLst>
        </p:spPr>
      </p:pic>
      <p:sp>
        <p:nvSpPr>
          <p:cNvPr id="6" name="Content Placeholder 5"/>
          <p:cNvSpPr>
            <a:spLocks noGrp="1"/>
          </p:cNvSpPr>
          <p:nvPr>
            <p:ph idx="1"/>
          </p:nvPr>
        </p:nvSpPr>
        <p:spPr>
          <a:xfrm>
            <a:off x="4723474" y="2409497"/>
            <a:ext cx="5725886" cy="3843666"/>
          </a:xfrm>
        </p:spPr>
        <p:txBody>
          <a:bodyPr>
            <a:normAutofit/>
          </a:bodyPr>
          <a:lstStyle/>
          <a:p>
            <a:r>
              <a:rPr lang="en-US" sz="2800" dirty="0"/>
              <a:t>A community can have one or many cultures.</a:t>
            </a:r>
          </a:p>
          <a:p>
            <a:endParaRPr lang="en-US" sz="2800" dirty="0"/>
          </a:p>
          <a:p>
            <a:r>
              <a:rPr lang="en-US" sz="2800" dirty="0"/>
              <a:t>E.g. Manama area can have different cultures due to expatriate populations.</a:t>
            </a:r>
          </a:p>
          <a:p>
            <a:pPr>
              <a:buNone/>
            </a:pPr>
            <a:endParaRPr lang="en-US" sz="2800" dirty="0"/>
          </a:p>
          <a:p>
            <a:endParaRPr lang="en-US" sz="2800" dirty="0"/>
          </a:p>
          <a:p>
            <a:endParaRPr lang="en-US" sz="1700" dirty="0"/>
          </a:p>
        </p:txBody>
      </p:sp>
    </p:spTree>
    <p:extLst>
      <p:ext uri="{BB962C8B-B14F-4D97-AF65-F5344CB8AC3E}">
        <p14:creationId xmlns:p14="http://schemas.microsoft.com/office/powerpoint/2010/main" val="813799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DC2D-C3C9-4E00-909A-0EACE83C14BA}"/>
              </a:ext>
            </a:extLst>
          </p:cNvPr>
          <p:cNvSpPr>
            <a:spLocks noGrp="1"/>
          </p:cNvSpPr>
          <p:nvPr>
            <p:ph type="title"/>
          </p:nvPr>
        </p:nvSpPr>
        <p:spPr>
          <a:xfrm>
            <a:off x="1744605" y="3077936"/>
            <a:ext cx="2468166" cy="2452687"/>
          </a:xfrm>
        </p:spPr>
        <p:txBody>
          <a:bodyPr anchor="ctr">
            <a:normAutofit/>
          </a:bodyPr>
          <a:lstStyle/>
          <a:p>
            <a:pPr algn="ctr"/>
            <a:r>
              <a:rPr lang="en-US" sz="3100" b="1" dirty="0">
                <a:solidFill>
                  <a:srgbClr val="FF0000"/>
                </a:solidFill>
                <a:latin typeface="+mn-lt"/>
              </a:rPr>
              <a:t>Social class and Educational level</a:t>
            </a:r>
          </a:p>
        </p:txBody>
      </p:sp>
      <p:pic>
        <p:nvPicPr>
          <p:cNvPr id="17410" name="Picture 2" descr="Top 20 Countries with Best Education System in the World | Leverage Edu">
            <a:extLst>
              <a:ext uri="{FF2B5EF4-FFF2-40B4-BE49-F238E27FC236}">
                <a16:creationId xmlns:a16="http://schemas.microsoft.com/office/drawing/2014/main" id="{BB9EFC75-5995-3814-6540-5F56D801AE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84" b="27088"/>
          <a:stretch/>
        </p:blipFill>
        <p:spPr bwMode="auto">
          <a:xfrm>
            <a:off x="1524020" y="11"/>
            <a:ext cx="9143980" cy="263433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9F586FC-649A-4375-B43C-16472ACA3ADC}"/>
              </a:ext>
            </a:extLst>
          </p:cNvPr>
          <p:cNvSpPr>
            <a:spLocks noGrp="1"/>
          </p:cNvSpPr>
          <p:nvPr>
            <p:ph idx="1"/>
          </p:nvPr>
        </p:nvSpPr>
        <p:spPr>
          <a:xfrm>
            <a:off x="4212771" y="2634344"/>
            <a:ext cx="6357258" cy="3940627"/>
          </a:xfrm>
        </p:spPr>
        <p:txBody>
          <a:bodyPr anchor="ctr">
            <a:normAutofit/>
          </a:bodyPr>
          <a:lstStyle/>
          <a:p>
            <a:r>
              <a:rPr lang="en-US" sz="2400" dirty="0"/>
              <a:t>Social class refers to the ranking of groups within society by income, education, occupation, prestige, or a combination of these factors.</a:t>
            </a:r>
          </a:p>
          <a:p>
            <a:r>
              <a:rPr lang="en-US" sz="2400" dirty="0"/>
              <a:t>Class rankings are usually based on occupation, education and wealth (income or assets).</a:t>
            </a:r>
          </a:p>
          <a:p>
            <a:r>
              <a:rPr lang="en-US" sz="2400" dirty="0"/>
              <a:t>These comprises the social and physical determinants of health.</a:t>
            </a:r>
          </a:p>
          <a:p>
            <a:r>
              <a:rPr lang="en-US" sz="2400" dirty="0"/>
              <a:t>E.g. upper, middle, lower etc.</a:t>
            </a:r>
          </a:p>
          <a:p>
            <a:endParaRPr lang="en-US" sz="1600" dirty="0"/>
          </a:p>
        </p:txBody>
      </p:sp>
    </p:spTree>
    <p:extLst>
      <p:ext uri="{BB962C8B-B14F-4D97-AF65-F5344CB8AC3E}">
        <p14:creationId xmlns:p14="http://schemas.microsoft.com/office/powerpoint/2010/main" val="3589487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9BB7E9A-6937-4BF0-9F51-A20F197B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114" y="0"/>
            <a:ext cx="9143772"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a:solidFill>
                <a:prstClr val="white"/>
              </a:solidFill>
              <a:latin typeface="Meiryo"/>
            </a:endParaRPr>
          </a:p>
        </p:txBody>
      </p:sp>
      <p:sp>
        <p:nvSpPr>
          <p:cNvPr id="2" name="Title 1"/>
          <p:cNvSpPr>
            <a:spLocks noGrp="1"/>
          </p:cNvSpPr>
          <p:nvPr>
            <p:ph type="title"/>
          </p:nvPr>
        </p:nvSpPr>
        <p:spPr>
          <a:xfrm>
            <a:off x="2708747" y="-708354"/>
            <a:ext cx="3782852" cy="1822123"/>
          </a:xfrm>
        </p:spPr>
        <p:txBody>
          <a:bodyPr anchor="b">
            <a:normAutofit/>
          </a:bodyPr>
          <a:lstStyle/>
          <a:p>
            <a:r>
              <a:rPr lang="en-US" sz="4000" b="1" dirty="0">
                <a:solidFill>
                  <a:srgbClr val="FF0000"/>
                </a:solidFill>
                <a:latin typeface="+mn-lt"/>
              </a:rPr>
              <a:t>Mobility</a:t>
            </a:r>
          </a:p>
        </p:txBody>
      </p:sp>
      <p:sp>
        <p:nvSpPr>
          <p:cNvPr id="6" name="Content Placeholder 5"/>
          <p:cNvSpPr>
            <a:spLocks noGrp="1"/>
          </p:cNvSpPr>
          <p:nvPr>
            <p:ph idx="1"/>
          </p:nvPr>
        </p:nvSpPr>
        <p:spPr>
          <a:xfrm>
            <a:off x="1873549" y="1545772"/>
            <a:ext cx="4691453" cy="4418467"/>
          </a:xfrm>
        </p:spPr>
        <p:txBody>
          <a:bodyPr anchor="t">
            <a:normAutofit fontScale="92500" lnSpcReduction="10000"/>
          </a:bodyPr>
          <a:lstStyle/>
          <a:p>
            <a:r>
              <a:rPr lang="en-US" sz="2600" dirty="0"/>
              <a:t>Population turnover may affect the health of the population.</a:t>
            </a:r>
          </a:p>
          <a:p>
            <a:r>
              <a:rPr lang="en-US" sz="2600" dirty="0"/>
              <a:t>Continuity of services can be affected.</a:t>
            </a:r>
          </a:p>
          <a:p>
            <a:r>
              <a:rPr lang="en-US" sz="2600" dirty="0"/>
              <a:t>Nomadic populations sometimes present with special health needs.</a:t>
            </a:r>
          </a:p>
          <a:p>
            <a:pPr>
              <a:buNone/>
            </a:pPr>
            <a:r>
              <a:rPr lang="en-US" sz="2600" dirty="0"/>
              <a:t>E.g. Traveling community causes defaulter children, and not completing vaccinations.</a:t>
            </a:r>
          </a:p>
          <a:p>
            <a:pPr>
              <a:buNone/>
            </a:pPr>
            <a:r>
              <a:rPr lang="en-US" sz="2600" dirty="0"/>
              <a:t>E.g. Visiting certain countries causes contracting diseases like yellow fever.</a:t>
            </a:r>
          </a:p>
          <a:p>
            <a:endParaRPr lang="en-US" sz="2600" dirty="0"/>
          </a:p>
          <a:p>
            <a:endParaRPr lang="en-US" sz="1700" dirty="0"/>
          </a:p>
        </p:txBody>
      </p:sp>
      <p:sp>
        <p:nvSpPr>
          <p:cNvPr id="13" name="Freeform: Shape 12">
            <a:extLst>
              <a:ext uri="{FF2B5EF4-FFF2-40B4-BE49-F238E27FC236}">
                <a16:creationId xmlns:a16="http://schemas.microsoft.com/office/drawing/2014/main" id="{9F68E20E-6240-4DD9-A3D6-57B838407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344796" y="885813"/>
            <a:ext cx="3973656" cy="5037027"/>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endParaRPr lang="en-US" sz="2400" dirty="0">
              <a:solidFill>
                <a:prstClr val="white"/>
              </a:solidFill>
              <a:latin typeface="Calibri" panose="020F0502020204030204"/>
            </a:endParaRPr>
          </a:p>
        </p:txBody>
      </p:sp>
      <p:pic>
        <p:nvPicPr>
          <p:cNvPr id="3" name="Picture 2" descr="A group of people standing in front of a sign&#10;&#10;Description automatically generated with medium confidence">
            <a:extLst>
              <a:ext uri="{FF2B5EF4-FFF2-40B4-BE49-F238E27FC236}">
                <a16:creationId xmlns:a16="http://schemas.microsoft.com/office/drawing/2014/main" id="{8EEA0EE5-CF2E-40B9-0635-8373F2F7073F}"/>
              </a:ext>
            </a:extLst>
          </p:cNvPr>
          <p:cNvPicPr>
            <a:picLocks noChangeAspect="1"/>
          </p:cNvPicPr>
          <p:nvPr/>
        </p:nvPicPr>
        <p:blipFill rotWithShape="1">
          <a:blip r:embed="rId3"/>
          <a:srcRect l="13597" r="10520" b="1"/>
          <a:stretch/>
        </p:blipFill>
        <p:spPr>
          <a:xfrm>
            <a:off x="6565002" y="1044106"/>
            <a:ext cx="3680049" cy="4679812"/>
          </a:xfrm>
          <a:custGeom>
            <a:avLst/>
            <a:gdLst/>
            <a:ahLst/>
            <a:cxnLst/>
            <a:rect l="l" t="t" r="r" b="b"/>
            <a:pathLst>
              <a:path w="4906732" h="4679812">
                <a:moveTo>
                  <a:pt x="2098733" y="0"/>
                </a:moveTo>
                <a:cubicBezTo>
                  <a:pt x="2440836" y="0"/>
                  <a:pt x="2787571" y="67648"/>
                  <a:pt x="3128936" y="201123"/>
                </a:cubicBezTo>
                <a:cubicBezTo>
                  <a:pt x="3461352" y="330861"/>
                  <a:pt x="3777761" y="521938"/>
                  <a:pt x="4044157" y="753626"/>
                </a:cubicBezTo>
                <a:cubicBezTo>
                  <a:pt x="4315187" y="989269"/>
                  <a:pt x="4528197" y="1257397"/>
                  <a:pt x="4677189" y="1550320"/>
                </a:cubicBezTo>
                <a:cubicBezTo>
                  <a:pt x="4829446" y="1849760"/>
                  <a:pt x="4906732" y="2161706"/>
                  <a:pt x="4906732" y="2477497"/>
                </a:cubicBezTo>
                <a:cubicBezTo>
                  <a:pt x="4906732" y="2795534"/>
                  <a:pt x="4783432" y="2981268"/>
                  <a:pt x="4526828" y="3338417"/>
                </a:cubicBezTo>
                <a:cubicBezTo>
                  <a:pt x="4464915" y="3424553"/>
                  <a:pt x="4400896" y="3513679"/>
                  <a:pt x="4335403" y="3611676"/>
                </a:cubicBezTo>
                <a:cubicBezTo>
                  <a:pt x="3834936" y="4360387"/>
                  <a:pt x="3297724" y="4679812"/>
                  <a:pt x="2539181" y="4679812"/>
                </a:cubicBezTo>
                <a:cubicBezTo>
                  <a:pt x="2041348" y="4679812"/>
                  <a:pt x="1676081" y="4419592"/>
                  <a:pt x="1175614" y="4022687"/>
                </a:cubicBezTo>
                <a:cubicBezTo>
                  <a:pt x="1119704" y="3978338"/>
                  <a:pt x="1063792" y="3934522"/>
                  <a:pt x="1009670" y="3892202"/>
                </a:cubicBezTo>
                <a:cubicBezTo>
                  <a:pt x="716320" y="3662546"/>
                  <a:pt x="439289" y="3445606"/>
                  <a:pt x="254918" y="3210070"/>
                </a:cubicBezTo>
                <a:cubicBezTo>
                  <a:pt x="78655" y="2984902"/>
                  <a:pt x="0" y="2758986"/>
                  <a:pt x="0" y="2477497"/>
                </a:cubicBezTo>
                <a:cubicBezTo>
                  <a:pt x="0" y="1771961"/>
                  <a:pt x="203218" y="1137598"/>
                  <a:pt x="572277" y="691216"/>
                </a:cubicBezTo>
                <a:cubicBezTo>
                  <a:pt x="752856" y="472887"/>
                  <a:pt x="969447" y="303182"/>
                  <a:pt x="1216048" y="186911"/>
                </a:cubicBezTo>
                <a:cubicBezTo>
                  <a:pt x="1479180" y="62945"/>
                  <a:pt x="1776110" y="0"/>
                  <a:pt x="2098733" y="0"/>
                </a:cubicBezTo>
                <a:close/>
              </a:path>
            </a:pathLst>
          </a:custGeom>
        </p:spPr>
      </p:pic>
      <p:sp>
        <p:nvSpPr>
          <p:cNvPr id="15" name="Freeform: Shape 14">
            <a:extLst>
              <a:ext uri="{FF2B5EF4-FFF2-40B4-BE49-F238E27FC236}">
                <a16:creationId xmlns:a16="http://schemas.microsoft.com/office/drawing/2014/main" id="{74169F48-3AE4-4FA1-899E-6A598A0FF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1600" y="1064419"/>
            <a:ext cx="3680049" cy="4679812"/>
          </a:xfrm>
          <a:custGeom>
            <a:avLst/>
            <a:gdLst>
              <a:gd name="connsiteX0" fmla="*/ 2111892 w 4906732"/>
              <a:gd name="connsiteY0" fmla="*/ 128277 h 4679812"/>
              <a:gd name="connsiteX1" fmla="*/ 1284759 w 4906732"/>
              <a:gd name="connsiteY1" fmla="*/ 304571 h 4679812"/>
              <a:gd name="connsiteX2" fmla="*/ 681504 w 4906732"/>
              <a:gd name="connsiteY2" fmla="*/ 780226 h 4679812"/>
              <a:gd name="connsiteX3" fmla="*/ 145242 w 4906732"/>
              <a:gd name="connsiteY3" fmla="*/ 2465033 h 4679812"/>
              <a:gd name="connsiteX4" fmla="*/ 384115 w 4906732"/>
              <a:gd name="connsiteY4" fmla="*/ 3155989 h 4679812"/>
              <a:gd name="connsiteX5" fmla="*/ 1091369 w 4906732"/>
              <a:gd name="connsiteY5" fmla="*/ 3799371 h 4679812"/>
              <a:gd name="connsiteX6" fmla="*/ 1246870 w 4906732"/>
              <a:gd name="connsiteY6" fmla="*/ 3922444 h 4679812"/>
              <a:gd name="connsiteX7" fmla="*/ 2524620 w 4906732"/>
              <a:gd name="connsiteY7" fmla="*/ 4542238 h 4679812"/>
              <a:gd name="connsiteX8" fmla="*/ 4207799 w 4906732"/>
              <a:gd name="connsiteY8" fmla="*/ 3534781 h 4679812"/>
              <a:gd name="connsiteX9" fmla="*/ 4387177 w 4906732"/>
              <a:gd name="connsiteY9" fmla="*/ 3277045 h 4679812"/>
              <a:gd name="connsiteX10" fmla="*/ 4743172 w 4906732"/>
              <a:gd name="connsiteY10" fmla="*/ 2465033 h 4679812"/>
              <a:gd name="connsiteX11" fmla="*/ 4528076 w 4906732"/>
              <a:gd name="connsiteY11" fmla="*/ 1590526 h 4679812"/>
              <a:gd name="connsiteX12" fmla="*/ 3934883 w 4906732"/>
              <a:gd name="connsiteY12" fmla="*/ 839091 h 4679812"/>
              <a:gd name="connsiteX13" fmla="*/ 3077260 w 4906732"/>
              <a:gd name="connsiteY13" fmla="*/ 317975 h 4679812"/>
              <a:gd name="connsiteX14" fmla="*/ 2111892 w 4906732"/>
              <a:gd name="connsiteY14" fmla="*/ 128277 h 4679812"/>
              <a:gd name="connsiteX15" fmla="*/ 2098733 w 4906732"/>
              <a:gd name="connsiteY15" fmla="*/ 0 h 4679812"/>
              <a:gd name="connsiteX16" fmla="*/ 3128936 w 4906732"/>
              <a:gd name="connsiteY16" fmla="*/ 201123 h 4679812"/>
              <a:gd name="connsiteX17" fmla="*/ 4044157 w 4906732"/>
              <a:gd name="connsiteY17" fmla="*/ 753626 h 4679812"/>
              <a:gd name="connsiteX18" fmla="*/ 4677189 w 4906732"/>
              <a:gd name="connsiteY18" fmla="*/ 1550320 h 4679812"/>
              <a:gd name="connsiteX19" fmla="*/ 4906732 w 4906732"/>
              <a:gd name="connsiteY19" fmla="*/ 2477497 h 4679812"/>
              <a:gd name="connsiteX20" fmla="*/ 4526828 w 4906732"/>
              <a:gd name="connsiteY20" fmla="*/ 3338417 h 4679812"/>
              <a:gd name="connsiteX21" fmla="*/ 4335403 w 4906732"/>
              <a:gd name="connsiteY21" fmla="*/ 3611676 h 4679812"/>
              <a:gd name="connsiteX22" fmla="*/ 2539181 w 4906732"/>
              <a:gd name="connsiteY22" fmla="*/ 4679812 h 4679812"/>
              <a:gd name="connsiteX23" fmla="*/ 1175614 w 4906732"/>
              <a:gd name="connsiteY23" fmla="*/ 4022687 h 4679812"/>
              <a:gd name="connsiteX24" fmla="*/ 1009670 w 4906732"/>
              <a:gd name="connsiteY24" fmla="*/ 3892202 h 4679812"/>
              <a:gd name="connsiteX25" fmla="*/ 254918 w 4906732"/>
              <a:gd name="connsiteY25" fmla="*/ 3210070 h 4679812"/>
              <a:gd name="connsiteX26" fmla="*/ 0 w 4906732"/>
              <a:gd name="connsiteY26" fmla="*/ 2477497 h 4679812"/>
              <a:gd name="connsiteX27" fmla="*/ 572277 w 4906732"/>
              <a:gd name="connsiteY27" fmla="*/ 691216 h 4679812"/>
              <a:gd name="connsiteX28" fmla="*/ 1216048 w 4906732"/>
              <a:gd name="connsiteY28" fmla="*/ 186911 h 4679812"/>
              <a:gd name="connsiteX29" fmla="*/ 2098733 w 4906732"/>
              <a:gd name="connsiteY29" fmla="*/ 0 h 4679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906732" h="4679812">
                <a:moveTo>
                  <a:pt x="2111892" y="128277"/>
                </a:moveTo>
                <a:cubicBezTo>
                  <a:pt x="1809573" y="128277"/>
                  <a:pt x="1531330" y="187646"/>
                  <a:pt x="1284759" y="304571"/>
                </a:cubicBezTo>
                <a:cubicBezTo>
                  <a:pt x="1053677" y="414236"/>
                  <a:pt x="850716" y="574300"/>
                  <a:pt x="681504" y="780226"/>
                </a:cubicBezTo>
                <a:cubicBezTo>
                  <a:pt x="335670" y="1201251"/>
                  <a:pt x="145242" y="1799576"/>
                  <a:pt x="145242" y="2465033"/>
                </a:cubicBezTo>
                <a:cubicBezTo>
                  <a:pt x="145242" y="2730530"/>
                  <a:pt x="218947" y="2943614"/>
                  <a:pt x="384115" y="3155989"/>
                </a:cubicBezTo>
                <a:cubicBezTo>
                  <a:pt x="556885" y="3378145"/>
                  <a:pt x="816480" y="3582762"/>
                  <a:pt x="1091369" y="3799371"/>
                </a:cubicBezTo>
                <a:cubicBezTo>
                  <a:pt x="1142084" y="3839287"/>
                  <a:pt x="1194478" y="3880613"/>
                  <a:pt x="1246870" y="3922444"/>
                </a:cubicBezTo>
                <a:cubicBezTo>
                  <a:pt x="1715839" y="4296801"/>
                  <a:pt x="2058119" y="4542238"/>
                  <a:pt x="2524620" y="4542238"/>
                </a:cubicBezTo>
                <a:cubicBezTo>
                  <a:pt x="3235427" y="4542238"/>
                  <a:pt x="3738828" y="4240958"/>
                  <a:pt x="4207799" y="3534781"/>
                </a:cubicBezTo>
                <a:cubicBezTo>
                  <a:pt x="4269169" y="3442350"/>
                  <a:pt x="4329161" y="3358288"/>
                  <a:pt x="4387177" y="3277045"/>
                </a:cubicBezTo>
                <a:cubicBezTo>
                  <a:pt x="4627632" y="2940185"/>
                  <a:pt x="4743172" y="2765002"/>
                  <a:pt x="4743172" y="2465033"/>
                </a:cubicBezTo>
                <a:cubicBezTo>
                  <a:pt x="4743172" y="2167182"/>
                  <a:pt x="4670751" y="1872957"/>
                  <a:pt x="4528076" y="1590526"/>
                </a:cubicBezTo>
                <a:cubicBezTo>
                  <a:pt x="4388460" y="1314244"/>
                  <a:pt x="4188856" y="1061349"/>
                  <a:pt x="3934883" y="839091"/>
                </a:cubicBezTo>
                <a:cubicBezTo>
                  <a:pt x="3685253" y="620565"/>
                  <a:pt x="3388755" y="440343"/>
                  <a:pt x="3077260" y="317975"/>
                </a:cubicBezTo>
                <a:cubicBezTo>
                  <a:pt x="2757379" y="192082"/>
                  <a:pt x="2432465" y="128277"/>
                  <a:pt x="2111892" y="128277"/>
                </a:cubicBezTo>
                <a:close/>
                <a:moveTo>
                  <a:pt x="2098733" y="0"/>
                </a:moveTo>
                <a:cubicBezTo>
                  <a:pt x="2440836" y="0"/>
                  <a:pt x="2787571" y="67648"/>
                  <a:pt x="3128936" y="201123"/>
                </a:cubicBezTo>
                <a:cubicBezTo>
                  <a:pt x="3461352" y="330861"/>
                  <a:pt x="3777761" y="521938"/>
                  <a:pt x="4044157" y="753626"/>
                </a:cubicBezTo>
                <a:cubicBezTo>
                  <a:pt x="4315187" y="989269"/>
                  <a:pt x="4528197" y="1257397"/>
                  <a:pt x="4677189" y="1550320"/>
                </a:cubicBezTo>
                <a:cubicBezTo>
                  <a:pt x="4829446" y="1849760"/>
                  <a:pt x="4906732" y="2161706"/>
                  <a:pt x="4906732" y="2477497"/>
                </a:cubicBezTo>
                <a:cubicBezTo>
                  <a:pt x="4906732" y="2795534"/>
                  <a:pt x="4783432" y="2981268"/>
                  <a:pt x="4526828" y="3338417"/>
                </a:cubicBezTo>
                <a:cubicBezTo>
                  <a:pt x="4464915" y="3424553"/>
                  <a:pt x="4400896" y="3513679"/>
                  <a:pt x="4335403" y="3611676"/>
                </a:cubicBezTo>
                <a:cubicBezTo>
                  <a:pt x="3834936" y="4360387"/>
                  <a:pt x="3297724" y="4679812"/>
                  <a:pt x="2539181" y="4679812"/>
                </a:cubicBezTo>
                <a:cubicBezTo>
                  <a:pt x="2041348" y="4679812"/>
                  <a:pt x="1676081" y="4419592"/>
                  <a:pt x="1175614" y="4022687"/>
                </a:cubicBezTo>
                <a:cubicBezTo>
                  <a:pt x="1119704" y="3978338"/>
                  <a:pt x="1063792" y="3934522"/>
                  <a:pt x="1009670" y="3892202"/>
                </a:cubicBezTo>
                <a:cubicBezTo>
                  <a:pt x="716320" y="3662546"/>
                  <a:pt x="439289" y="3445606"/>
                  <a:pt x="254918" y="3210070"/>
                </a:cubicBezTo>
                <a:cubicBezTo>
                  <a:pt x="78655" y="2984902"/>
                  <a:pt x="0" y="2758986"/>
                  <a:pt x="0" y="2477497"/>
                </a:cubicBezTo>
                <a:cubicBezTo>
                  <a:pt x="0" y="1771961"/>
                  <a:pt x="203218" y="1137598"/>
                  <a:pt x="572277" y="691216"/>
                </a:cubicBezTo>
                <a:cubicBezTo>
                  <a:pt x="752856" y="472887"/>
                  <a:pt x="969447" y="303182"/>
                  <a:pt x="1216048" y="186911"/>
                </a:cubicBezTo>
                <a:cubicBezTo>
                  <a:pt x="1479180" y="62945"/>
                  <a:pt x="1776110" y="0"/>
                  <a:pt x="2098733" y="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endParaRPr lang="en-US" sz="2400">
              <a:solidFill>
                <a:prstClr val="white"/>
              </a:solidFill>
              <a:latin typeface="Calibri" panose="020F0502020204030204"/>
            </a:endParaRPr>
          </a:p>
        </p:txBody>
      </p:sp>
    </p:spTree>
    <p:extLst>
      <p:ext uri="{BB962C8B-B14F-4D97-AF65-F5344CB8AC3E}">
        <p14:creationId xmlns:p14="http://schemas.microsoft.com/office/powerpoint/2010/main" val="64609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8B206-66A9-12C6-2CD8-BFD480133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062AD-9D27-56A0-32A2-073F445B8458}"/>
              </a:ext>
            </a:extLst>
          </p:cNvPr>
          <p:cNvSpPr>
            <a:spLocks noGrp="1"/>
          </p:cNvSpPr>
          <p:nvPr>
            <p:ph type="title"/>
          </p:nvPr>
        </p:nvSpPr>
        <p:spPr>
          <a:xfrm>
            <a:off x="1136397" y="502021"/>
            <a:ext cx="4959603" cy="1642969"/>
          </a:xfrm>
        </p:spPr>
        <p:txBody>
          <a:bodyPr anchor="b">
            <a:normAutofit/>
          </a:bodyPr>
          <a:lstStyle/>
          <a:p>
            <a:r>
              <a:rPr lang="en-US" sz="4000" dirty="0"/>
              <a:t>Three features of Community</a:t>
            </a:r>
          </a:p>
        </p:txBody>
      </p:sp>
      <p:sp>
        <p:nvSpPr>
          <p:cNvPr id="3" name="Content Placeholder 2">
            <a:extLst>
              <a:ext uri="{FF2B5EF4-FFF2-40B4-BE49-F238E27FC236}">
                <a16:creationId xmlns:a16="http://schemas.microsoft.com/office/drawing/2014/main" id="{03BF0324-8223-CEE0-1610-C949FC3C26E7}"/>
              </a:ext>
            </a:extLst>
          </p:cNvPr>
          <p:cNvSpPr>
            <a:spLocks noGrp="1"/>
          </p:cNvSpPr>
          <p:nvPr>
            <p:ph idx="1"/>
          </p:nvPr>
        </p:nvSpPr>
        <p:spPr>
          <a:xfrm>
            <a:off x="1043091" y="3071551"/>
            <a:ext cx="4959603" cy="2937362"/>
          </a:xfrm>
        </p:spPr>
        <p:txBody>
          <a:bodyPr anchor="t">
            <a:normAutofit/>
          </a:bodyPr>
          <a:lstStyle/>
          <a:p>
            <a:pPr marL="0" indent="0">
              <a:buNone/>
            </a:pPr>
            <a:r>
              <a:rPr lang="en-US" sz="5400" b="1" dirty="0">
                <a:solidFill>
                  <a:srgbClr val="FF0000"/>
                </a:solidFill>
              </a:rPr>
              <a:t>3- Social System</a:t>
            </a:r>
          </a:p>
        </p:txBody>
      </p:sp>
      <p:pic>
        <p:nvPicPr>
          <p:cNvPr id="7" name="Picture 6">
            <a:extLst>
              <a:ext uri="{FF2B5EF4-FFF2-40B4-BE49-F238E27FC236}">
                <a16:creationId xmlns:a16="http://schemas.microsoft.com/office/drawing/2014/main" id="{71B75BA0-A905-C75F-49F0-7EEF8AA2595C}"/>
              </a:ext>
            </a:extLst>
          </p:cNvPr>
          <p:cNvPicPr>
            <a:picLocks noChangeAspect="1"/>
          </p:cNvPicPr>
          <p:nvPr/>
        </p:nvPicPr>
        <p:blipFill>
          <a:blip r:embed="rId3"/>
          <a:stretch>
            <a:fillRect/>
          </a:stretch>
        </p:blipFill>
        <p:spPr>
          <a:xfrm>
            <a:off x="6781024" y="274629"/>
            <a:ext cx="4889637" cy="5466007"/>
          </a:xfrm>
          <a:prstGeom prst="rect">
            <a:avLst/>
          </a:prstGeom>
        </p:spPr>
      </p:pic>
      <p:sp>
        <p:nvSpPr>
          <p:cNvPr id="4" name="Content Placeholder 2">
            <a:extLst>
              <a:ext uri="{FF2B5EF4-FFF2-40B4-BE49-F238E27FC236}">
                <a16:creationId xmlns:a16="http://schemas.microsoft.com/office/drawing/2014/main" id="{D303A1F1-1316-4790-4A2A-1B3EA43E0511}"/>
              </a:ext>
            </a:extLst>
          </p:cNvPr>
          <p:cNvSpPr txBox="1">
            <a:spLocks/>
          </p:cNvSpPr>
          <p:nvPr/>
        </p:nvSpPr>
        <p:spPr>
          <a:xfrm>
            <a:off x="838199" y="4385388"/>
            <a:ext cx="4783697" cy="1734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Every community has a social system.</a:t>
            </a:r>
          </a:p>
          <a:p>
            <a:r>
              <a:rPr lang="en-US" sz="2000"/>
              <a:t>The various parts of a community’s social system that interact and influence the health of the community are called social system variables</a:t>
            </a:r>
            <a:endParaRPr lang="en-US" sz="2000" dirty="0"/>
          </a:p>
        </p:txBody>
      </p:sp>
    </p:spTree>
    <p:extLst>
      <p:ext uri="{BB962C8B-B14F-4D97-AF65-F5344CB8AC3E}">
        <p14:creationId xmlns:p14="http://schemas.microsoft.com/office/powerpoint/2010/main" val="1977517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4CA0D-5A3B-3A79-7F2D-C1538150E7F0}"/>
              </a:ext>
            </a:extLst>
          </p:cNvPr>
          <p:cNvSpPr>
            <a:spLocks noGrp="1"/>
          </p:cNvSpPr>
          <p:nvPr>
            <p:ph type="title"/>
          </p:nvPr>
        </p:nvSpPr>
        <p:spPr/>
        <p:txBody>
          <a:bodyPr/>
          <a:lstStyle/>
          <a:p>
            <a:r>
              <a:rPr lang="en-US" b="1" dirty="0"/>
              <a:t>Social System</a:t>
            </a:r>
          </a:p>
        </p:txBody>
      </p:sp>
      <p:sp>
        <p:nvSpPr>
          <p:cNvPr id="3" name="Content Placeholder 2">
            <a:extLst>
              <a:ext uri="{FF2B5EF4-FFF2-40B4-BE49-F238E27FC236}">
                <a16:creationId xmlns:a16="http://schemas.microsoft.com/office/drawing/2014/main" id="{81303198-89E0-9A12-BEBF-A7A1A93BEC28}"/>
              </a:ext>
            </a:extLst>
          </p:cNvPr>
          <p:cNvSpPr>
            <a:spLocks noGrp="1"/>
          </p:cNvSpPr>
          <p:nvPr>
            <p:ph idx="1"/>
          </p:nvPr>
        </p:nvSpPr>
        <p:spPr/>
        <p:txBody>
          <a:bodyPr/>
          <a:lstStyle/>
          <a:p>
            <a:r>
              <a:rPr lang="en-US" dirty="0"/>
              <a:t>For example, a high rate of Sickle cell marriage in a city may signal inadequate functioning of several systems (e.g., family, educational, religious, health), so a closer look is in order. </a:t>
            </a:r>
          </a:p>
          <a:p>
            <a:r>
              <a:rPr lang="en-US" dirty="0"/>
              <a:t>What community values influence marital decisions and behavior among adolescents? What pre-marital education programs are available to this population? Does the health system provide information and counseling?</a:t>
            </a:r>
          </a:p>
        </p:txBody>
      </p:sp>
    </p:spTree>
    <p:extLst>
      <p:ext uri="{BB962C8B-B14F-4D97-AF65-F5344CB8AC3E}">
        <p14:creationId xmlns:p14="http://schemas.microsoft.com/office/powerpoint/2010/main" val="2242780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EEE41EE3-A70A-44B3-ECFA-61B23C6CF5A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Nursing Process</a:t>
            </a:r>
          </a:p>
        </p:txBody>
      </p:sp>
      <p:sp>
        <p:nvSpPr>
          <p:cNvPr id="5" name="Text Placeholder 4">
            <a:extLst>
              <a:ext uri="{FF2B5EF4-FFF2-40B4-BE49-F238E27FC236}">
                <a16:creationId xmlns:a16="http://schemas.microsoft.com/office/drawing/2014/main" id="{2146E004-D943-6CDF-F67D-923542E34F15}"/>
              </a:ext>
            </a:extLst>
          </p:cNvPr>
          <p:cNvSpPr>
            <a:spLocks noGrp="1"/>
          </p:cNvSpPr>
          <p:nvPr>
            <p:ph type="body" idx="1"/>
          </p:nvPr>
        </p:nvSpPr>
        <p:spPr>
          <a:xfrm>
            <a:off x="660042" y="806824"/>
            <a:ext cx="2919738" cy="1494117"/>
          </a:xfrm>
        </p:spPr>
        <p:txBody>
          <a:bodyPr vert="horz" lIns="91440" tIns="45720" rIns="91440" bIns="45720" rtlCol="0" anchor="b">
            <a:normAutofit/>
          </a:bodyPr>
          <a:lstStyle/>
          <a:p>
            <a:r>
              <a:rPr lang="en-US" sz="2000" kern="1200" dirty="0">
                <a:solidFill>
                  <a:srgbClr val="FFFFFF"/>
                </a:solidFill>
                <a:latin typeface="+mn-lt"/>
                <a:ea typeface="+mn-ea"/>
                <a:cs typeface="+mn-cs"/>
              </a:rPr>
              <a:t>Applied to the  Community as A Client </a:t>
            </a:r>
          </a:p>
        </p:txBody>
      </p:sp>
      <p:pic>
        <p:nvPicPr>
          <p:cNvPr id="3" name="Picture 2">
            <a:extLst>
              <a:ext uri="{FF2B5EF4-FFF2-40B4-BE49-F238E27FC236}">
                <a16:creationId xmlns:a16="http://schemas.microsoft.com/office/drawing/2014/main" id="{EF6858D0-BEBC-C427-C897-4CE1D08FE7B7}"/>
              </a:ext>
            </a:extLst>
          </p:cNvPr>
          <p:cNvPicPr>
            <a:picLocks noChangeAspect="1"/>
          </p:cNvPicPr>
          <p:nvPr/>
        </p:nvPicPr>
        <p:blipFill>
          <a:blip r:embed="rId3"/>
          <a:stretch>
            <a:fillRect/>
          </a:stretch>
        </p:blipFill>
        <p:spPr>
          <a:xfrm>
            <a:off x="4140022" y="1709692"/>
            <a:ext cx="7950558" cy="3071905"/>
          </a:xfrm>
          <a:prstGeom prst="rect">
            <a:avLst/>
          </a:prstGeom>
        </p:spPr>
      </p:pic>
    </p:spTree>
    <p:extLst>
      <p:ext uri="{BB962C8B-B14F-4D97-AF65-F5344CB8AC3E}">
        <p14:creationId xmlns:p14="http://schemas.microsoft.com/office/powerpoint/2010/main" val="3863222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2F1100F-B7C5-9192-E0A7-3F2F505F8ED6}"/>
              </a:ext>
            </a:extLst>
          </p:cNvPr>
          <p:cNvSpPr>
            <a:spLocks noGrp="1"/>
          </p:cNvSpPr>
          <p:nvPr>
            <p:ph type="title"/>
          </p:nvPr>
        </p:nvSpPr>
        <p:spPr>
          <a:xfrm>
            <a:off x="466722" y="586855"/>
            <a:ext cx="3201366" cy="3387497"/>
          </a:xfrm>
        </p:spPr>
        <p:txBody>
          <a:bodyPr anchor="b">
            <a:normAutofit/>
          </a:bodyPr>
          <a:lstStyle/>
          <a:p>
            <a:pPr algn="ctr"/>
            <a:r>
              <a:rPr lang="en-US" b="1" dirty="0">
                <a:solidFill>
                  <a:srgbClr val="FFFF00"/>
                </a:solidFill>
              </a:rPr>
              <a:t>Community needs assessment </a:t>
            </a:r>
          </a:p>
        </p:txBody>
      </p:sp>
      <p:sp>
        <p:nvSpPr>
          <p:cNvPr id="5" name="Content Placeholder 4">
            <a:extLst>
              <a:ext uri="{FF2B5EF4-FFF2-40B4-BE49-F238E27FC236}">
                <a16:creationId xmlns:a16="http://schemas.microsoft.com/office/drawing/2014/main" id="{F778967A-6A1E-DE8B-2DDA-EAE22A80C9A1}"/>
              </a:ext>
            </a:extLst>
          </p:cNvPr>
          <p:cNvSpPr>
            <a:spLocks noGrp="1"/>
          </p:cNvSpPr>
          <p:nvPr>
            <p:ph idx="1"/>
          </p:nvPr>
        </p:nvSpPr>
        <p:spPr>
          <a:xfrm>
            <a:off x="4810259" y="649480"/>
            <a:ext cx="6555347" cy="5546047"/>
          </a:xfrm>
        </p:spPr>
        <p:txBody>
          <a:bodyPr anchor="ctr">
            <a:normAutofit/>
          </a:bodyPr>
          <a:lstStyle/>
          <a:p>
            <a:r>
              <a:rPr lang="en-US" sz="2000" dirty="0"/>
              <a:t>Community health assessment is the process of determining the real or perceived needs of a defined community</a:t>
            </a:r>
          </a:p>
          <a:p>
            <a:pPr lvl="1"/>
            <a:r>
              <a:rPr lang="en-US" sz="2000" dirty="0"/>
              <a:t>Windshield survey (familiarization assessment)</a:t>
            </a:r>
          </a:p>
          <a:p>
            <a:pPr lvl="1"/>
            <a:r>
              <a:rPr lang="en-US" sz="2000" dirty="0"/>
              <a:t>Problem-oriented assessment</a:t>
            </a:r>
          </a:p>
          <a:p>
            <a:pPr lvl="1"/>
            <a:r>
              <a:rPr lang="en-US" sz="2000" dirty="0"/>
              <a:t>Community subsystem assessment</a:t>
            </a:r>
          </a:p>
          <a:p>
            <a:pPr lvl="1"/>
            <a:r>
              <a:rPr lang="en-US" sz="2000" dirty="0"/>
              <a:t>Comprehensive assessment (key informants)</a:t>
            </a:r>
          </a:p>
          <a:p>
            <a:pPr lvl="1"/>
            <a:r>
              <a:rPr lang="en-US" sz="2000" dirty="0"/>
              <a:t>Community assets assessment</a:t>
            </a:r>
          </a:p>
          <a:p>
            <a:endParaRPr lang="en-US" sz="2000" dirty="0"/>
          </a:p>
        </p:txBody>
      </p:sp>
    </p:spTree>
    <p:extLst>
      <p:ext uri="{BB962C8B-B14F-4D97-AF65-F5344CB8AC3E}">
        <p14:creationId xmlns:p14="http://schemas.microsoft.com/office/powerpoint/2010/main" val="690141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7E7D41-E627-6EB3-4655-F5FD5B518B14}"/>
              </a:ext>
            </a:extLst>
          </p:cNvPr>
          <p:cNvSpPr>
            <a:spLocks noGrp="1"/>
          </p:cNvSpPr>
          <p:nvPr>
            <p:ph type="title"/>
          </p:nvPr>
        </p:nvSpPr>
        <p:spPr>
          <a:xfrm>
            <a:off x="400221" y="935989"/>
            <a:ext cx="3201366" cy="3387497"/>
          </a:xfrm>
        </p:spPr>
        <p:txBody>
          <a:bodyPr anchor="b">
            <a:normAutofit/>
          </a:bodyPr>
          <a:lstStyle/>
          <a:p>
            <a:pPr algn="r"/>
            <a:r>
              <a:rPr lang="en-US" sz="4000" dirty="0">
                <a:solidFill>
                  <a:srgbClr val="FFFFFF"/>
                </a:solidFill>
              </a:rPr>
              <a:t>Familiarization assessment</a:t>
            </a:r>
          </a:p>
        </p:txBody>
      </p:sp>
      <p:sp>
        <p:nvSpPr>
          <p:cNvPr id="3" name="Content Placeholder 2">
            <a:extLst>
              <a:ext uri="{FF2B5EF4-FFF2-40B4-BE49-F238E27FC236}">
                <a16:creationId xmlns:a16="http://schemas.microsoft.com/office/drawing/2014/main" id="{4ED4B67C-2214-DDA3-1A6F-C1ED4DA65220}"/>
              </a:ext>
            </a:extLst>
          </p:cNvPr>
          <p:cNvSpPr>
            <a:spLocks noGrp="1"/>
          </p:cNvSpPr>
          <p:nvPr>
            <p:ph idx="1"/>
          </p:nvPr>
        </p:nvSpPr>
        <p:spPr>
          <a:xfrm>
            <a:off x="4810259" y="649480"/>
            <a:ext cx="6555347" cy="5546047"/>
          </a:xfrm>
        </p:spPr>
        <p:txBody>
          <a:bodyPr anchor="ctr">
            <a:normAutofit/>
          </a:bodyPr>
          <a:lstStyle/>
          <a:p>
            <a:r>
              <a:rPr lang="en-US" sz="2000" dirty="0"/>
              <a:t>Familiarization assessment involves studying data already available on a community and  then gathering a certain amount of firsthand data in order to gain a working knowledge of the community</a:t>
            </a:r>
          </a:p>
        </p:txBody>
      </p:sp>
    </p:spTree>
    <p:extLst>
      <p:ext uri="{BB962C8B-B14F-4D97-AF65-F5344CB8AC3E}">
        <p14:creationId xmlns:p14="http://schemas.microsoft.com/office/powerpoint/2010/main" val="3683796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F22C4-05B3-DE69-6546-331559F3E171}"/>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problem-oriented assessment</a:t>
            </a:r>
          </a:p>
        </p:txBody>
      </p:sp>
      <p:sp>
        <p:nvSpPr>
          <p:cNvPr id="3" name="Content Placeholder 2">
            <a:extLst>
              <a:ext uri="{FF2B5EF4-FFF2-40B4-BE49-F238E27FC236}">
                <a16:creationId xmlns:a16="http://schemas.microsoft.com/office/drawing/2014/main" id="{24996013-FA48-8615-49CB-0649BE11330B}"/>
              </a:ext>
            </a:extLst>
          </p:cNvPr>
          <p:cNvSpPr>
            <a:spLocks noGrp="1"/>
          </p:cNvSpPr>
          <p:nvPr>
            <p:ph idx="1"/>
          </p:nvPr>
        </p:nvSpPr>
        <p:spPr>
          <a:xfrm>
            <a:off x="1371599" y="2318197"/>
            <a:ext cx="9724031" cy="3683358"/>
          </a:xfrm>
        </p:spPr>
        <p:txBody>
          <a:bodyPr anchor="ctr">
            <a:normAutofit/>
          </a:bodyPr>
          <a:lstStyle/>
          <a:p>
            <a:pPr marL="0" indent="0">
              <a:buNone/>
            </a:pPr>
            <a:r>
              <a:rPr lang="en-US" sz="2000" dirty="0"/>
              <a:t>problem-oriented assessment, begins with a single problem and assesses the community in terms of that problem</a:t>
            </a:r>
          </a:p>
          <a:p>
            <a:endParaRPr lang="en-US" sz="2000" dirty="0"/>
          </a:p>
          <a:p>
            <a:pPr marL="0" indent="0">
              <a:buNone/>
            </a:pPr>
            <a:r>
              <a:rPr lang="en-US" sz="2000" dirty="0"/>
              <a:t>e.g. first step would be to discover the incidence of childhood deafness, both in the community and in the state. Second, she might begin </a:t>
            </a:r>
            <a:r>
              <a:rPr lang="en-US" sz="2400" b="1" dirty="0">
                <a:solidFill>
                  <a:srgbClr val="FF0000"/>
                </a:solidFill>
              </a:rPr>
              <a:t>interviewing officials in the schools </a:t>
            </a:r>
            <a:r>
              <a:rPr lang="en-US" sz="2000" dirty="0"/>
              <a:t>and health institutions to find out what had been done in the past to assist deaf children. She could </a:t>
            </a:r>
            <a:r>
              <a:rPr lang="en-US" sz="2000" b="1" dirty="0">
                <a:solidFill>
                  <a:srgbClr val="FF0000"/>
                </a:solidFill>
              </a:rPr>
              <a:t>do an Internet search to locate available resources </a:t>
            </a:r>
            <a:r>
              <a:rPr lang="en-US" sz="2000" dirty="0"/>
              <a:t>on the subject of deafness. Are there interpreters available for people who use sign language? How do hospitals and courts approach deafness? Are there any clubs or other organizations for deaf people? Are there school programs for the deaf, and if so, where are they located?</a:t>
            </a:r>
          </a:p>
        </p:txBody>
      </p:sp>
    </p:spTree>
    <p:extLst>
      <p:ext uri="{BB962C8B-B14F-4D97-AF65-F5344CB8AC3E}">
        <p14:creationId xmlns:p14="http://schemas.microsoft.com/office/powerpoint/2010/main" val="638855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3670AE5-DF9C-3A96-BCC9-2E49E135A33F}"/>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community subsystem assessment</a:t>
            </a:r>
          </a:p>
        </p:txBody>
      </p:sp>
      <p:sp>
        <p:nvSpPr>
          <p:cNvPr id="3" name="Content Placeholder 2">
            <a:extLst>
              <a:ext uri="{FF2B5EF4-FFF2-40B4-BE49-F238E27FC236}">
                <a16:creationId xmlns:a16="http://schemas.microsoft.com/office/drawing/2014/main" id="{816050E7-DC47-5F1D-2579-D8A964BCC086}"/>
              </a:ext>
            </a:extLst>
          </p:cNvPr>
          <p:cNvSpPr>
            <a:spLocks noGrp="1"/>
          </p:cNvSpPr>
          <p:nvPr>
            <p:ph idx="1"/>
          </p:nvPr>
        </p:nvSpPr>
        <p:spPr>
          <a:xfrm>
            <a:off x="6503158" y="649480"/>
            <a:ext cx="4862447" cy="5546047"/>
          </a:xfrm>
        </p:spPr>
        <p:txBody>
          <a:bodyPr anchor="ctr">
            <a:normAutofit/>
          </a:bodyPr>
          <a:lstStyle/>
          <a:p>
            <a:r>
              <a:rPr lang="en-US" sz="2000" dirty="0"/>
              <a:t>In community subsystem assessment, the community health nurse focuses on a single dimension of community life.</a:t>
            </a:r>
          </a:p>
          <a:p>
            <a:r>
              <a:rPr lang="en-US" sz="2000" dirty="0"/>
              <a:t>For example, the nurse might decide to survey churches and religious organizations to discover their roles in the community.</a:t>
            </a:r>
          </a:p>
        </p:txBody>
      </p:sp>
    </p:spTree>
    <p:extLst>
      <p:ext uri="{BB962C8B-B14F-4D97-AF65-F5344CB8AC3E}">
        <p14:creationId xmlns:p14="http://schemas.microsoft.com/office/powerpoint/2010/main" val="3528229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2400B0-6729-922F-A144-1930C1FF837D}"/>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Comprehensive Community assessment </a:t>
            </a:r>
          </a:p>
        </p:txBody>
      </p:sp>
      <p:sp>
        <p:nvSpPr>
          <p:cNvPr id="3" name="Content Placeholder 2">
            <a:extLst>
              <a:ext uri="{FF2B5EF4-FFF2-40B4-BE49-F238E27FC236}">
                <a16:creationId xmlns:a16="http://schemas.microsoft.com/office/drawing/2014/main" id="{0678B9B3-E886-0EB2-4EDE-45FBA00631F5}"/>
              </a:ext>
            </a:extLst>
          </p:cNvPr>
          <p:cNvSpPr>
            <a:spLocks noGrp="1"/>
          </p:cNvSpPr>
          <p:nvPr>
            <p:ph idx="1"/>
          </p:nvPr>
        </p:nvSpPr>
        <p:spPr>
          <a:xfrm>
            <a:off x="6503158" y="649480"/>
            <a:ext cx="4862447" cy="5546047"/>
          </a:xfrm>
        </p:spPr>
        <p:txBody>
          <a:bodyPr anchor="ctr">
            <a:normAutofit/>
          </a:bodyPr>
          <a:lstStyle/>
          <a:p>
            <a:r>
              <a:rPr lang="en-US" sz="2000" dirty="0"/>
              <a:t>Comprehensive assessment seeks to discover all relevant community health information. </a:t>
            </a:r>
          </a:p>
          <a:p>
            <a:r>
              <a:rPr lang="en-US" sz="2000" dirty="0"/>
              <a:t>Key informants are interviewed in every major system— education, health, religious, economic, and others.</a:t>
            </a:r>
          </a:p>
        </p:txBody>
      </p:sp>
    </p:spTree>
    <p:extLst>
      <p:ext uri="{BB962C8B-B14F-4D97-AF65-F5344CB8AC3E}">
        <p14:creationId xmlns:p14="http://schemas.microsoft.com/office/powerpoint/2010/main" val="1356685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5B4D4D-9FCC-DBF7-1AB7-7D57FA65F5AB}"/>
              </a:ext>
            </a:extLst>
          </p:cNvPr>
          <p:cNvSpPr>
            <a:spLocks noGrp="1"/>
          </p:cNvSpPr>
          <p:nvPr>
            <p:ph type="title"/>
          </p:nvPr>
        </p:nvSpPr>
        <p:spPr>
          <a:xfrm>
            <a:off x="1136397" y="502021"/>
            <a:ext cx="4959603" cy="1642969"/>
          </a:xfrm>
        </p:spPr>
        <p:txBody>
          <a:bodyPr anchor="b">
            <a:normAutofit/>
          </a:bodyPr>
          <a:lstStyle/>
          <a:p>
            <a:r>
              <a:rPr lang="en-US" sz="4000" dirty="0"/>
              <a:t>Community Assets Assessment</a:t>
            </a:r>
          </a:p>
        </p:txBody>
      </p:sp>
      <p:sp>
        <p:nvSpPr>
          <p:cNvPr id="3" name="Content Placeholder 2">
            <a:extLst>
              <a:ext uri="{FF2B5EF4-FFF2-40B4-BE49-F238E27FC236}">
                <a16:creationId xmlns:a16="http://schemas.microsoft.com/office/drawing/2014/main" id="{108B83A7-4C67-8841-61E3-23EF5B5FBAC3}"/>
              </a:ext>
            </a:extLst>
          </p:cNvPr>
          <p:cNvSpPr>
            <a:spLocks noGrp="1"/>
          </p:cNvSpPr>
          <p:nvPr>
            <p:ph idx="1"/>
          </p:nvPr>
        </p:nvSpPr>
        <p:spPr>
          <a:xfrm>
            <a:off x="1136397" y="2418408"/>
            <a:ext cx="4959603" cy="3522569"/>
          </a:xfrm>
        </p:spPr>
        <p:txBody>
          <a:bodyPr anchor="t">
            <a:normAutofit/>
          </a:bodyPr>
          <a:lstStyle/>
          <a:p>
            <a:r>
              <a:rPr lang="en-US" sz="1900" dirty="0"/>
              <a:t>This method of assessment focuses on the strengths and capacities of a community rather than its problems.</a:t>
            </a:r>
          </a:p>
          <a:p>
            <a:r>
              <a:rPr lang="en-US" sz="1900" dirty="0"/>
              <a:t>The capacities and skills of community members are identified, with a focus on creating or rebuilding relationships among local residents, associations, and institutions to multiply power and effectiveness.</a:t>
            </a:r>
          </a:p>
          <a:p>
            <a:r>
              <a:rPr lang="en-US" sz="1900" dirty="0"/>
              <a:t>This approach requires that the assessor look for the positive or see the glass as half full.</a:t>
            </a:r>
          </a:p>
        </p:txBody>
      </p:sp>
      <p:pic>
        <p:nvPicPr>
          <p:cNvPr id="4" name="Picture 3">
            <a:extLst>
              <a:ext uri="{FF2B5EF4-FFF2-40B4-BE49-F238E27FC236}">
                <a16:creationId xmlns:a16="http://schemas.microsoft.com/office/drawing/2014/main" id="{52CF6209-8E68-9B2C-2CCD-88B4AF094532}"/>
              </a:ext>
            </a:extLst>
          </p:cNvPr>
          <p:cNvPicPr>
            <a:picLocks noChangeAspect="1"/>
          </p:cNvPicPr>
          <p:nvPr/>
        </p:nvPicPr>
        <p:blipFill>
          <a:blip r:embed="rId3"/>
          <a:stretch>
            <a:fillRect/>
          </a:stretch>
        </p:blipFill>
        <p:spPr>
          <a:xfrm>
            <a:off x="6512442" y="699625"/>
            <a:ext cx="5201023" cy="5044992"/>
          </a:xfrm>
          <a:prstGeom prst="rect">
            <a:avLst/>
          </a:prstGeom>
        </p:spPr>
      </p:pic>
      <p:sp>
        <p:nvSpPr>
          <p:cNvPr id="19" name="Rectangle 1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1085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760B-C241-B20B-E98B-C496734F68AF}"/>
              </a:ext>
            </a:extLst>
          </p:cNvPr>
          <p:cNvSpPr>
            <a:spLocks noGrp="1"/>
          </p:cNvSpPr>
          <p:nvPr>
            <p:ph type="title"/>
          </p:nvPr>
        </p:nvSpPr>
        <p:spPr/>
        <p:txBody>
          <a:bodyPr/>
          <a:lstStyle/>
          <a:p>
            <a:r>
              <a:rPr lang="en-US" b="1" dirty="0">
                <a:solidFill>
                  <a:srgbClr val="FF0000"/>
                </a:solidFill>
              </a:rPr>
              <a:t>What type of assessment is being used here?</a:t>
            </a:r>
          </a:p>
        </p:txBody>
      </p:sp>
      <p:sp>
        <p:nvSpPr>
          <p:cNvPr id="3" name="Content Placeholder 2">
            <a:extLst>
              <a:ext uri="{FF2B5EF4-FFF2-40B4-BE49-F238E27FC236}">
                <a16:creationId xmlns:a16="http://schemas.microsoft.com/office/drawing/2014/main" id="{442F3DA5-5953-06B7-3463-763BCC9EF273}"/>
              </a:ext>
            </a:extLst>
          </p:cNvPr>
          <p:cNvSpPr>
            <a:spLocks noGrp="1"/>
          </p:cNvSpPr>
          <p:nvPr>
            <p:ph idx="1"/>
          </p:nvPr>
        </p:nvSpPr>
        <p:spPr/>
        <p:txBody>
          <a:bodyPr/>
          <a:lstStyle/>
          <a:p>
            <a:pPr marL="0" indent="0">
              <a:buNone/>
            </a:pPr>
            <a:r>
              <a:rPr lang="en-US" b="1" dirty="0"/>
              <a:t>Scenario</a:t>
            </a:r>
            <a:r>
              <a:rPr lang="en-US" dirty="0"/>
              <a:t>: A health department is investigating a sudden increase in asthma cases in a specific area. They survey residents to identify potential triggers such as air quality issues or exposure to allergens.</a:t>
            </a:r>
          </a:p>
          <a:p>
            <a:pPr marL="0" indent="0">
              <a:buNone/>
            </a:pPr>
            <a:endParaRPr lang="en-US" dirty="0"/>
          </a:p>
          <a:p>
            <a:pPr marL="0" indent="0">
              <a:buNone/>
            </a:pPr>
            <a:r>
              <a:rPr lang="en-US" b="1" dirty="0"/>
              <a:t>Scenario</a:t>
            </a:r>
            <a:r>
              <a:rPr lang="en-US" dirty="0"/>
              <a:t>: Community health workers conduct in-depth interviews with local leaders, healthcare providers, and residents to gather information about health concerns, resources, and barriers to care in the community.</a:t>
            </a:r>
          </a:p>
        </p:txBody>
      </p:sp>
    </p:spTree>
    <p:extLst>
      <p:ext uri="{BB962C8B-B14F-4D97-AF65-F5344CB8AC3E}">
        <p14:creationId xmlns:p14="http://schemas.microsoft.com/office/powerpoint/2010/main" val="3100029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760B-C241-B20B-E98B-C496734F68AF}"/>
              </a:ext>
            </a:extLst>
          </p:cNvPr>
          <p:cNvSpPr>
            <a:spLocks noGrp="1"/>
          </p:cNvSpPr>
          <p:nvPr>
            <p:ph type="title"/>
          </p:nvPr>
        </p:nvSpPr>
        <p:spPr/>
        <p:txBody>
          <a:bodyPr/>
          <a:lstStyle/>
          <a:p>
            <a:r>
              <a:rPr lang="en-US" b="1" dirty="0">
                <a:solidFill>
                  <a:srgbClr val="FF0000"/>
                </a:solidFill>
              </a:rPr>
              <a:t>What type of assessment is being used here?</a:t>
            </a:r>
          </a:p>
        </p:txBody>
      </p:sp>
      <p:sp>
        <p:nvSpPr>
          <p:cNvPr id="3" name="Content Placeholder 2">
            <a:extLst>
              <a:ext uri="{FF2B5EF4-FFF2-40B4-BE49-F238E27FC236}">
                <a16:creationId xmlns:a16="http://schemas.microsoft.com/office/drawing/2014/main" id="{442F3DA5-5953-06B7-3463-763BCC9EF273}"/>
              </a:ext>
            </a:extLst>
          </p:cNvPr>
          <p:cNvSpPr>
            <a:spLocks noGrp="1"/>
          </p:cNvSpPr>
          <p:nvPr>
            <p:ph idx="1"/>
          </p:nvPr>
        </p:nvSpPr>
        <p:spPr/>
        <p:txBody>
          <a:bodyPr/>
          <a:lstStyle/>
          <a:p>
            <a:pPr marL="0" indent="0">
              <a:buNone/>
            </a:pPr>
            <a:r>
              <a:rPr lang="en-US" b="1" dirty="0"/>
              <a:t>Scenario</a:t>
            </a:r>
            <a:r>
              <a:rPr lang="en-US" dirty="0"/>
              <a:t>: A group of nursing students drives through a neighborhood to observe the condition of parks, schools, and grocery stores, noting the overall cleanliness and safety of the environment.</a:t>
            </a:r>
          </a:p>
          <a:p>
            <a:pPr marL="0" indent="0">
              <a:buNone/>
            </a:pPr>
            <a:endParaRPr lang="en-US" dirty="0"/>
          </a:p>
          <a:p>
            <a:pPr marL="0" indent="0">
              <a:buNone/>
            </a:pPr>
            <a:r>
              <a:rPr lang="en-US" b="1" dirty="0"/>
              <a:t>Scenario</a:t>
            </a:r>
            <a:r>
              <a:rPr lang="en-US" dirty="0"/>
              <a:t>: A local organization is analyzing the health education services available in the community, focusing on schools, clinics, and community centers to assess their effectiveness in promoting healthy lifestyles.</a:t>
            </a:r>
          </a:p>
        </p:txBody>
      </p:sp>
    </p:spTree>
    <p:extLst>
      <p:ext uri="{BB962C8B-B14F-4D97-AF65-F5344CB8AC3E}">
        <p14:creationId xmlns:p14="http://schemas.microsoft.com/office/powerpoint/2010/main" val="58148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760B-C241-B20B-E98B-C496734F68AF}"/>
              </a:ext>
            </a:extLst>
          </p:cNvPr>
          <p:cNvSpPr>
            <a:spLocks noGrp="1"/>
          </p:cNvSpPr>
          <p:nvPr>
            <p:ph type="title"/>
          </p:nvPr>
        </p:nvSpPr>
        <p:spPr/>
        <p:txBody>
          <a:bodyPr/>
          <a:lstStyle/>
          <a:p>
            <a:r>
              <a:rPr lang="en-US" b="1" dirty="0">
                <a:solidFill>
                  <a:srgbClr val="FF0000"/>
                </a:solidFill>
              </a:rPr>
              <a:t>What type of assessment is being used here?</a:t>
            </a:r>
          </a:p>
        </p:txBody>
      </p:sp>
      <p:sp>
        <p:nvSpPr>
          <p:cNvPr id="3" name="Content Placeholder 2">
            <a:extLst>
              <a:ext uri="{FF2B5EF4-FFF2-40B4-BE49-F238E27FC236}">
                <a16:creationId xmlns:a16="http://schemas.microsoft.com/office/drawing/2014/main" id="{442F3DA5-5953-06B7-3463-763BCC9EF273}"/>
              </a:ext>
            </a:extLst>
          </p:cNvPr>
          <p:cNvSpPr>
            <a:spLocks noGrp="1"/>
          </p:cNvSpPr>
          <p:nvPr>
            <p:ph idx="1"/>
          </p:nvPr>
        </p:nvSpPr>
        <p:spPr/>
        <p:txBody>
          <a:bodyPr/>
          <a:lstStyle/>
          <a:p>
            <a:pPr marL="0" indent="0">
              <a:buNone/>
            </a:pPr>
            <a:r>
              <a:rPr lang="en-US" b="1" dirty="0"/>
              <a:t>Scenario</a:t>
            </a:r>
            <a:r>
              <a:rPr lang="en-US" dirty="0"/>
              <a:t>: A community group maps out local resources such as parks, fitness centers, food banks, and support groups to understand existing strengths that can be leveraged for health promotion initiatives.</a:t>
            </a:r>
          </a:p>
          <a:p>
            <a:pPr marL="0" indent="0">
              <a:buNone/>
            </a:pPr>
            <a:endParaRPr lang="en-US" dirty="0"/>
          </a:p>
          <a:p>
            <a:pPr marL="0" indent="0">
              <a:buNone/>
            </a:pPr>
            <a:r>
              <a:rPr lang="en-US" b="1" dirty="0"/>
              <a:t>Scenario</a:t>
            </a:r>
            <a:r>
              <a:rPr lang="en-US" dirty="0"/>
              <a:t>: A health advocacy group organizes a workshop to inventory community resources like vaccination clinics, health fairs, and exercise classes, aiming to enhance access to preventive healthcare services for low-income families.</a:t>
            </a:r>
          </a:p>
        </p:txBody>
      </p:sp>
    </p:spTree>
    <p:extLst>
      <p:ext uri="{BB962C8B-B14F-4D97-AF65-F5344CB8AC3E}">
        <p14:creationId xmlns:p14="http://schemas.microsoft.com/office/powerpoint/2010/main" val="3505044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DDE7A-2271-A745-6EF6-AB5F81E8D7DB}"/>
              </a:ext>
            </a:extLst>
          </p:cNvPr>
          <p:cNvSpPr>
            <a:spLocks noGrp="1"/>
          </p:cNvSpPr>
          <p:nvPr>
            <p:ph type="title"/>
          </p:nvPr>
        </p:nvSpPr>
        <p:spPr>
          <a:xfrm>
            <a:off x="761803" y="350196"/>
            <a:ext cx="4646904" cy="1624520"/>
          </a:xfrm>
        </p:spPr>
        <p:txBody>
          <a:bodyPr anchor="ctr">
            <a:normAutofit/>
          </a:bodyPr>
          <a:lstStyle/>
          <a:p>
            <a:r>
              <a:rPr lang="en-US" sz="4000" dirty="0"/>
              <a:t>Community Assessment Methods</a:t>
            </a:r>
          </a:p>
        </p:txBody>
      </p:sp>
      <p:sp>
        <p:nvSpPr>
          <p:cNvPr id="3" name="Content Placeholder 2">
            <a:extLst>
              <a:ext uri="{FF2B5EF4-FFF2-40B4-BE49-F238E27FC236}">
                <a16:creationId xmlns:a16="http://schemas.microsoft.com/office/drawing/2014/main" id="{AAE0279E-FEA4-3507-C0E6-29C5B8E18CC8}"/>
              </a:ext>
            </a:extLst>
          </p:cNvPr>
          <p:cNvSpPr>
            <a:spLocks noGrp="1"/>
          </p:cNvSpPr>
          <p:nvPr>
            <p:ph idx="1"/>
          </p:nvPr>
        </p:nvSpPr>
        <p:spPr>
          <a:xfrm>
            <a:off x="761802" y="2743200"/>
            <a:ext cx="4646905" cy="3613149"/>
          </a:xfrm>
        </p:spPr>
        <p:txBody>
          <a:bodyPr anchor="ctr">
            <a:normAutofit/>
          </a:bodyPr>
          <a:lstStyle/>
          <a:p>
            <a:r>
              <a:rPr lang="en-US" sz="2000" dirty="0"/>
              <a:t>Surveys</a:t>
            </a:r>
          </a:p>
          <a:p>
            <a:r>
              <a:rPr lang="en-US" sz="2000" dirty="0"/>
              <a:t>Descriptive epidemiologic studies</a:t>
            </a:r>
          </a:p>
          <a:p>
            <a:r>
              <a:rPr lang="en-US" sz="2000" dirty="0"/>
              <a:t>Community forums/town hall meetings</a:t>
            </a:r>
          </a:p>
          <a:p>
            <a:r>
              <a:rPr lang="en-US" sz="2000" dirty="0"/>
              <a:t>Focus groups</a:t>
            </a:r>
          </a:p>
          <a:p>
            <a:endParaRPr lang="en-US" sz="2000" dirty="0"/>
          </a:p>
        </p:txBody>
      </p:sp>
      <p:pic>
        <p:nvPicPr>
          <p:cNvPr id="5" name="Picture 4" descr="A group of multi coloured wooden stick figures">
            <a:extLst>
              <a:ext uri="{FF2B5EF4-FFF2-40B4-BE49-F238E27FC236}">
                <a16:creationId xmlns:a16="http://schemas.microsoft.com/office/drawing/2014/main" id="{4AFBB5EE-D21F-520A-E8FB-894CEB0AEA09}"/>
              </a:ext>
            </a:extLst>
          </p:cNvPr>
          <p:cNvPicPr>
            <a:picLocks noChangeAspect="1"/>
          </p:cNvPicPr>
          <p:nvPr/>
        </p:nvPicPr>
        <p:blipFill rotWithShape="1">
          <a:blip r:embed="rId3"/>
          <a:srcRect l="12122" r="26253"/>
          <a:stretch/>
        </p:blipFill>
        <p:spPr>
          <a:xfrm>
            <a:off x="6096000" y="1"/>
            <a:ext cx="6102825" cy="6858000"/>
          </a:xfrm>
          <a:prstGeom prst="rect">
            <a:avLst/>
          </a:prstGeom>
        </p:spPr>
      </p:pic>
    </p:spTree>
    <p:extLst>
      <p:ext uri="{BB962C8B-B14F-4D97-AF65-F5344CB8AC3E}">
        <p14:creationId xmlns:p14="http://schemas.microsoft.com/office/powerpoint/2010/main" val="814449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40D74F-34FF-F7F2-E3A3-3E26B87D1455}"/>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Community Nursing Diagnosis </a:t>
            </a:r>
          </a:p>
        </p:txBody>
      </p:sp>
      <p:sp>
        <p:nvSpPr>
          <p:cNvPr id="3" name="Content Placeholder 2">
            <a:extLst>
              <a:ext uri="{FF2B5EF4-FFF2-40B4-BE49-F238E27FC236}">
                <a16:creationId xmlns:a16="http://schemas.microsoft.com/office/drawing/2014/main" id="{F0ED9E86-D1ED-3E36-6D99-9070FDB712A4}"/>
              </a:ext>
            </a:extLst>
          </p:cNvPr>
          <p:cNvSpPr>
            <a:spLocks noGrp="1"/>
          </p:cNvSpPr>
          <p:nvPr>
            <p:ph idx="1"/>
          </p:nvPr>
        </p:nvSpPr>
        <p:spPr>
          <a:xfrm>
            <a:off x="6503158" y="649480"/>
            <a:ext cx="4862447" cy="5546047"/>
          </a:xfrm>
        </p:spPr>
        <p:txBody>
          <a:bodyPr anchor="ctr">
            <a:normAutofit/>
          </a:bodyPr>
          <a:lstStyle/>
          <a:p>
            <a:r>
              <a:rPr lang="en-US" sz="2000" dirty="0"/>
              <a:t>presents a community focus</a:t>
            </a:r>
          </a:p>
          <a:p>
            <a:r>
              <a:rPr lang="en-US" sz="2000" dirty="0"/>
              <a:t>Include statements narrow enough to guide interventions</a:t>
            </a:r>
          </a:p>
          <a:p>
            <a:r>
              <a:rPr lang="en-US" sz="2000" dirty="0"/>
              <a:t>Use a community response instead of a risk, goal, or need statement</a:t>
            </a:r>
          </a:p>
          <a:p>
            <a:r>
              <a:rPr lang="en-US" sz="2000" dirty="0"/>
              <a:t>Include factors within the domain of community health nursing intervention</a:t>
            </a:r>
          </a:p>
          <a:p>
            <a:endParaRPr lang="en-US" sz="2000" dirty="0"/>
          </a:p>
        </p:txBody>
      </p:sp>
    </p:spTree>
    <p:extLst>
      <p:ext uri="{BB962C8B-B14F-4D97-AF65-F5344CB8AC3E}">
        <p14:creationId xmlns:p14="http://schemas.microsoft.com/office/powerpoint/2010/main" val="5649772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823F-8AE9-2CA5-422B-A766EC696301}"/>
              </a:ext>
            </a:extLst>
          </p:cNvPr>
          <p:cNvSpPr>
            <a:spLocks noGrp="1"/>
          </p:cNvSpPr>
          <p:nvPr>
            <p:ph type="title"/>
          </p:nvPr>
        </p:nvSpPr>
        <p:spPr/>
        <p:txBody>
          <a:bodyPr/>
          <a:lstStyle/>
          <a:p>
            <a:r>
              <a:rPr lang="en-US" dirty="0"/>
              <a:t>Wellness nursing diagnosis</a:t>
            </a:r>
          </a:p>
        </p:txBody>
      </p:sp>
      <p:sp>
        <p:nvSpPr>
          <p:cNvPr id="3" name="Content Placeholder 2">
            <a:extLst>
              <a:ext uri="{FF2B5EF4-FFF2-40B4-BE49-F238E27FC236}">
                <a16:creationId xmlns:a16="http://schemas.microsoft.com/office/drawing/2014/main" id="{D6FEEFF9-483E-7D4B-DBE4-0D9B395BCC51}"/>
              </a:ext>
            </a:extLst>
          </p:cNvPr>
          <p:cNvSpPr>
            <a:spLocks noGrp="1"/>
          </p:cNvSpPr>
          <p:nvPr>
            <p:ph idx="1"/>
          </p:nvPr>
        </p:nvSpPr>
        <p:spPr/>
        <p:txBody>
          <a:bodyPr/>
          <a:lstStyle/>
          <a:p>
            <a:pPr marL="0" indent="0">
              <a:buNone/>
            </a:pPr>
            <a:r>
              <a:rPr lang="en-US" dirty="0"/>
              <a:t>Wellness nursing diagnosis for an assisted living community of elders. </a:t>
            </a:r>
          </a:p>
          <a:p>
            <a:r>
              <a:rPr lang="en-US" dirty="0"/>
              <a:t>The senior residents of an assisted living center (</a:t>
            </a:r>
            <a:r>
              <a:rPr lang="en-US" dirty="0">
                <a:solidFill>
                  <a:srgbClr val="FF0000"/>
                </a:solidFill>
              </a:rPr>
              <a:t>community focus</a:t>
            </a:r>
            <a:r>
              <a:rPr lang="en-US" dirty="0"/>
              <a:t>) have the potential for achieving optimal functioning related to (</a:t>
            </a:r>
            <a:r>
              <a:rPr lang="en-US" dirty="0">
                <a:solidFill>
                  <a:srgbClr val="FF0000"/>
                </a:solidFill>
              </a:rPr>
              <a:t>host</a:t>
            </a:r>
            <a:r>
              <a:rPr lang="en-US" dirty="0"/>
              <a:t> </a:t>
            </a:r>
            <a:r>
              <a:rPr lang="en-US" dirty="0">
                <a:solidFill>
                  <a:srgbClr val="FF0000"/>
                </a:solidFill>
              </a:rPr>
              <a:t>factors</a:t>
            </a:r>
            <a:r>
              <a:rPr lang="en-US" dirty="0"/>
              <a:t>) their expressed interest in exercise, diet, and meaningful activities and to (</a:t>
            </a:r>
            <a:r>
              <a:rPr lang="en-US" dirty="0">
                <a:solidFill>
                  <a:srgbClr val="FF0000"/>
                </a:solidFill>
              </a:rPr>
              <a:t>environmental factors</a:t>
            </a:r>
            <a:r>
              <a:rPr lang="en-US" dirty="0"/>
              <a:t>) their access to exercise opportunities, nutritional information, and social outlets.</a:t>
            </a:r>
          </a:p>
        </p:txBody>
      </p:sp>
    </p:spTree>
    <p:extLst>
      <p:ext uri="{BB962C8B-B14F-4D97-AF65-F5344CB8AC3E}">
        <p14:creationId xmlns:p14="http://schemas.microsoft.com/office/powerpoint/2010/main" val="2000354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721DE-EEA8-9A84-00E3-7157D4083B61}"/>
              </a:ext>
            </a:extLst>
          </p:cNvPr>
          <p:cNvSpPr>
            <a:spLocks noGrp="1"/>
          </p:cNvSpPr>
          <p:nvPr>
            <p:ph type="title"/>
          </p:nvPr>
        </p:nvSpPr>
        <p:spPr/>
        <p:txBody>
          <a:bodyPr/>
          <a:lstStyle/>
          <a:p>
            <a:r>
              <a:rPr lang="en-US" dirty="0"/>
              <a:t>Deficit community nursing diagnosis</a:t>
            </a:r>
          </a:p>
        </p:txBody>
      </p:sp>
      <p:sp>
        <p:nvSpPr>
          <p:cNvPr id="3" name="Content Placeholder 2">
            <a:extLst>
              <a:ext uri="{FF2B5EF4-FFF2-40B4-BE49-F238E27FC236}">
                <a16:creationId xmlns:a16="http://schemas.microsoft.com/office/drawing/2014/main" id="{B5E9CC2C-E00E-B343-2152-B44AEB64CC37}"/>
              </a:ext>
            </a:extLst>
          </p:cNvPr>
          <p:cNvSpPr>
            <a:spLocks noGrp="1"/>
          </p:cNvSpPr>
          <p:nvPr>
            <p:ph idx="1"/>
          </p:nvPr>
        </p:nvSpPr>
        <p:spPr/>
        <p:txBody>
          <a:bodyPr/>
          <a:lstStyle/>
          <a:p>
            <a:pPr marL="0" indent="0">
              <a:buNone/>
            </a:pPr>
            <a:r>
              <a:rPr lang="en-US" dirty="0"/>
              <a:t>Deficit community nursing diagnosis for a rural farmworker community.</a:t>
            </a:r>
          </a:p>
          <a:p>
            <a:r>
              <a:rPr lang="en-US" dirty="0"/>
              <a:t>The inhabitants of (</a:t>
            </a:r>
            <a:r>
              <a:rPr lang="en-US" dirty="0">
                <a:solidFill>
                  <a:srgbClr val="FF0000"/>
                </a:solidFill>
              </a:rPr>
              <a:t>name of the town</a:t>
            </a:r>
            <a:r>
              <a:rPr lang="en-US" dirty="0"/>
              <a:t>) in (name of the state) are at risk for illness and injury related to (</a:t>
            </a:r>
            <a:r>
              <a:rPr lang="en-US" dirty="0">
                <a:solidFill>
                  <a:srgbClr val="FF0000"/>
                </a:solidFill>
              </a:rPr>
              <a:t>host factors</a:t>
            </a:r>
            <a:r>
              <a:rPr lang="en-US" dirty="0"/>
              <a:t>) exposure to pesticides, lack of motivation to add or use safety devices on farm machinery, lack of safety knowledge, choice to take unnecessary risks (</a:t>
            </a:r>
            <a:r>
              <a:rPr lang="en-US" dirty="0">
                <a:solidFill>
                  <a:srgbClr val="FF0000"/>
                </a:solidFill>
              </a:rPr>
              <a:t>environmental factors</a:t>
            </a:r>
            <a:r>
              <a:rPr lang="en-US" dirty="0"/>
              <a:t>), lack of family income to purchase newer equipment, and long hours of work that lead to stress and exhaustion.</a:t>
            </a:r>
          </a:p>
        </p:txBody>
      </p:sp>
    </p:spTree>
    <p:extLst>
      <p:ext uri="{BB962C8B-B14F-4D97-AF65-F5344CB8AC3E}">
        <p14:creationId xmlns:p14="http://schemas.microsoft.com/office/powerpoint/2010/main" val="22661574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urful sticky notes">
            <a:extLst>
              <a:ext uri="{FF2B5EF4-FFF2-40B4-BE49-F238E27FC236}">
                <a16:creationId xmlns:a16="http://schemas.microsoft.com/office/drawing/2014/main" id="{2989F15B-6233-0EDD-A4B4-6BFD2C6D37E7}"/>
              </a:ext>
            </a:extLst>
          </p:cNvPr>
          <p:cNvPicPr>
            <a:picLocks noChangeAspect="1"/>
          </p:cNvPicPr>
          <p:nvPr/>
        </p:nvPicPr>
        <p:blipFill rotWithShape="1">
          <a:blip r:embed="rId3"/>
          <a:srcRect l="19241" r="2249" b="2"/>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CE8D8-8365-68EF-7167-75919F3939C8}"/>
              </a:ext>
            </a:extLst>
          </p:cNvPr>
          <p:cNvSpPr>
            <a:spLocks noGrp="1"/>
          </p:cNvSpPr>
          <p:nvPr>
            <p:ph type="title"/>
          </p:nvPr>
        </p:nvSpPr>
        <p:spPr>
          <a:xfrm>
            <a:off x="761801" y="352766"/>
            <a:ext cx="10591999" cy="1023584"/>
          </a:xfrm>
        </p:spPr>
        <p:txBody>
          <a:bodyPr>
            <a:normAutofit/>
          </a:bodyPr>
          <a:lstStyle/>
          <a:p>
            <a:r>
              <a:rPr lang="en-US" sz="4000" dirty="0"/>
              <a:t>PLANNING </a:t>
            </a:r>
            <a:r>
              <a:rPr lang="en-US" sz="2400" b="1" dirty="0">
                <a:solidFill>
                  <a:srgbClr val="C00000"/>
                </a:solidFill>
              </a:rPr>
              <a:t>to Meet Community Health Needs</a:t>
            </a:r>
            <a:endParaRPr lang="en-US" sz="4000" dirty="0">
              <a:solidFill>
                <a:srgbClr val="C00000"/>
              </a:solidFill>
            </a:endParaRPr>
          </a:p>
        </p:txBody>
      </p:sp>
      <p:sp>
        <p:nvSpPr>
          <p:cNvPr id="3" name="Content Placeholder 2">
            <a:extLst>
              <a:ext uri="{FF2B5EF4-FFF2-40B4-BE49-F238E27FC236}">
                <a16:creationId xmlns:a16="http://schemas.microsoft.com/office/drawing/2014/main" id="{159E6FF0-8446-5FC4-6A2C-578A436C1E68}"/>
              </a:ext>
            </a:extLst>
          </p:cNvPr>
          <p:cNvSpPr>
            <a:spLocks noGrp="1"/>
          </p:cNvSpPr>
          <p:nvPr>
            <p:ph idx="1"/>
          </p:nvPr>
        </p:nvSpPr>
        <p:spPr>
          <a:xfrm>
            <a:off x="6803408" y="2249766"/>
            <a:ext cx="4550391" cy="4070303"/>
          </a:xfrm>
        </p:spPr>
        <p:txBody>
          <a:bodyPr anchor="ctr">
            <a:normAutofit/>
          </a:bodyPr>
          <a:lstStyle/>
          <a:p>
            <a:r>
              <a:rPr lang="en-US" sz="2000" dirty="0"/>
              <a:t>Planning is the logical decision-making process used to design an orderly detailed serious of actions for accomplishing specific goals and objectives </a:t>
            </a:r>
          </a:p>
          <a:p>
            <a:endParaRPr lang="en-US" sz="2000" dirty="0"/>
          </a:p>
          <a:p>
            <a:r>
              <a:rPr lang="en-US" sz="2000" dirty="0"/>
              <a:t>List needs in order to priority </a:t>
            </a:r>
          </a:p>
          <a:p>
            <a:r>
              <a:rPr lang="en-US" sz="2000" dirty="0"/>
              <a:t>Establish goals and objectives </a:t>
            </a:r>
          </a:p>
          <a:p>
            <a:r>
              <a:rPr lang="en-US" sz="2000" dirty="0"/>
              <a:t>Write an action plan </a:t>
            </a:r>
          </a:p>
        </p:txBody>
      </p:sp>
    </p:spTree>
    <p:extLst>
      <p:ext uri="{BB962C8B-B14F-4D97-AF65-F5344CB8AC3E}">
        <p14:creationId xmlns:p14="http://schemas.microsoft.com/office/powerpoint/2010/main" val="2636494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paper ships being led by a yellow ship">
            <a:extLst>
              <a:ext uri="{FF2B5EF4-FFF2-40B4-BE49-F238E27FC236}">
                <a16:creationId xmlns:a16="http://schemas.microsoft.com/office/drawing/2014/main" id="{9D2E30E8-79D2-EB3E-4BEA-2B9D7C6A397C}"/>
              </a:ext>
            </a:extLst>
          </p:cNvPr>
          <p:cNvPicPr>
            <a:picLocks noChangeAspect="1"/>
          </p:cNvPicPr>
          <p:nvPr/>
        </p:nvPicPr>
        <p:blipFill rotWithShape="1">
          <a:blip r:embed="rId3"/>
          <a:srcRect l="21488" r="2" b="2"/>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01FEC-FC92-BF28-FD0C-3B2382451761}"/>
              </a:ext>
            </a:extLst>
          </p:cNvPr>
          <p:cNvSpPr>
            <a:spLocks noGrp="1"/>
          </p:cNvSpPr>
          <p:nvPr>
            <p:ph type="title"/>
          </p:nvPr>
        </p:nvSpPr>
        <p:spPr>
          <a:xfrm>
            <a:off x="761801" y="352766"/>
            <a:ext cx="10591999" cy="1023584"/>
          </a:xfrm>
        </p:spPr>
        <p:txBody>
          <a:bodyPr>
            <a:normAutofit/>
          </a:bodyPr>
          <a:lstStyle/>
          <a:p>
            <a:r>
              <a:rPr lang="en-US" sz="4000" dirty="0"/>
              <a:t>Implementation </a:t>
            </a:r>
          </a:p>
        </p:txBody>
      </p:sp>
      <p:sp>
        <p:nvSpPr>
          <p:cNvPr id="3" name="Content Placeholder 2">
            <a:extLst>
              <a:ext uri="{FF2B5EF4-FFF2-40B4-BE49-F238E27FC236}">
                <a16:creationId xmlns:a16="http://schemas.microsoft.com/office/drawing/2014/main" id="{6A7AD52E-148A-5F77-7964-28645420CEDB}"/>
              </a:ext>
            </a:extLst>
          </p:cNvPr>
          <p:cNvSpPr>
            <a:spLocks noGrp="1"/>
          </p:cNvSpPr>
          <p:nvPr>
            <p:ph idx="1"/>
          </p:nvPr>
        </p:nvSpPr>
        <p:spPr>
          <a:xfrm>
            <a:off x="6803408" y="2249766"/>
            <a:ext cx="4550391" cy="4070303"/>
          </a:xfrm>
        </p:spPr>
        <p:txBody>
          <a:bodyPr anchor="ctr">
            <a:normAutofit/>
          </a:bodyPr>
          <a:lstStyle/>
          <a:p>
            <a:pPr marL="0" indent="0">
              <a:buNone/>
            </a:pPr>
            <a:r>
              <a:rPr lang="en-US" sz="1900" dirty="0"/>
              <a:t>Implementation is putting the plan into action. The nurse, other professionals, or clients  carry out the activities of the plan</a:t>
            </a:r>
          </a:p>
          <a:p>
            <a:pPr marL="0" indent="0">
              <a:buNone/>
            </a:pPr>
            <a:endParaRPr lang="en-US" sz="1900" b="1" dirty="0"/>
          </a:p>
          <a:p>
            <a:pPr marL="0" indent="0">
              <a:buNone/>
            </a:pPr>
            <a:r>
              <a:rPr lang="en-US" sz="1900" b="1" dirty="0"/>
              <a:t>Implementation starts with Preparation </a:t>
            </a:r>
          </a:p>
          <a:p>
            <a:r>
              <a:rPr lang="en-US" sz="1900" dirty="0"/>
              <a:t>“Who, what, when, where and how”</a:t>
            </a:r>
          </a:p>
          <a:p>
            <a:r>
              <a:rPr lang="en-US" sz="1900" dirty="0"/>
              <a:t>“Who will be involved in carrying out the plan”</a:t>
            </a:r>
          </a:p>
          <a:p>
            <a:r>
              <a:rPr lang="en-US" sz="1900" dirty="0"/>
              <a:t>“What are each person ‘ responsibilities”</a:t>
            </a:r>
          </a:p>
          <a:p>
            <a:r>
              <a:rPr lang="en-US" sz="1900" dirty="0"/>
              <a:t>“Do all understand why and how to do their parts</a:t>
            </a:r>
          </a:p>
        </p:txBody>
      </p:sp>
    </p:spTree>
    <p:extLst>
      <p:ext uri="{BB962C8B-B14F-4D97-AF65-F5344CB8AC3E}">
        <p14:creationId xmlns:p14="http://schemas.microsoft.com/office/powerpoint/2010/main" val="2641458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rrows pointing towards light">
            <a:extLst>
              <a:ext uri="{FF2B5EF4-FFF2-40B4-BE49-F238E27FC236}">
                <a16:creationId xmlns:a16="http://schemas.microsoft.com/office/drawing/2014/main" id="{8E41C631-5273-75B4-21DF-991DC33CF5B4}"/>
              </a:ext>
            </a:extLst>
          </p:cNvPr>
          <p:cNvPicPr>
            <a:picLocks noChangeAspect="1"/>
          </p:cNvPicPr>
          <p:nvPr/>
        </p:nvPicPr>
        <p:blipFill rotWithShape="1">
          <a:blip r:embed="rId3"/>
          <a:srcRect r="21490" b="2"/>
          <a:stretch/>
        </p:blipFill>
        <p:spPr>
          <a:xfrm>
            <a:off x="20" y="1666568"/>
            <a:ext cx="61061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714CB-24F6-480F-E88C-FB7599B1DEE9}"/>
              </a:ext>
            </a:extLst>
          </p:cNvPr>
          <p:cNvSpPr>
            <a:spLocks noGrp="1"/>
          </p:cNvSpPr>
          <p:nvPr>
            <p:ph type="title"/>
          </p:nvPr>
        </p:nvSpPr>
        <p:spPr>
          <a:xfrm>
            <a:off x="761801" y="352766"/>
            <a:ext cx="10591999" cy="1023584"/>
          </a:xfrm>
        </p:spPr>
        <p:txBody>
          <a:bodyPr>
            <a:normAutofit/>
          </a:bodyPr>
          <a:lstStyle/>
          <a:p>
            <a:r>
              <a:rPr lang="en-US" sz="4000" dirty="0"/>
              <a:t>Implementation </a:t>
            </a:r>
          </a:p>
        </p:txBody>
      </p:sp>
      <p:sp>
        <p:nvSpPr>
          <p:cNvPr id="3" name="Content Placeholder 2">
            <a:extLst>
              <a:ext uri="{FF2B5EF4-FFF2-40B4-BE49-F238E27FC236}">
                <a16:creationId xmlns:a16="http://schemas.microsoft.com/office/drawing/2014/main" id="{2D8B1778-2A96-CDCD-0AE5-F395EC8341BA}"/>
              </a:ext>
            </a:extLst>
          </p:cNvPr>
          <p:cNvSpPr>
            <a:spLocks noGrp="1"/>
          </p:cNvSpPr>
          <p:nvPr>
            <p:ph idx="1"/>
          </p:nvPr>
        </p:nvSpPr>
        <p:spPr>
          <a:xfrm>
            <a:off x="6803408" y="2249766"/>
            <a:ext cx="4550391" cy="4070303"/>
          </a:xfrm>
        </p:spPr>
        <p:txBody>
          <a:bodyPr anchor="ctr">
            <a:normAutofit/>
          </a:bodyPr>
          <a:lstStyle/>
          <a:p>
            <a:pPr marL="0" indent="0">
              <a:buNone/>
            </a:pPr>
            <a:r>
              <a:rPr lang="en-US" sz="2000" dirty="0"/>
              <a:t>The process of implementation requires a series of nursing actions or activities</a:t>
            </a:r>
          </a:p>
          <a:p>
            <a:r>
              <a:rPr lang="en-US" sz="2000" dirty="0"/>
              <a:t>Applies system or change theory</a:t>
            </a:r>
          </a:p>
          <a:p>
            <a:r>
              <a:rPr lang="en-US" sz="2000" dirty="0"/>
              <a:t>Facilitate an environment conductive to carrying out the plan</a:t>
            </a:r>
          </a:p>
          <a:p>
            <a:r>
              <a:rPr lang="en-US" sz="2000" dirty="0"/>
              <a:t>Prepare clients to receive services</a:t>
            </a:r>
          </a:p>
          <a:p>
            <a:r>
              <a:rPr lang="en-US" sz="2000" dirty="0"/>
              <a:t>Carry out the plan, modify and then carried out by professionals and clients</a:t>
            </a:r>
          </a:p>
          <a:p>
            <a:r>
              <a:rPr lang="en-US" sz="2000" dirty="0"/>
              <a:t>Monitor and document process </a:t>
            </a:r>
          </a:p>
          <a:p>
            <a:endParaRPr lang="en-US" sz="2000" dirty="0"/>
          </a:p>
        </p:txBody>
      </p:sp>
    </p:spTree>
    <p:extLst>
      <p:ext uri="{BB962C8B-B14F-4D97-AF65-F5344CB8AC3E}">
        <p14:creationId xmlns:p14="http://schemas.microsoft.com/office/powerpoint/2010/main" val="2046474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079E-7B1A-1405-D9A4-44E5BF41BAD2}"/>
              </a:ext>
            </a:extLst>
          </p:cNvPr>
          <p:cNvSpPr>
            <a:spLocks noGrp="1"/>
          </p:cNvSpPr>
          <p:nvPr>
            <p:ph type="title"/>
          </p:nvPr>
        </p:nvSpPr>
        <p:spPr>
          <a:xfrm>
            <a:off x="876693" y="741391"/>
            <a:ext cx="4355265" cy="1616203"/>
          </a:xfrm>
        </p:spPr>
        <p:txBody>
          <a:bodyPr anchor="b">
            <a:normAutofit/>
          </a:bodyPr>
          <a:lstStyle/>
          <a:p>
            <a:r>
              <a:rPr lang="en-US" sz="3200" dirty="0"/>
              <a:t>Evaluation</a:t>
            </a:r>
          </a:p>
        </p:txBody>
      </p:sp>
      <p:sp>
        <p:nvSpPr>
          <p:cNvPr id="3" name="Content Placeholder 2">
            <a:extLst>
              <a:ext uri="{FF2B5EF4-FFF2-40B4-BE49-F238E27FC236}">
                <a16:creationId xmlns:a16="http://schemas.microsoft.com/office/drawing/2014/main" id="{6B6C3CE1-F7F9-95CE-5FCB-821B96654AD5}"/>
              </a:ext>
            </a:extLst>
          </p:cNvPr>
          <p:cNvSpPr>
            <a:spLocks noGrp="1"/>
          </p:cNvSpPr>
          <p:nvPr>
            <p:ph idx="1"/>
          </p:nvPr>
        </p:nvSpPr>
        <p:spPr>
          <a:xfrm>
            <a:off x="876692" y="2533476"/>
            <a:ext cx="4355265" cy="3447832"/>
          </a:xfrm>
        </p:spPr>
        <p:txBody>
          <a:bodyPr anchor="t">
            <a:normAutofit/>
          </a:bodyPr>
          <a:lstStyle/>
          <a:p>
            <a:pPr marL="0" indent="0">
              <a:buNone/>
            </a:pPr>
            <a:r>
              <a:rPr lang="en-US" sz="2000" dirty="0"/>
              <a:t>Measuring or judging effectiveness of goal or outcome attainment</a:t>
            </a:r>
          </a:p>
          <a:p>
            <a:r>
              <a:rPr lang="en-US" sz="2000" dirty="0"/>
              <a:t>Formative: focus on process during actual interventions</a:t>
            </a:r>
          </a:p>
          <a:p>
            <a:r>
              <a:rPr lang="en-US" sz="2000" dirty="0"/>
              <a:t>Summative: focus on the outcomes of interventions; effect; impact</a:t>
            </a:r>
          </a:p>
          <a:p>
            <a:endParaRPr lang="en-US" sz="2000" dirty="0"/>
          </a:p>
        </p:txBody>
      </p:sp>
      <p:pic>
        <p:nvPicPr>
          <p:cNvPr id="5" name="Picture 4">
            <a:extLst>
              <a:ext uri="{FF2B5EF4-FFF2-40B4-BE49-F238E27FC236}">
                <a16:creationId xmlns:a16="http://schemas.microsoft.com/office/drawing/2014/main" id="{F00D57E9-ABF8-9F0C-069C-824DF4C5D160}"/>
              </a:ext>
            </a:extLst>
          </p:cNvPr>
          <p:cNvPicPr>
            <a:picLocks noChangeAspect="1"/>
          </p:cNvPicPr>
          <p:nvPr/>
        </p:nvPicPr>
        <p:blipFill rotWithShape="1">
          <a:blip r:embed="rId3"/>
          <a:srcRect l="14021" r="35979"/>
          <a:stretch/>
        </p:blipFill>
        <p:spPr>
          <a:xfrm>
            <a:off x="6096000" y="10"/>
            <a:ext cx="6095999"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69424" y="3028872"/>
            <a:ext cx="1559464" cy="6106313"/>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5441" y="-3760"/>
            <a:ext cx="2176557"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096000" y="5502302"/>
            <a:ext cx="6106314"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26892" y="2939627"/>
            <a:ext cx="3162908"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Tree>
    <p:extLst>
      <p:ext uri="{BB962C8B-B14F-4D97-AF65-F5344CB8AC3E}">
        <p14:creationId xmlns:p14="http://schemas.microsoft.com/office/powerpoint/2010/main" val="24429279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E69E-CB56-35B3-9C10-63045A7194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C33887-CF18-D9A1-7985-8FFF26BFAC91}"/>
              </a:ext>
            </a:extLst>
          </p:cNvPr>
          <p:cNvSpPr>
            <a:spLocks noGrp="1"/>
          </p:cNvSpPr>
          <p:nvPr>
            <p:ph idx="1"/>
          </p:nvPr>
        </p:nvSpPr>
        <p:spPr/>
        <p:txBody>
          <a:bodyPr>
            <a:normAutofit/>
          </a:bodyPr>
          <a:lstStyle/>
          <a:p>
            <a:pPr marL="0" indent="0" algn="ctr">
              <a:buNone/>
            </a:pPr>
            <a:endParaRPr lang="en-US" sz="8000" dirty="0">
              <a:solidFill>
                <a:schemeClr val="accent2">
                  <a:lumMod val="75000"/>
                </a:schemeClr>
              </a:solidFill>
            </a:endParaRPr>
          </a:p>
          <a:p>
            <a:pPr marL="0" indent="0" algn="ctr">
              <a:buNone/>
            </a:pPr>
            <a:r>
              <a:rPr lang="en-US" sz="8000" b="1" dirty="0">
                <a:solidFill>
                  <a:schemeClr val="accent2">
                    <a:lumMod val="75000"/>
                  </a:schemeClr>
                </a:solidFill>
              </a:rPr>
              <a:t>Thank you </a:t>
            </a:r>
          </a:p>
          <a:p>
            <a:pPr marL="0" indent="0">
              <a:buNone/>
            </a:pPr>
            <a:endParaRPr lang="en-US" sz="8000" dirty="0"/>
          </a:p>
        </p:txBody>
      </p:sp>
    </p:spTree>
    <p:extLst>
      <p:ext uri="{BB962C8B-B14F-4D97-AF65-F5344CB8AC3E}">
        <p14:creationId xmlns:p14="http://schemas.microsoft.com/office/powerpoint/2010/main" val="1872752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63899EB7218148ABC9BC5B0430BABF" ma:contentTypeVersion="0" ma:contentTypeDescription="Create a new document." ma:contentTypeScope="" ma:versionID="55ce4a50c4cdcf9ac8a474fe6390b72b">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E704EFE-D858-428D-8A61-24690CA1C27A}"/>
</file>

<file path=customXml/itemProps2.xml><?xml version="1.0" encoding="utf-8"?>
<ds:datastoreItem xmlns:ds="http://schemas.openxmlformats.org/officeDocument/2006/customXml" ds:itemID="{DC4A86A8-857F-4912-908A-1795EFC47C01}"/>
</file>

<file path=customXml/itemProps3.xml><?xml version="1.0" encoding="utf-8"?>
<ds:datastoreItem xmlns:ds="http://schemas.openxmlformats.org/officeDocument/2006/customXml" ds:itemID="{B794FAEA-0066-4635-A8D1-E1E378CC4B4B}"/>
</file>

<file path=docMetadata/LabelInfo.xml><?xml version="1.0" encoding="utf-8"?>
<clbl:labelList xmlns:clbl="http://schemas.microsoft.com/office/2020/mipLabelMetadata">
  <clbl:label id="{de069c64-97de-41b1-b6a5-363c07bccaa3}" enabled="1" method="Standard" siteId="{026137b5-e313-46d1-9b2f-026ecb50c842}" contentBits="0" removed="0"/>
</clbl:labelList>
</file>

<file path=docProps/app.xml><?xml version="1.0" encoding="utf-8"?>
<Properties xmlns="http://schemas.openxmlformats.org/officeDocument/2006/extended-properties" xmlns:vt="http://schemas.openxmlformats.org/officeDocument/2006/docPropsVTypes">
  <TotalTime>2074</TotalTime>
  <Words>2218</Words>
  <Application>Microsoft Office PowerPoint</Application>
  <PresentationFormat>Widescreen</PresentationFormat>
  <Paragraphs>251</Paragraphs>
  <Slides>45</Slides>
  <Notes>41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45</vt:i4>
      </vt:variant>
    </vt:vector>
  </HeadingPairs>
  <TitlesOfParts>
    <vt:vector size="53" baseType="lpstr">
      <vt:lpstr>Meiryo</vt:lpstr>
      <vt:lpstr>Arial</vt:lpstr>
      <vt:lpstr>Calibri</vt:lpstr>
      <vt:lpstr>Calibri Light</vt:lpstr>
      <vt:lpstr>Palatino Linotype</vt:lpstr>
      <vt:lpstr>Wingdings</vt:lpstr>
      <vt:lpstr>Office Theme</vt:lpstr>
      <vt:lpstr>1_Office Theme</vt:lpstr>
      <vt:lpstr>Community as a client: applying the nursing process </vt:lpstr>
      <vt:lpstr>Objectives</vt:lpstr>
      <vt:lpstr>Community as a client </vt:lpstr>
      <vt:lpstr>WHAT IS A HEALTHY COMMUNITY</vt:lpstr>
      <vt:lpstr>Dimensions of Community as a Client </vt:lpstr>
      <vt:lpstr>Status/people</vt:lpstr>
      <vt:lpstr>Structure</vt:lpstr>
      <vt:lpstr>The Processes</vt:lpstr>
      <vt:lpstr>Three features of Community</vt:lpstr>
      <vt:lpstr>Three features of Community</vt:lpstr>
      <vt:lpstr>Location features</vt:lpstr>
      <vt:lpstr>The Six Location Variables</vt:lpstr>
      <vt:lpstr>PowerPoint Presentation</vt:lpstr>
      <vt:lpstr>PowerPoint Presentation</vt:lpstr>
      <vt:lpstr>Match the Variable</vt:lpstr>
      <vt:lpstr>Three features of Community</vt:lpstr>
      <vt:lpstr>Population Characteristics</vt:lpstr>
      <vt:lpstr>Population  Size </vt:lpstr>
      <vt:lpstr>Population  Density</vt:lpstr>
      <vt:lpstr>Composition/ Demographics</vt:lpstr>
      <vt:lpstr>Rate of Growth or Decline</vt:lpstr>
      <vt:lpstr>Cultural Characteristics</vt:lpstr>
      <vt:lpstr>Social class and Educational level</vt:lpstr>
      <vt:lpstr>Mobility</vt:lpstr>
      <vt:lpstr>Three features of Community</vt:lpstr>
      <vt:lpstr>Social System</vt:lpstr>
      <vt:lpstr>Nursing Process</vt:lpstr>
      <vt:lpstr>Community needs assessment </vt:lpstr>
      <vt:lpstr>Familiarization assessment</vt:lpstr>
      <vt:lpstr>problem-oriented assessment</vt:lpstr>
      <vt:lpstr>community subsystem assessment</vt:lpstr>
      <vt:lpstr>Comprehensive Community assessment </vt:lpstr>
      <vt:lpstr>Community Assets Assessment</vt:lpstr>
      <vt:lpstr>What type of assessment is being used here?</vt:lpstr>
      <vt:lpstr>What type of assessment is being used here?</vt:lpstr>
      <vt:lpstr>What type of assessment is being used here?</vt:lpstr>
      <vt:lpstr>Community Assessment Methods</vt:lpstr>
      <vt:lpstr>Community Nursing Diagnosis </vt:lpstr>
      <vt:lpstr>Wellness nursing diagnosis</vt:lpstr>
      <vt:lpstr>Deficit community nursing diagnosis</vt:lpstr>
      <vt:lpstr>PLANNING to Meet Community Health Needs</vt:lpstr>
      <vt:lpstr>Implementation </vt:lpstr>
      <vt:lpstr>Implementation </vt:lpstr>
      <vt:lpstr>Evaluation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as a client: applying the nursing process</dc:title>
  <dc:creator>Marwan Kamal Altheeb</dc:creator>
  <cp:lastModifiedBy>Dr.TOQA JAMEEL ABBAS BUSEBAIA</cp:lastModifiedBy>
  <cp:revision>5</cp:revision>
  <dcterms:created xsi:type="dcterms:W3CDTF">2023-09-29T17:55:53Z</dcterms:created>
  <dcterms:modified xsi:type="dcterms:W3CDTF">2026-09-07T07:37:15Z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0x010100B763899EB7218148ABC9BC5B0430BABF</vt:lpwstr>
  </property>
</Properties>
</file>