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76" r:id="rId3"/>
    <p:sldId id="258" r:id="rId4"/>
    <p:sldId id="257" r:id="rId5"/>
    <p:sldId id="259" r:id="rId6"/>
    <p:sldId id="260" r:id="rId7"/>
    <p:sldId id="261" r:id="rId8"/>
    <p:sldId id="262" r:id="rId9"/>
    <p:sldId id="278" r:id="rId34"/>
    <p:sldId id="279" r:id="rId35"/>
    <p:sldId id="263" r:id="rId10"/>
    <p:sldId id="264" r:id="rId11"/>
    <p:sldId id="265" r:id="rId12"/>
    <p:sldId id="280" r:id="rId36"/>
    <p:sldId id="270" r:id="rId13"/>
    <p:sldId id="266" r:id="rId14"/>
    <p:sldId id="281" r:id="rId37"/>
    <p:sldId id="282" r:id="rId38"/>
    <p:sldId id="283" r:id="rId39"/>
    <p:sldId id="268" r:id="rId15"/>
    <p:sldId id="269" r:id="rId16"/>
    <p:sldId id="284" r:id="rId40"/>
    <p:sldId id="277" r:id="rId17"/>
    <p:sldId id="273" r:id="rId18"/>
    <p:sldId id="272" r:id="rId19"/>
    <p:sldId id="267" r:id="rId20"/>
    <p:sldId id="274" r:id="rId21"/>
    <p:sldId id="271" r:id="rId22"/>
    <p:sldId id="27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399424-2712-4C39-BB12-E37A7B83E991}" v="2" dt="2025-09-04T16:21:18.5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527" autoAdjust="0"/>
    <p:restoredTop sz="51529" autoAdjust="0"/>
  </p:normalViewPr>
  <p:slideViewPr>
    <p:cSldViewPr snapToGrid="0">
      <p:cViewPr varScale="1">
        <p:scale>
          <a:sx n="42" d="100"/>
          <a:sy n="42" d="100"/>
        </p:scale>
        <p:origin x="1632" y="48"/>
      </p:cViewPr>
      <p:guideLst/>
    </p:cSldViewPr>
  </p:slideViewPr>
  <p:outlineViewPr>
    <p:cViewPr>
      <p:scale>
        <a:sx n="33" d="100"/>
        <a:sy n="33" d="100"/>
      </p:scale>
      <p:origin x="0" y="-641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33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Relationship Id="rId8" Type="http://schemas.openxmlformats.org/officeDocument/2006/relationships/slide" Target="slides/slide7.xml"/>  <Relationship Id="rId34" Type="http://schemas.openxmlformats.org/officeDocument/2006/relationships/slide" Target="slides/slide23.xml"/>
  <Relationship Id="rId35" Type="http://schemas.openxmlformats.org/officeDocument/2006/relationships/slide" Target="slides/slide24.xml"/>
  <Relationship Id="rId36" Type="http://schemas.openxmlformats.org/officeDocument/2006/relationships/slide" Target="slides/slide25.xml"/>
  <Relationship Id="rId37" Type="http://schemas.openxmlformats.org/officeDocument/2006/relationships/slide" Target="slides/slide26.xml"/>
  <Relationship Id="rId38" Type="http://schemas.openxmlformats.org/officeDocument/2006/relationships/slide" Target="slides/slide27.xml"/>
  <Relationship Id="rId39" Type="http://schemas.openxmlformats.org/officeDocument/2006/relationships/slide" Target="slides/slide28.xml"/>
  <Relationship Id="rId40" Type="http://schemas.openxmlformats.org/officeDocument/2006/relationships/slide" Target="slides/slide29.xml"/>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med Hashem El-Monshed" userId="9838a0a2-a515-498b-b6a4-a4fb6da264fd" providerId="ADAL" clId="{BB1EC5F3-9575-4DB7-A81E-A4EDB8BADBBB}"/>
    <pc:docChg chg="custSel delSld modSld">
      <pc:chgData name="Ahmed Hashem El-Monshed" userId="9838a0a2-a515-498b-b6a4-a4fb6da264fd" providerId="ADAL" clId="{BB1EC5F3-9575-4DB7-A81E-A4EDB8BADBBB}" dt="2025-09-04T16:22:07.383" v="51" actId="20577"/>
      <pc:docMkLst>
        <pc:docMk/>
      </pc:docMkLst>
      <pc:sldChg chg="modSp mod">
        <pc:chgData name="Ahmed Hashem El-Monshed" userId="9838a0a2-a515-498b-b6a4-a4fb6da264fd" providerId="ADAL" clId="{BB1EC5F3-9575-4DB7-A81E-A4EDB8BADBBB}" dt="2025-09-04T16:11:33.297" v="17" actId="14100"/>
        <pc:sldMkLst>
          <pc:docMk/>
          <pc:sldMk cId="2501630580" sldId="256"/>
        </pc:sldMkLst>
        <pc:spChg chg="mod">
          <ac:chgData name="Ahmed Hashem El-Monshed" userId="9838a0a2-a515-498b-b6a4-a4fb6da264fd" providerId="ADAL" clId="{BB1EC5F3-9575-4DB7-A81E-A4EDB8BADBBB}" dt="2025-09-04T16:10:41.337" v="13" actId="207"/>
          <ac:spMkLst>
            <pc:docMk/>
            <pc:sldMk cId="2501630580" sldId="256"/>
            <ac:spMk id="2" creationId="{308062A6-4229-AC39-ADE9-8BFEF92046AA}"/>
          </ac:spMkLst>
        </pc:spChg>
        <pc:spChg chg="mod">
          <ac:chgData name="Ahmed Hashem El-Monshed" userId="9838a0a2-a515-498b-b6a4-a4fb6da264fd" providerId="ADAL" clId="{BB1EC5F3-9575-4DB7-A81E-A4EDB8BADBBB}" dt="2025-09-04T16:11:33.297" v="17" actId="14100"/>
          <ac:spMkLst>
            <pc:docMk/>
            <pc:sldMk cId="2501630580" sldId="256"/>
            <ac:spMk id="3" creationId="{49E57916-802F-6609-6473-5D667F95928E}"/>
          </ac:spMkLst>
        </pc:spChg>
      </pc:sldChg>
      <pc:sldChg chg="modNotesTx">
        <pc:chgData name="Ahmed Hashem El-Monshed" userId="9838a0a2-a515-498b-b6a4-a4fb6da264fd" providerId="ADAL" clId="{BB1EC5F3-9575-4DB7-A81E-A4EDB8BADBBB}" dt="2025-09-04T16:21:30.127" v="38" actId="20577"/>
        <pc:sldMkLst>
          <pc:docMk/>
          <pc:sldMk cId="1449392881" sldId="257"/>
        </pc:sldMkLst>
      </pc:sldChg>
      <pc:sldChg chg="modNotesTx">
        <pc:chgData name="Ahmed Hashem El-Monshed" userId="9838a0a2-a515-498b-b6a4-a4fb6da264fd" providerId="ADAL" clId="{BB1EC5F3-9575-4DB7-A81E-A4EDB8BADBBB}" dt="2025-09-04T16:21:26.922" v="37" actId="20577"/>
        <pc:sldMkLst>
          <pc:docMk/>
          <pc:sldMk cId="706550316" sldId="258"/>
        </pc:sldMkLst>
      </pc:sldChg>
      <pc:sldChg chg="modNotesTx">
        <pc:chgData name="Ahmed Hashem El-Monshed" userId="9838a0a2-a515-498b-b6a4-a4fb6da264fd" providerId="ADAL" clId="{BB1EC5F3-9575-4DB7-A81E-A4EDB8BADBBB}" dt="2025-09-04T16:21:32.537" v="39" actId="20577"/>
        <pc:sldMkLst>
          <pc:docMk/>
          <pc:sldMk cId="296617834" sldId="259"/>
        </pc:sldMkLst>
      </pc:sldChg>
      <pc:sldChg chg="modNotesTx">
        <pc:chgData name="Ahmed Hashem El-Monshed" userId="9838a0a2-a515-498b-b6a4-a4fb6da264fd" providerId="ADAL" clId="{BB1EC5F3-9575-4DB7-A81E-A4EDB8BADBBB}" dt="2025-09-04T16:21:35.307" v="40" actId="20577"/>
        <pc:sldMkLst>
          <pc:docMk/>
          <pc:sldMk cId="2134339951" sldId="260"/>
        </pc:sldMkLst>
      </pc:sldChg>
      <pc:sldChg chg="modNotesTx">
        <pc:chgData name="Ahmed Hashem El-Monshed" userId="9838a0a2-a515-498b-b6a4-a4fb6da264fd" providerId="ADAL" clId="{BB1EC5F3-9575-4DB7-A81E-A4EDB8BADBBB}" dt="2025-09-04T16:21:37.587" v="41" actId="20577"/>
        <pc:sldMkLst>
          <pc:docMk/>
          <pc:sldMk cId="752592977" sldId="261"/>
        </pc:sldMkLst>
      </pc:sldChg>
      <pc:sldChg chg="modNotesTx">
        <pc:chgData name="Ahmed Hashem El-Monshed" userId="9838a0a2-a515-498b-b6a4-a4fb6da264fd" providerId="ADAL" clId="{BB1EC5F3-9575-4DB7-A81E-A4EDB8BADBBB}" dt="2025-09-04T16:21:42.741" v="42" actId="20577"/>
        <pc:sldMkLst>
          <pc:docMk/>
          <pc:sldMk cId="2820818639" sldId="264"/>
        </pc:sldMkLst>
      </pc:sldChg>
      <pc:sldChg chg="modNotesTx">
        <pc:chgData name="Ahmed Hashem El-Monshed" userId="9838a0a2-a515-498b-b6a4-a4fb6da264fd" providerId="ADAL" clId="{BB1EC5F3-9575-4DB7-A81E-A4EDB8BADBBB}" dt="2025-09-04T16:21:45.179" v="43" actId="20577"/>
        <pc:sldMkLst>
          <pc:docMk/>
          <pc:sldMk cId="56910604" sldId="265"/>
        </pc:sldMkLst>
      </pc:sldChg>
      <pc:sldChg chg="modNotesTx">
        <pc:chgData name="Ahmed Hashem El-Monshed" userId="9838a0a2-a515-498b-b6a4-a4fb6da264fd" providerId="ADAL" clId="{BB1EC5F3-9575-4DB7-A81E-A4EDB8BADBBB}" dt="2025-09-04T16:21:50.291" v="45" actId="20577"/>
        <pc:sldMkLst>
          <pc:docMk/>
          <pc:sldMk cId="4052706790" sldId="266"/>
        </pc:sldMkLst>
      </pc:sldChg>
      <pc:sldChg chg="modNotesTx">
        <pc:chgData name="Ahmed Hashem El-Monshed" userId="9838a0a2-a515-498b-b6a4-a4fb6da264fd" providerId="ADAL" clId="{BB1EC5F3-9575-4DB7-A81E-A4EDB8BADBBB}" dt="2025-09-04T16:22:01.423" v="48" actId="20577"/>
        <pc:sldMkLst>
          <pc:docMk/>
          <pc:sldMk cId="3126312528" sldId="267"/>
        </pc:sldMkLst>
      </pc:sldChg>
      <pc:sldChg chg="modNotesTx">
        <pc:chgData name="Ahmed Hashem El-Monshed" userId="9838a0a2-a515-498b-b6a4-a4fb6da264fd" providerId="ADAL" clId="{BB1EC5F3-9575-4DB7-A81E-A4EDB8BADBBB}" dt="2025-09-04T16:21:47.807" v="44" actId="20577"/>
        <pc:sldMkLst>
          <pc:docMk/>
          <pc:sldMk cId="3467967801" sldId="270"/>
        </pc:sldMkLst>
      </pc:sldChg>
      <pc:sldChg chg="modNotesTx">
        <pc:chgData name="Ahmed Hashem El-Monshed" userId="9838a0a2-a515-498b-b6a4-a4fb6da264fd" providerId="ADAL" clId="{BB1EC5F3-9575-4DB7-A81E-A4EDB8BADBBB}" dt="2025-09-04T16:22:07.383" v="51" actId="20577"/>
        <pc:sldMkLst>
          <pc:docMk/>
          <pc:sldMk cId="1027672910" sldId="271"/>
        </pc:sldMkLst>
      </pc:sldChg>
      <pc:sldChg chg="modNotesTx">
        <pc:chgData name="Ahmed Hashem El-Monshed" userId="9838a0a2-a515-498b-b6a4-a4fb6da264fd" providerId="ADAL" clId="{BB1EC5F3-9575-4DB7-A81E-A4EDB8BADBBB}" dt="2025-09-04T16:21:58.997" v="47" actId="20577"/>
        <pc:sldMkLst>
          <pc:docMk/>
          <pc:sldMk cId="611629023" sldId="272"/>
        </pc:sldMkLst>
      </pc:sldChg>
      <pc:sldChg chg="modNotesTx">
        <pc:chgData name="Ahmed Hashem El-Monshed" userId="9838a0a2-a515-498b-b6a4-a4fb6da264fd" providerId="ADAL" clId="{BB1EC5F3-9575-4DB7-A81E-A4EDB8BADBBB}" dt="2025-09-04T16:21:56.477" v="46" actId="20577"/>
        <pc:sldMkLst>
          <pc:docMk/>
          <pc:sldMk cId="1573561791" sldId="273"/>
        </pc:sldMkLst>
      </pc:sldChg>
      <pc:sldChg chg="modNotesTx">
        <pc:chgData name="Ahmed Hashem El-Monshed" userId="9838a0a2-a515-498b-b6a4-a4fb6da264fd" providerId="ADAL" clId="{BB1EC5F3-9575-4DB7-A81E-A4EDB8BADBBB}" dt="2025-09-04T16:22:03.913" v="49" actId="20577"/>
        <pc:sldMkLst>
          <pc:docMk/>
          <pc:sldMk cId="2137699079" sldId="274"/>
        </pc:sldMkLst>
      </pc:sldChg>
      <pc:sldChg chg="modSp mod">
        <pc:chgData name="Ahmed Hashem El-Monshed" userId="9838a0a2-a515-498b-b6a4-a4fb6da264fd" providerId="ADAL" clId="{BB1EC5F3-9575-4DB7-A81E-A4EDB8BADBBB}" dt="2025-09-04T16:14:30.498" v="33" actId="207"/>
        <pc:sldMkLst>
          <pc:docMk/>
          <pc:sldMk cId="2094269900" sldId="275"/>
        </pc:sldMkLst>
        <pc:spChg chg="mod">
          <ac:chgData name="Ahmed Hashem El-Monshed" userId="9838a0a2-a515-498b-b6a4-a4fb6da264fd" providerId="ADAL" clId="{BB1EC5F3-9575-4DB7-A81E-A4EDB8BADBBB}" dt="2025-09-04T16:14:30.498" v="33" actId="207"/>
          <ac:spMkLst>
            <pc:docMk/>
            <pc:sldMk cId="2094269900" sldId="275"/>
            <ac:spMk id="2" creationId="{A065F492-2CEB-5AC4-FD00-21C453FDD972}"/>
          </ac:spMkLst>
        </pc:spChg>
      </pc:sldChg>
      <pc:sldChg chg="addSp modSp mod modNotesTx">
        <pc:chgData name="Ahmed Hashem El-Monshed" userId="9838a0a2-a515-498b-b6a4-a4fb6da264fd" providerId="ADAL" clId="{BB1EC5F3-9575-4DB7-A81E-A4EDB8BADBBB}" dt="2025-09-04T16:21:20.914" v="36" actId="20577"/>
        <pc:sldMkLst>
          <pc:docMk/>
          <pc:sldMk cId="2855980003" sldId="276"/>
        </pc:sldMkLst>
        <pc:spChg chg="mod">
          <ac:chgData name="Ahmed Hashem El-Monshed" userId="9838a0a2-a515-498b-b6a4-a4fb6da264fd" providerId="ADAL" clId="{BB1EC5F3-9575-4DB7-A81E-A4EDB8BADBBB}" dt="2025-09-04T16:11:39.026" v="18" actId="14100"/>
          <ac:spMkLst>
            <pc:docMk/>
            <pc:sldMk cId="2855980003" sldId="276"/>
            <ac:spMk id="2" creationId="{1269C915-3B7A-F1A0-9BA4-FE2AAF796A76}"/>
          </ac:spMkLst>
        </pc:spChg>
        <pc:graphicFrameChg chg="add mod">
          <ac:chgData name="Ahmed Hashem El-Monshed" userId="9838a0a2-a515-498b-b6a4-a4fb6da264fd" providerId="ADAL" clId="{BB1EC5F3-9575-4DB7-A81E-A4EDB8BADBBB}" dt="2025-09-04T16:21:18.594" v="35"/>
          <ac:graphicFrameMkLst>
            <pc:docMk/>
            <pc:sldMk cId="2855980003" sldId="276"/>
            <ac:graphicFrameMk id="4" creationId="{C83F1325-D652-6F5B-6FB6-723EA85E831D}"/>
          </ac:graphicFrameMkLst>
        </pc:graphicFrameChg>
        <pc:graphicFrameChg chg="add mod">
          <ac:chgData name="Ahmed Hashem El-Monshed" userId="9838a0a2-a515-498b-b6a4-a4fb6da264fd" providerId="ADAL" clId="{BB1EC5F3-9575-4DB7-A81E-A4EDB8BADBBB}" dt="2025-09-04T16:21:18.594" v="35"/>
          <ac:graphicFrameMkLst>
            <pc:docMk/>
            <pc:sldMk cId="2855980003" sldId="276"/>
            <ac:graphicFrameMk id="5" creationId="{59AC2652-C9D3-59BE-1BCF-BFAEC1CAD693}"/>
          </ac:graphicFrameMkLst>
        </pc:graphicFrameChg>
        <pc:graphicFrameChg chg="add mod">
          <ac:chgData name="Ahmed Hashem El-Monshed" userId="9838a0a2-a515-498b-b6a4-a4fb6da264fd" providerId="ADAL" clId="{BB1EC5F3-9575-4DB7-A81E-A4EDB8BADBBB}" dt="2025-09-04T16:21:18.594" v="35"/>
          <ac:graphicFrameMkLst>
            <pc:docMk/>
            <pc:sldMk cId="2855980003" sldId="276"/>
            <ac:graphicFrameMk id="6" creationId="{62506926-4C7D-D22D-8B4C-56C70EE5565E}"/>
          </ac:graphicFrameMkLst>
        </pc:graphicFrameChg>
        <pc:graphicFrameChg chg="add mod">
          <ac:chgData name="Ahmed Hashem El-Monshed" userId="9838a0a2-a515-498b-b6a4-a4fb6da264fd" providerId="ADAL" clId="{BB1EC5F3-9575-4DB7-A81E-A4EDB8BADBBB}" dt="2025-09-04T16:21:18.594" v="35"/>
          <ac:graphicFrameMkLst>
            <pc:docMk/>
            <pc:sldMk cId="2855980003" sldId="276"/>
            <ac:graphicFrameMk id="7" creationId="{1ACCF342-8E19-0BAC-3E4F-415A209F64EF}"/>
          </ac:graphicFrameMkLst>
        </pc:graphicFrameChg>
        <pc:graphicFrameChg chg="add mod">
          <ac:chgData name="Ahmed Hashem El-Monshed" userId="9838a0a2-a515-498b-b6a4-a4fb6da264fd" providerId="ADAL" clId="{BB1EC5F3-9575-4DB7-A81E-A4EDB8BADBBB}" dt="2025-09-04T16:21:18.594" v="35"/>
          <ac:graphicFrameMkLst>
            <pc:docMk/>
            <pc:sldMk cId="2855980003" sldId="276"/>
            <ac:graphicFrameMk id="9" creationId="{5BD2D909-066E-8E61-09A5-127E49DD66D7}"/>
          </ac:graphicFrameMkLst>
        </pc:graphicFrameChg>
      </pc:sldChg>
      <pc:sldChg chg="del">
        <pc:chgData name="Ahmed Hashem El-Monshed" userId="9838a0a2-a515-498b-b6a4-a4fb6da264fd" providerId="ADAL" clId="{BB1EC5F3-9575-4DB7-A81E-A4EDB8BADBBB}" dt="2025-09-04T16:14:00.883" v="19" actId="47"/>
        <pc:sldMkLst>
          <pc:docMk/>
          <pc:sldMk cId="2681062861" sldId="278"/>
        </pc:sldMkLst>
      </pc:sldChg>
    </pc:docChg>
  </pc:docChgLst>
  <pc:docChgLst>
    <pc:chgData name="Ahmed Hashem Elsayed Elmonshed" userId="8bdf524b-ada4-4a26-8184-94bd8c5504d5" providerId="ADAL" clId="{F5E3E9BE-15BD-44DB-B4AE-84A852A1C7C5}"/>
    <pc:docChg chg="undo custSel addSld modSld">
      <pc:chgData name="Ahmed Hashem Elsayed Elmonshed" userId="8bdf524b-ada4-4a26-8184-94bd8c5504d5" providerId="ADAL" clId="{F5E3E9BE-15BD-44DB-B4AE-84A852A1C7C5}" dt="2023-12-31T10:15:45.854" v="1033"/>
      <pc:docMkLst>
        <pc:docMk/>
      </pc:docMkLst>
      <pc:sldChg chg="modSp mod modNotesTx">
        <pc:chgData name="Ahmed Hashem Elsayed Elmonshed" userId="8bdf524b-ada4-4a26-8184-94bd8c5504d5" providerId="ADAL" clId="{F5E3E9BE-15BD-44DB-B4AE-84A852A1C7C5}" dt="2023-09-24T20:13:42.759" v="380" actId="113"/>
        <pc:sldMkLst>
          <pc:docMk/>
          <pc:sldMk cId="1449392881" sldId="257"/>
        </pc:sldMkLst>
      </pc:sldChg>
      <pc:sldChg chg="modNotesTx">
        <pc:chgData name="Ahmed Hashem Elsayed Elmonshed" userId="8bdf524b-ada4-4a26-8184-94bd8c5504d5" providerId="ADAL" clId="{F5E3E9BE-15BD-44DB-B4AE-84A852A1C7C5}" dt="2023-09-24T20:07:35.034" v="72" actId="20577"/>
        <pc:sldMkLst>
          <pc:docMk/>
          <pc:sldMk cId="706550316" sldId="258"/>
        </pc:sldMkLst>
      </pc:sldChg>
      <pc:sldChg chg="modSp mod modNotesTx">
        <pc:chgData name="Ahmed Hashem Elsayed Elmonshed" userId="8bdf524b-ada4-4a26-8184-94bd8c5504d5" providerId="ADAL" clId="{F5E3E9BE-15BD-44DB-B4AE-84A852A1C7C5}" dt="2023-09-24T20:16:16.564" v="509" actId="20577"/>
        <pc:sldMkLst>
          <pc:docMk/>
          <pc:sldMk cId="296617834" sldId="259"/>
        </pc:sldMkLst>
      </pc:sldChg>
      <pc:sldChg chg="modNotesTx">
        <pc:chgData name="Ahmed Hashem Elsayed Elmonshed" userId="8bdf524b-ada4-4a26-8184-94bd8c5504d5" providerId="ADAL" clId="{F5E3E9BE-15BD-44DB-B4AE-84A852A1C7C5}" dt="2023-09-24T20:22:16.007" v="663" actId="20577"/>
        <pc:sldMkLst>
          <pc:docMk/>
          <pc:sldMk cId="2134339951" sldId="260"/>
        </pc:sldMkLst>
      </pc:sldChg>
      <pc:sldChg chg="modNotesTx">
        <pc:chgData name="Ahmed Hashem Elsayed Elmonshed" userId="8bdf524b-ada4-4a26-8184-94bd8c5504d5" providerId="ADAL" clId="{F5E3E9BE-15BD-44DB-B4AE-84A852A1C7C5}" dt="2023-09-24T20:24:54.731" v="681"/>
        <pc:sldMkLst>
          <pc:docMk/>
          <pc:sldMk cId="752592977" sldId="261"/>
        </pc:sldMkLst>
      </pc:sldChg>
      <pc:sldChg chg="modSp mod modNotesTx">
        <pc:chgData name="Ahmed Hashem Elsayed Elmonshed" userId="8bdf524b-ada4-4a26-8184-94bd8c5504d5" providerId="ADAL" clId="{F5E3E9BE-15BD-44DB-B4AE-84A852A1C7C5}" dt="2023-12-31T10:15:45.854" v="1033"/>
        <pc:sldMkLst>
          <pc:docMk/>
          <pc:sldMk cId="56910604" sldId="265"/>
        </pc:sldMkLst>
      </pc:sldChg>
      <pc:sldChg chg="modNotesTx">
        <pc:chgData name="Ahmed Hashem Elsayed Elmonshed" userId="8bdf524b-ada4-4a26-8184-94bd8c5504d5" providerId="ADAL" clId="{F5E3E9BE-15BD-44DB-B4AE-84A852A1C7C5}" dt="2023-09-24T21:11:00.285" v="947"/>
        <pc:sldMkLst>
          <pc:docMk/>
          <pc:sldMk cId="3126312528" sldId="267"/>
        </pc:sldMkLst>
      </pc:sldChg>
      <pc:sldChg chg="modSp mod modNotesTx">
        <pc:chgData name="Ahmed Hashem Elsayed Elmonshed" userId="8bdf524b-ada4-4a26-8184-94bd8c5504d5" providerId="ADAL" clId="{F5E3E9BE-15BD-44DB-B4AE-84A852A1C7C5}" dt="2023-09-24T20:54:54.190" v="934" actId="20577"/>
        <pc:sldMkLst>
          <pc:docMk/>
          <pc:sldMk cId="3467967801" sldId="270"/>
        </pc:sldMkLst>
      </pc:sldChg>
      <pc:sldChg chg="modNotesTx">
        <pc:chgData name="Ahmed Hashem Elsayed Elmonshed" userId="8bdf524b-ada4-4a26-8184-94bd8c5504d5" providerId="ADAL" clId="{F5E3E9BE-15BD-44DB-B4AE-84A852A1C7C5}" dt="2023-09-24T21:14:32.880" v="1025" actId="20577"/>
        <pc:sldMkLst>
          <pc:docMk/>
          <pc:sldMk cId="1027672910" sldId="271"/>
        </pc:sldMkLst>
      </pc:sldChg>
      <pc:sldChg chg="modNotesTx">
        <pc:chgData name="Ahmed Hashem Elsayed Elmonshed" userId="8bdf524b-ada4-4a26-8184-94bd8c5504d5" providerId="ADAL" clId="{F5E3E9BE-15BD-44DB-B4AE-84A852A1C7C5}" dt="2023-09-24T21:05:16.773" v="946" actId="20577"/>
        <pc:sldMkLst>
          <pc:docMk/>
          <pc:sldMk cId="1573561791" sldId="273"/>
        </pc:sldMkLst>
      </pc:sldChg>
      <pc:sldChg chg="modNotesTx">
        <pc:chgData name="Ahmed Hashem Elsayed Elmonshed" userId="8bdf524b-ada4-4a26-8184-94bd8c5504d5" providerId="ADAL" clId="{F5E3E9BE-15BD-44DB-B4AE-84A852A1C7C5}" dt="2023-09-24T21:13:46.015" v="1012" actId="20577"/>
        <pc:sldMkLst>
          <pc:docMk/>
          <pc:sldMk cId="2137699079" sldId="274"/>
        </pc:sldMkLst>
      </pc:sldChg>
      <pc:sldChg chg="modNotesTx">
        <pc:chgData name="Ahmed Hashem Elsayed Elmonshed" userId="8bdf524b-ada4-4a26-8184-94bd8c5504d5" providerId="ADAL" clId="{F5E3E9BE-15BD-44DB-B4AE-84A852A1C7C5}" dt="2023-09-24T20:06:58.529" v="39" actId="20577"/>
        <pc:sldMkLst>
          <pc:docMk/>
          <pc:sldMk cId="2855980003" sldId="276"/>
        </pc:sldMkLst>
      </pc:sldChg>
      <pc:sldChg chg="addSp modSp new mod modAnim">
        <pc:chgData name="Ahmed Hashem Elsayed Elmonshed" userId="8bdf524b-ada4-4a26-8184-94bd8c5504d5" providerId="ADAL" clId="{F5E3E9BE-15BD-44DB-B4AE-84A852A1C7C5}" dt="2023-09-24T21:18:21.175" v="1032" actId="14100"/>
        <pc:sldMkLst>
          <pc:docMk/>
          <pc:sldMk cId="2681062861" sldId="278"/>
        </pc:sldMkLst>
      </pc:sldChg>
    </pc:docChg>
  </pc:docChgLst>
  <pc:docChgLst>
    <pc:chgData name="Ahmed Hashem El-Monshed" userId="9838a0a2-a515-498b-b6a4-a4fb6da264fd" providerId="ADAL" clId="{9AFA0DD5-1B8F-4553-BA08-E3829D06DADA}"/>
    <pc:docChg chg="custSel modSld">
      <pc:chgData name="Ahmed Hashem El-Monshed" userId="9838a0a2-a515-498b-b6a4-a4fb6da264fd" providerId="ADAL" clId="{9AFA0DD5-1B8F-4553-BA08-E3829D06DADA}" dt="2024-09-09T07:28:07.439" v="132" actId="20577"/>
      <pc:docMkLst>
        <pc:docMk/>
      </pc:docMkLst>
      <pc:sldChg chg="modSp mod">
        <pc:chgData name="Ahmed Hashem El-Monshed" userId="9838a0a2-a515-498b-b6a4-a4fb6da264fd" providerId="ADAL" clId="{9AFA0DD5-1B8F-4553-BA08-E3829D06DADA}" dt="2024-09-05T21:06:13.035" v="8" actId="20577"/>
        <pc:sldMkLst>
          <pc:docMk/>
          <pc:sldMk cId="2501630580" sldId="256"/>
        </pc:sldMkLst>
      </pc:sldChg>
      <pc:sldChg chg="modNotesTx">
        <pc:chgData name="Ahmed Hashem El-Monshed" userId="9838a0a2-a515-498b-b6a4-a4fb6da264fd" providerId="ADAL" clId="{9AFA0DD5-1B8F-4553-BA08-E3829D06DADA}" dt="2024-09-08T19:58:26.508" v="28" actId="782"/>
        <pc:sldMkLst>
          <pc:docMk/>
          <pc:sldMk cId="1449392881" sldId="257"/>
        </pc:sldMkLst>
      </pc:sldChg>
      <pc:sldChg chg="modNotesTx">
        <pc:chgData name="Ahmed Hashem El-Monshed" userId="9838a0a2-a515-498b-b6a4-a4fb6da264fd" providerId="ADAL" clId="{9AFA0DD5-1B8F-4553-BA08-E3829D06DADA}" dt="2024-09-08T19:54:34.979" v="17" actId="6549"/>
        <pc:sldMkLst>
          <pc:docMk/>
          <pc:sldMk cId="706550316" sldId="258"/>
        </pc:sldMkLst>
      </pc:sldChg>
      <pc:sldChg chg="modNotesTx">
        <pc:chgData name="Ahmed Hashem El-Monshed" userId="9838a0a2-a515-498b-b6a4-a4fb6da264fd" providerId="ADAL" clId="{9AFA0DD5-1B8F-4553-BA08-E3829D06DADA}" dt="2024-09-08T20:01:02.374" v="34" actId="121"/>
        <pc:sldMkLst>
          <pc:docMk/>
          <pc:sldMk cId="296617834" sldId="259"/>
        </pc:sldMkLst>
      </pc:sldChg>
      <pc:sldChg chg="modNotesTx">
        <pc:chgData name="Ahmed Hashem El-Monshed" userId="9838a0a2-a515-498b-b6a4-a4fb6da264fd" providerId="ADAL" clId="{9AFA0DD5-1B8F-4553-BA08-E3829D06DADA}" dt="2024-09-08T20:03:43.020" v="40"/>
        <pc:sldMkLst>
          <pc:docMk/>
          <pc:sldMk cId="2134339951" sldId="260"/>
        </pc:sldMkLst>
      </pc:sldChg>
      <pc:sldChg chg="modNotesTx">
        <pc:chgData name="Ahmed Hashem El-Monshed" userId="9838a0a2-a515-498b-b6a4-a4fb6da264fd" providerId="ADAL" clId="{9AFA0DD5-1B8F-4553-BA08-E3829D06DADA}" dt="2024-09-08T20:05:40.805" v="47" actId="121"/>
        <pc:sldMkLst>
          <pc:docMk/>
          <pc:sldMk cId="752592977" sldId="261"/>
        </pc:sldMkLst>
      </pc:sldChg>
      <pc:sldChg chg="modSp mod modNotesTx">
        <pc:chgData name="Ahmed Hashem El-Monshed" userId="9838a0a2-a515-498b-b6a4-a4fb6da264fd" providerId="ADAL" clId="{9AFA0DD5-1B8F-4553-BA08-E3829D06DADA}" dt="2024-09-08T20:09:57.582" v="68"/>
        <pc:sldMkLst>
          <pc:docMk/>
          <pc:sldMk cId="2820818639" sldId="264"/>
        </pc:sldMkLst>
      </pc:sldChg>
      <pc:sldChg chg="modNotesTx">
        <pc:chgData name="Ahmed Hashem El-Monshed" userId="9838a0a2-a515-498b-b6a4-a4fb6da264fd" providerId="ADAL" clId="{9AFA0DD5-1B8F-4553-BA08-E3829D06DADA}" dt="2024-09-08T20:11:13.664" v="74"/>
        <pc:sldMkLst>
          <pc:docMk/>
          <pc:sldMk cId="56910604" sldId="265"/>
        </pc:sldMkLst>
      </pc:sldChg>
      <pc:sldChg chg="modNotesTx">
        <pc:chgData name="Ahmed Hashem El-Monshed" userId="9838a0a2-a515-498b-b6a4-a4fb6da264fd" providerId="ADAL" clId="{9AFA0DD5-1B8F-4553-BA08-E3829D06DADA}" dt="2024-09-08T20:13:52.969" v="87" actId="20577"/>
        <pc:sldMkLst>
          <pc:docMk/>
          <pc:sldMk cId="4052706790" sldId="266"/>
        </pc:sldMkLst>
      </pc:sldChg>
      <pc:sldChg chg="modNotesTx">
        <pc:chgData name="Ahmed Hashem El-Monshed" userId="9838a0a2-a515-498b-b6a4-a4fb6da264fd" providerId="ADAL" clId="{9AFA0DD5-1B8F-4553-BA08-E3829D06DADA}" dt="2024-09-09T07:28:07.439" v="132" actId="20577"/>
        <pc:sldMkLst>
          <pc:docMk/>
          <pc:sldMk cId="3126312528" sldId="267"/>
        </pc:sldMkLst>
      </pc:sldChg>
      <pc:sldChg chg="modSp modNotesTx">
        <pc:chgData name="Ahmed Hashem El-Monshed" userId="9838a0a2-a515-498b-b6a4-a4fb6da264fd" providerId="ADAL" clId="{9AFA0DD5-1B8F-4553-BA08-E3829D06DADA}" dt="2024-09-08T20:22:56.483" v="115"/>
        <pc:sldMkLst>
          <pc:docMk/>
          <pc:sldMk cId="611629023" sldId="272"/>
        </pc:sldMkLst>
      </pc:sldChg>
      <pc:sldChg chg="modSp modNotesTx">
        <pc:chgData name="Ahmed Hashem El-Monshed" userId="9838a0a2-a515-498b-b6a4-a4fb6da264fd" providerId="ADAL" clId="{9AFA0DD5-1B8F-4553-BA08-E3829D06DADA}" dt="2024-09-08T20:17:22.887" v="89"/>
        <pc:sldMkLst>
          <pc:docMk/>
          <pc:sldMk cId="1573561791" sldId="273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#1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#1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#1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9408E8A-F37A-4D64-8E2A-F8A053D41F3D}" type="doc">
      <dgm:prSet loTypeId="urn:microsoft.com/office/officeart/2016/7/layout/HorizontalActionList" loCatId="List" qsTypeId="urn:microsoft.com/office/officeart/2005/8/quickstyle/simple1#1" qsCatId="simple" csTypeId="urn:microsoft.com/office/officeart/2005/8/colors/accent2_2#1" csCatId="accent2" phldr="1"/>
      <dgm:spPr/>
      <dgm:t>
        <a:bodyPr/>
        <a:lstStyle/>
        <a:p>
          <a:endParaRPr lang="en-US"/>
        </a:p>
      </dgm:t>
    </dgm:pt>
    <dgm:pt modelId="{7D4E53E8-F550-45D3-957F-F68E3945B99E}">
      <dgm:prSet/>
      <dgm:spPr/>
      <dgm:t>
        <a:bodyPr/>
        <a:lstStyle/>
        <a:p>
          <a:r>
            <a:rPr lang="en-US"/>
            <a:t>Work</a:t>
          </a:r>
        </a:p>
      </dgm:t>
    </dgm:pt>
    <dgm:pt modelId="{2FBAA096-96AB-4C56-9C29-B5580735BEB2}" type="parTrans" cxnId="{A255397C-0AE0-4FDE-A14D-B353E8F14160}">
      <dgm:prSet/>
      <dgm:spPr/>
      <dgm:t>
        <a:bodyPr/>
        <a:lstStyle/>
        <a:p>
          <a:endParaRPr lang="en-US"/>
        </a:p>
      </dgm:t>
    </dgm:pt>
    <dgm:pt modelId="{98975BBD-38CA-4088-83AB-B5CCA46335C5}" type="sibTrans" cxnId="{A255397C-0AE0-4FDE-A14D-B353E8F14160}">
      <dgm:prSet/>
      <dgm:spPr/>
      <dgm:t>
        <a:bodyPr/>
        <a:lstStyle/>
        <a:p>
          <a:endParaRPr lang="en-US"/>
        </a:p>
      </dgm:t>
    </dgm:pt>
    <dgm:pt modelId="{C73B6824-DBA0-4135-B9FE-2155471ABD91}">
      <dgm:prSet/>
      <dgm:spPr/>
      <dgm:t>
        <a:bodyPr/>
        <a:lstStyle/>
        <a:p>
          <a:r>
            <a:rPr lang="en-US"/>
            <a:t>work to ensure that all those who need vaccines are receiving them.</a:t>
          </a:r>
        </a:p>
      </dgm:t>
    </dgm:pt>
    <dgm:pt modelId="{B3FDDF84-9B9E-4D55-8ECD-F9654E7842A5}" type="parTrans" cxnId="{D690409C-1D57-4570-99C1-220C93AEF7DB}">
      <dgm:prSet/>
      <dgm:spPr/>
      <dgm:t>
        <a:bodyPr/>
        <a:lstStyle/>
        <a:p>
          <a:endParaRPr lang="en-US"/>
        </a:p>
      </dgm:t>
    </dgm:pt>
    <dgm:pt modelId="{365FAF02-77AA-4D41-9B40-320BE4BE455E}" type="sibTrans" cxnId="{D690409C-1D57-4570-99C1-220C93AEF7DB}">
      <dgm:prSet/>
      <dgm:spPr/>
      <dgm:t>
        <a:bodyPr/>
        <a:lstStyle/>
        <a:p>
          <a:endParaRPr lang="en-US"/>
        </a:p>
      </dgm:t>
    </dgm:pt>
    <dgm:pt modelId="{410967EC-6918-479B-B637-233FBE044AE8}">
      <dgm:prSet/>
      <dgm:spPr/>
      <dgm:t>
        <a:bodyPr/>
        <a:lstStyle/>
        <a:p>
          <a:r>
            <a:rPr lang="en-US"/>
            <a:t>Assess</a:t>
          </a:r>
        </a:p>
      </dgm:t>
    </dgm:pt>
    <dgm:pt modelId="{580BA17F-634D-4374-A24D-557CCF8E91BC}" type="parTrans" cxnId="{FEA954FB-8D5C-4908-A257-9618E8602F8D}">
      <dgm:prSet/>
      <dgm:spPr/>
      <dgm:t>
        <a:bodyPr/>
        <a:lstStyle/>
        <a:p>
          <a:endParaRPr lang="en-US"/>
        </a:p>
      </dgm:t>
    </dgm:pt>
    <dgm:pt modelId="{2074053B-3406-4C9C-9D4F-E596502116FC}" type="sibTrans" cxnId="{FEA954FB-8D5C-4908-A257-9618E8602F8D}">
      <dgm:prSet/>
      <dgm:spPr/>
      <dgm:t>
        <a:bodyPr/>
        <a:lstStyle/>
        <a:p>
          <a:endParaRPr lang="en-US"/>
        </a:p>
      </dgm:t>
    </dgm:pt>
    <dgm:pt modelId="{B2967355-5038-4898-A841-007E4E1CF610}">
      <dgm:prSet/>
      <dgm:spPr/>
      <dgm:t>
        <a:bodyPr/>
        <a:lstStyle/>
        <a:p>
          <a:r>
            <a:rPr lang="en-US"/>
            <a:t>assess community to identify the barriers to receiving the immunizations.(e.g. Transportation , Beliefs etc.. )</a:t>
          </a:r>
        </a:p>
      </dgm:t>
    </dgm:pt>
    <dgm:pt modelId="{833BE533-BEBC-4769-A563-C514A9B6F4A7}" type="parTrans" cxnId="{FE5508EE-DB86-4D04-925B-17C5C98CAD1C}">
      <dgm:prSet/>
      <dgm:spPr/>
      <dgm:t>
        <a:bodyPr/>
        <a:lstStyle/>
        <a:p>
          <a:endParaRPr lang="en-US"/>
        </a:p>
      </dgm:t>
    </dgm:pt>
    <dgm:pt modelId="{1698A0D7-2661-48ED-A61B-AE8FB5142EF3}" type="sibTrans" cxnId="{FE5508EE-DB86-4D04-925B-17C5C98CAD1C}">
      <dgm:prSet/>
      <dgm:spPr/>
      <dgm:t>
        <a:bodyPr/>
        <a:lstStyle/>
        <a:p>
          <a:endParaRPr lang="en-US"/>
        </a:p>
      </dgm:t>
    </dgm:pt>
    <dgm:pt modelId="{0C1B1C54-2F68-49DF-8CD0-388FFC75B548}">
      <dgm:prSet/>
      <dgm:spPr/>
      <dgm:t>
        <a:bodyPr/>
        <a:lstStyle/>
        <a:p>
          <a:r>
            <a:rPr lang="en-US" dirty="0"/>
            <a:t>Be Aware</a:t>
          </a:r>
        </a:p>
      </dgm:t>
    </dgm:pt>
    <dgm:pt modelId="{32D14BBC-9A0F-414E-91A6-88AA26FE7E43}" type="parTrans" cxnId="{495A4612-E970-4218-A432-550E6B4A3603}">
      <dgm:prSet/>
      <dgm:spPr/>
      <dgm:t>
        <a:bodyPr/>
        <a:lstStyle/>
        <a:p>
          <a:endParaRPr lang="en-US"/>
        </a:p>
      </dgm:t>
    </dgm:pt>
    <dgm:pt modelId="{AD977E7D-2684-427A-894A-BCDC25FD774C}" type="sibTrans" cxnId="{495A4612-E970-4218-A432-550E6B4A3603}">
      <dgm:prSet/>
      <dgm:spPr/>
      <dgm:t>
        <a:bodyPr/>
        <a:lstStyle/>
        <a:p>
          <a:endParaRPr lang="en-US"/>
        </a:p>
      </dgm:t>
    </dgm:pt>
    <dgm:pt modelId="{E207224E-B86F-4BEB-8986-49B556FE39B5}">
      <dgm:prSet/>
      <dgm:spPr/>
      <dgm:t>
        <a:bodyPr/>
        <a:lstStyle/>
        <a:p>
          <a:r>
            <a:rPr lang="en-US"/>
            <a:t>be aware of factors that may contribute to low vaccination levels among children and adults</a:t>
          </a:r>
        </a:p>
      </dgm:t>
    </dgm:pt>
    <dgm:pt modelId="{BB78857E-48DB-46C1-A05F-8465CBE63ED3}" type="parTrans" cxnId="{B4BCBCE1-EECA-43BE-9A46-B6BDBFF9BC3B}">
      <dgm:prSet/>
      <dgm:spPr/>
      <dgm:t>
        <a:bodyPr/>
        <a:lstStyle/>
        <a:p>
          <a:endParaRPr lang="en-US"/>
        </a:p>
      </dgm:t>
    </dgm:pt>
    <dgm:pt modelId="{AAD64DF1-E629-4643-B07F-A73C0DE38D0D}" type="sibTrans" cxnId="{B4BCBCE1-EECA-43BE-9A46-B6BDBFF9BC3B}">
      <dgm:prSet/>
      <dgm:spPr/>
      <dgm:t>
        <a:bodyPr/>
        <a:lstStyle/>
        <a:p>
          <a:endParaRPr lang="en-US"/>
        </a:p>
      </dgm:t>
    </dgm:pt>
    <dgm:pt modelId="{DDD4C6CB-9EA1-426D-BAA9-7CD819265547}">
      <dgm:prSet/>
      <dgm:spPr/>
      <dgm:t>
        <a:bodyPr/>
        <a:lstStyle/>
        <a:p>
          <a:r>
            <a:rPr lang="en-US"/>
            <a:t>Engage</a:t>
          </a:r>
        </a:p>
      </dgm:t>
    </dgm:pt>
    <dgm:pt modelId="{2F92A8A8-5F95-4ECD-AB26-6C511009AE2C}" type="parTrans" cxnId="{6FEBE614-0ADA-495A-B95B-0B66B1823C6C}">
      <dgm:prSet/>
      <dgm:spPr/>
      <dgm:t>
        <a:bodyPr/>
        <a:lstStyle/>
        <a:p>
          <a:endParaRPr lang="en-US"/>
        </a:p>
      </dgm:t>
    </dgm:pt>
    <dgm:pt modelId="{67C99079-19C7-4972-83EE-967D78264977}" type="sibTrans" cxnId="{6FEBE614-0ADA-495A-B95B-0B66B1823C6C}">
      <dgm:prSet/>
      <dgm:spPr/>
      <dgm:t>
        <a:bodyPr/>
        <a:lstStyle/>
        <a:p>
          <a:endParaRPr lang="en-US"/>
        </a:p>
      </dgm:t>
    </dgm:pt>
    <dgm:pt modelId="{CA4839A6-65D5-4B7C-B1BF-CE678FAA005E}">
      <dgm:prSet/>
      <dgm:spPr/>
      <dgm:t>
        <a:bodyPr/>
        <a:lstStyle/>
        <a:p>
          <a:r>
            <a:rPr lang="en-US" dirty="0"/>
            <a:t>engage with families who are hesitant about vaccines in open conversation</a:t>
          </a:r>
        </a:p>
      </dgm:t>
    </dgm:pt>
    <dgm:pt modelId="{DF2CB5A2-A587-4309-B2F2-5B31B606C061}" type="parTrans" cxnId="{5058C829-F205-42B6-85BA-92677506E1AE}">
      <dgm:prSet/>
      <dgm:spPr/>
      <dgm:t>
        <a:bodyPr/>
        <a:lstStyle/>
        <a:p>
          <a:endParaRPr lang="en-US"/>
        </a:p>
      </dgm:t>
    </dgm:pt>
    <dgm:pt modelId="{8A86D10B-F5F5-44D1-8084-26CA31792940}" type="sibTrans" cxnId="{5058C829-F205-42B6-85BA-92677506E1AE}">
      <dgm:prSet/>
      <dgm:spPr/>
      <dgm:t>
        <a:bodyPr/>
        <a:lstStyle/>
        <a:p>
          <a:endParaRPr lang="en-US"/>
        </a:p>
      </dgm:t>
    </dgm:pt>
    <dgm:pt modelId="{6D1FACDA-9E7D-46C1-B729-E0C19306038C}" type="pres">
      <dgm:prSet presAssocID="{A9408E8A-F37A-4D64-8E2A-F8A053D41F3D}" presName="Name0" presStyleCnt="0">
        <dgm:presLayoutVars>
          <dgm:dir/>
          <dgm:animLvl val="lvl"/>
          <dgm:resizeHandles val="exact"/>
        </dgm:presLayoutVars>
      </dgm:prSet>
      <dgm:spPr/>
    </dgm:pt>
    <dgm:pt modelId="{7D3DC959-7BD2-4DA1-BE13-E9862C3EA073}" type="pres">
      <dgm:prSet presAssocID="{7D4E53E8-F550-45D3-957F-F68E3945B99E}" presName="composite" presStyleCnt="0"/>
      <dgm:spPr/>
    </dgm:pt>
    <dgm:pt modelId="{E988F693-2659-4303-A276-B91A66F98E89}" type="pres">
      <dgm:prSet presAssocID="{7D4E53E8-F550-45D3-957F-F68E3945B99E}" presName="parTx" presStyleLbl="alignNode1" presStyleIdx="0" presStyleCnt="4">
        <dgm:presLayoutVars>
          <dgm:chMax val="0"/>
          <dgm:chPref val="0"/>
        </dgm:presLayoutVars>
      </dgm:prSet>
      <dgm:spPr/>
    </dgm:pt>
    <dgm:pt modelId="{962D4AF7-8AD4-4F06-A7D3-1BF9EB6BEAA8}" type="pres">
      <dgm:prSet presAssocID="{7D4E53E8-F550-45D3-957F-F68E3945B99E}" presName="desTx" presStyleLbl="alignAccFollowNode1" presStyleIdx="0" presStyleCnt="4">
        <dgm:presLayoutVars/>
      </dgm:prSet>
      <dgm:spPr/>
    </dgm:pt>
    <dgm:pt modelId="{7288A16A-351C-44A0-B8F3-74F822F332CA}" type="pres">
      <dgm:prSet presAssocID="{98975BBD-38CA-4088-83AB-B5CCA46335C5}" presName="space" presStyleCnt="0"/>
      <dgm:spPr/>
    </dgm:pt>
    <dgm:pt modelId="{A7ED7EEF-88DF-42B9-95AB-AEBDCBAF8187}" type="pres">
      <dgm:prSet presAssocID="{410967EC-6918-479B-B637-233FBE044AE8}" presName="composite" presStyleCnt="0"/>
      <dgm:spPr/>
    </dgm:pt>
    <dgm:pt modelId="{CB330E4D-936C-444B-B98F-C8B8943EC390}" type="pres">
      <dgm:prSet presAssocID="{410967EC-6918-479B-B637-233FBE044AE8}" presName="parTx" presStyleLbl="alignNode1" presStyleIdx="1" presStyleCnt="4">
        <dgm:presLayoutVars>
          <dgm:chMax val="0"/>
          <dgm:chPref val="0"/>
        </dgm:presLayoutVars>
      </dgm:prSet>
      <dgm:spPr/>
    </dgm:pt>
    <dgm:pt modelId="{04EDC223-54F8-4110-A53F-8D3F9D071658}" type="pres">
      <dgm:prSet presAssocID="{410967EC-6918-479B-B637-233FBE044AE8}" presName="desTx" presStyleLbl="alignAccFollowNode1" presStyleIdx="1" presStyleCnt="4">
        <dgm:presLayoutVars/>
      </dgm:prSet>
      <dgm:spPr/>
    </dgm:pt>
    <dgm:pt modelId="{582F311C-C9E9-400B-97BB-DEBEF150B1C5}" type="pres">
      <dgm:prSet presAssocID="{2074053B-3406-4C9C-9D4F-E596502116FC}" presName="space" presStyleCnt="0"/>
      <dgm:spPr/>
    </dgm:pt>
    <dgm:pt modelId="{B921E23F-056D-448A-93B7-953F102C2C1B}" type="pres">
      <dgm:prSet presAssocID="{0C1B1C54-2F68-49DF-8CD0-388FFC75B548}" presName="composite" presStyleCnt="0"/>
      <dgm:spPr/>
    </dgm:pt>
    <dgm:pt modelId="{D3A6A71F-8AB5-45FE-A0D8-75EBA63B414F}" type="pres">
      <dgm:prSet presAssocID="{0C1B1C54-2F68-49DF-8CD0-388FFC75B548}" presName="parTx" presStyleLbl="alignNode1" presStyleIdx="2" presStyleCnt="4">
        <dgm:presLayoutVars>
          <dgm:chMax val="0"/>
          <dgm:chPref val="0"/>
        </dgm:presLayoutVars>
      </dgm:prSet>
      <dgm:spPr/>
    </dgm:pt>
    <dgm:pt modelId="{DE6ED883-05DC-454A-923A-F0C8579EAA11}" type="pres">
      <dgm:prSet presAssocID="{0C1B1C54-2F68-49DF-8CD0-388FFC75B548}" presName="desTx" presStyleLbl="alignAccFollowNode1" presStyleIdx="2" presStyleCnt="4">
        <dgm:presLayoutVars/>
      </dgm:prSet>
      <dgm:spPr/>
    </dgm:pt>
    <dgm:pt modelId="{95227EE5-ED05-4E46-9D92-1C477E2FDD55}" type="pres">
      <dgm:prSet presAssocID="{AD977E7D-2684-427A-894A-BCDC25FD774C}" presName="space" presStyleCnt="0"/>
      <dgm:spPr/>
    </dgm:pt>
    <dgm:pt modelId="{FF70B2DC-6DDF-464E-A255-4B4F1960745E}" type="pres">
      <dgm:prSet presAssocID="{DDD4C6CB-9EA1-426D-BAA9-7CD819265547}" presName="composite" presStyleCnt="0"/>
      <dgm:spPr/>
    </dgm:pt>
    <dgm:pt modelId="{418771A8-42E2-4B10-A1E3-2681215E7B76}" type="pres">
      <dgm:prSet presAssocID="{DDD4C6CB-9EA1-426D-BAA9-7CD819265547}" presName="parTx" presStyleLbl="alignNode1" presStyleIdx="3" presStyleCnt="4">
        <dgm:presLayoutVars>
          <dgm:chMax val="0"/>
          <dgm:chPref val="0"/>
        </dgm:presLayoutVars>
      </dgm:prSet>
      <dgm:spPr/>
    </dgm:pt>
    <dgm:pt modelId="{329C0E16-B184-4692-BA78-E04B5AE1FBDD}" type="pres">
      <dgm:prSet presAssocID="{DDD4C6CB-9EA1-426D-BAA9-7CD819265547}" presName="desTx" presStyleLbl="alignAccFollowNode1" presStyleIdx="3" presStyleCnt="4">
        <dgm:presLayoutVars/>
      </dgm:prSet>
      <dgm:spPr/>
    </dgm:pt>
  </dgm:ptLst>
  <dgm:cxnLst>
    <dgm:cxn modelId="{E75E7A0A-4469-44E1-8C17-4EC71E6130F8}" type="presOf" srcId="{E207224E-B86F-4BEB-8986-49B556FE39B5}" destId="{DE6ED883-05DC-454A-923A-F0C8579EAA11}" srcOrd="0" destOrd="0" presId="urn:microsoft.com/office/officeart/2016/7/layout/HorizontalActionList"/>
    <dgm:cxn modelId="{495A4612-E970-4218-A432-550E6B4A3603}" srcId="{A9408E8A-F37A-4D64-8E2A-F8A053D41F3D}" destId="{0C1B1C54-2F68-49DF-8CD0-388FFC75B548}" srcOrd="2" destOrd="0" parTransId="{32D14BBC-9A0F-414E-91A6-88AA26FE7E43}" sibTransId="{AD977E7D-2684-427A-894A-BCDC25FD774C}"/>
    <dgm:cxn modelId="{6FEBE614-0ADA-495A-B95B-0B66B1823C6C}" srcId="{A9408E8A-F37A-4D64-8E2A-F8A053D41F3D}" destId="{DDD4C6CB-9EA1-426D-BAA9-7CD819265547}" srcOrd="3" destOrd="0" parTransId="{2F92A8A8-5F95-4ECD-AB26-6C511009AE2C}" sibTransId="{67C99079-19C7-4972-83EE-967D78264977}"/>
    <dgm:cxn modelId="{F346DF17-04C8-4D7E-B78C-27AEB3DF1074}" type="presOf" srcId="{7D4E53E8-F550-45D3-957F-F68E3945B99E}" destId="{E988F693-2659-4303-A276-B91A66F98E89}" srcOrd="0" destOrd="0" presId="urn:microsoft.com/office/officeart/2016/7/layout/HorizontalActionList"/>
    <dgm:cxn modelId="{C1F4EA17-3AF2-4329-A31F-A34027B3A110}" type="presOf" srcId="{0C1B1C54-2F68-49DF-8CD0-388FFC75B548}" destId="{D3A6A71F-8AB5-45FE-A0D8-75EBA63B414F}" srcOrd="0" destOrd="0" presId="urn:microsoft.com/office/officeart/2016/7/layout/HorizontalActionList"/>
    <dgm:cxn modelId="{5058C829-F205-42B6-85BA-92677506E1AE}" srcId="{DDD4C6CB-9EA1-426D-BAA9-7CD819265547}" destId="{CA4839A6-65D5-4B7C-B1BF-CE678FAA005E}" srcOrd="0" destOrd="0" parTransId="{DF2CB5A2-A587-4309-B2F2-5B31B606C061}" sibTransId="{8A86D10B-F5F5-44D1-8084-26CA31792940}"/>
    <dgm:cxn modelId="{8EFD1D41-5B15-47A6-A8EB-68C6DF6D1F86}" type="presOf" srcId="{A9408E8A-F37A-4D64-8E2A-F8A053D41F3D}" destId="{6D1FACDA-9E7D-46C1-B729-E0C19306038C}" srcOrd="0" destOrd="0" presId="urn:microsoft.com/office/officeart/2016/7/layout/HorizontalActionList"/>
    <dgm:cxn modelId="{A255397C-0AE0-4FDE-A14D-B353E8F14160}" srcId="{A9408E8A-F37A-4D64-8E2A-F8A053D41F3D}" destId="{7D4E53E8-F550-45D3-957F-F68E3945B99E}" srcOrd="0" destOrd="0" parTransId="{2FBAA096-96AB-4C56-9C29-B5580735BEB2}" sibTransId="{98975BBD-38CA-4088-83AB-B5CCA46335C5}"/>
    <dgm:cxn modelId="{C054AC7F-80DB-4BA6-80D7-91491683237F}" type="presOf" srcId="{B2967355-5038-4898-A841-007E4E1CF610}" destId="{04EDC223-54F8-4110-A53F-8D3F9D071658}" srcOrd="0" destOrd="0" presId="urn:microsoft.com/office/officeart/2016/7/layout/HorizontalActionList"/>
    <dgm:cxn modelId="{0BBF648B-29A4-414B-B784-4C939E8555BE}" type="presOf" srcId="{DDD4C6CB-9EA1-426D-BAA9-7CD819265547}" destId="{418771A8-42E2-4B10-A1E3-2681215E7B76}" srcOrd="0" destOrd="0" presId="urn:microsoft.com/office/officeart/2016/7/layout/HorizontalActionList"/>
    <dgm:cxn modelId="{D690409C-1D57-4570-99C1-220C93AEF7DB}" srcId="{7D4E53E8-F550-45D3-957F-F68E3945B99E}" destId="{C73B6824-DBA0-4135-B9FE-2155471ABD91}" srcOrd="0" destOrd="0" parTransId="{B3FDDF84-9B9E-4D55-8ECD-F9654E7842A5}" sibTransId="{365FAF02-77AA-4D41-9B40-320BE4BE455E}"/>
    <dgm:cxn modelId="{D95FA2B5-74B6-429D-8145-E0E6FB20D69D}" type="presOf" srcId="{410967EC-6918-479B-B637-233FBE044AE8}" destId="{CB330E4D-936C-444B-B98F-C8B8943EC390}" srcOrd="0" destOrd="0" presId="urn:microsoft.com/office/officeart/2016/7/layout/HorizontalActionList"/>
    <dgm:cxn modelId="{4FA587D7-6CAA-47B0-A5A8-CA5D5DD9F459}" type="presOf" srcId="{CA4839A6-65D5-4B7C-B1BF-CE678FAA005E}" destId="{329C0E16-B184-4692-BA78-E04B5AE1FBDD}" srcOrd="0" destOrd="0" presId="urn:microsoft.com/office/officeart/2016/7/layout/HorizontalActionList"/>
    <dgm:cxn modelId="{B4BCBCE1-EECA-43BE-9A46-B6BDBFF9BC3B}" srcId="{0C1B1C54-2F68-49DF-8CD0-388FFC75B548}" destId="{E207224E-B86F-4BEB-8986-49B556FE39B5}" srcOrd="0" destOrd="0" parTransId="{BB78857E-48DB-46C1-A05F-8465CBE63ED3}" sibTransId="{AAD64DF1-E629-4643-B07F-A73C0DE38D0D}"/>
    <dgm:cxn modelId="{FE5508EE-DB86-4D04-925B-17C5C98CAD1C}" srcId="{410967EC-6918-479B-B637-233FBE044AE8}" destId="{B2967355-5038-4898-A841-007E4E1CF610}" srcOrd="0" destOrd="0" parTransId="{833BE533-BEBC-4769-A563-C514A9B6F4A7}" sibTransId="{1698A0D7-2661-48ED-A61B-AE8FB5142EF3}"/>
    <dgm:cxn modelId="{38337AF6-C811-4E07-B927-0E23DE15530F}" type="presOf" srcId="{C73B6824-DBA0-4135-B9FE-2155471ABD91}" destId="{962D4AF7-8AD4-4F06-A7D3-1BF9EB6BEAA8}" srcOrd="0" destOrd="0" presId="urn:microsoft.com/office/officeart/2016/7/layout/HorizontalActionList"/>
    <dgm:cxn modelId="{FEA954FB-8D5C-4908-A257-9618E8602F8D}" srcId="{A9408E8A-F37A-4D64-8E2A-F8A053D41F3D}" destId="{410967EC-6918-479B-B637-233FBE044AE8}" srcOrd="1" destOrd="0" parTransId="{580BA17F-634D-4374-A24D-557CCF8E91BC}" sibTransId="{2074053B-3406-4C9C-9D4F-E596502116FC}"/>
    <dgm:cxn modelId="{311A0BAE-A0F5-45C2-A43F-44A53175F73D}" type="presParOf" srcId="{6D1FACDA-9E7D-46C1-B729-E0C19306038C}" destId="{7D3DC959-7BD2-4DA1-BE13-E9862C3EA073}" srcOrd="0" destOrd="0" presId="urn:microsoft.com/office/officeart/2016/7/layout/HorizontalActionList"/>
    <dgm:cxn modelId="{0414FD1A-B00D-4BED-BCCE-B098C9A037AF}" type="presParOf" srcId="{7D3DC959-7BD2-4DA1-BE13-E9862C3EA073}" destId="{E988F693-2659-4303-A276-B91A66F98E89}" srcOrd="0" destOrd="0" presId="urn:microsoft.com/office/officeart/2016/7/layout/HorizontalActionList"/>
    <dgm:cxn modelId="{3BC3AFCE-6BDE-4CCC-A17A-E5C1D32073B1}" type="presParOf" srcId="{7D3DC959-7BD2-4DA1-BE13-E9862C3EA073}" destId="{962D4AF7-8AD4-4F06-A7D3-1BF9EB6BEAA8}" srcOrd="1" destOrd="0" presId="urn:microsoft.com/office/officeart/2016/7/layout/HorizontalActionList"/>
    <dgm:cxn modelId="{DBC90687-A368-4187-9F3B-31F29F5EAC17}" type="presParOf" srcId="{6D1FACDA-9E7D-46C1-B729-E0C19306038C}" destId="{7288A16A-351C-44A0-B8F3-74F822F332CA}" srcOrd="1" destOrd="0" presId="urn:microsoft.com/office/officeart/2016/7/layout/HorizontalActionList"/>
    <dgm:cxn modelId="{F4753EBB-3060-4B2C-9FB2-1FEC91FBFE41}" type="presParOf" srcId="{6D1FACDA-9E7D-46C1-B729-E0C19306038C}" destId="{A7ED7EEF-88DF-42B9-95AB-AEBDCBAF8187}" srcOrd="2" destOrd="0" presId="urn:microsoft.com/office/officeart/2016/7/layout/HorizontalActionList"/>
    <dgm:cxn modelId="{3BBBB4D8-27CC-46C8-887C-4D40116BF7F5}" type="presParOf" srcId="{A7ED7EEF-88DF-42B9-95AB-AEBDCBAF8187}" destId="{CB330E4D-936C-444B-B98F-C8B8943EC390}" srcOrd="0" destOrd="0" presId="urn:microsoft.com/office/officeart/2016/7/layout/HorizontalActionList"/>
    <dgm:cxn modelId="{17E019C2-59CC-4FC7-B355-F44396D0C6F3}" type="presParOf" srcId="{A7ED7EEF-88DF-42B9-95AB-AEBDCBAF8187}" destId="{04EDC223-54F8-4110-A53F-8D3F9D071658}" srcOrd="1" destOrd="0" presId="urn:microsoft.com/office/officeart/2016/7/layout/HorizontalActionList"/>
    <dgm:cxn modelId="{580DBD06-2422-49E0-9643-2D6AC725E73B}" type="presParOf" srcId="{6D1FACDA-9E7D-46C1-B729-E0C19306038C}" destId="{582F311C-C9E9-400B-97BB-DEBEF150B1C5}" srcOrd="3" destOrd="0" presId="urn:microsoft.com/office/officeart/2016/7/layout/HorizontalActionList"/>
    <dgm:cxn modelId="{081AFE7E-F617-4A94-9604-C2E1F9439A36}" type="presParOf" srcId="{6D1FACDA-9E7D-46C1-B729-E0C19306038C}" destId="{B921E23F-056D-448A-93B7-953F102C2C1B}" srcOrd="4" destOrd="0" presId="urn:microsoft.com/office/officeart/2016/7/layout/HorizontalActionList"/>
    <dgm:cxn modelId="{E65DABA4-3852-4731-8779-C417CD5FAE06}" type="presParOf" srcId="{B921E23F-056D-448A-93B7-953F102C2C1B}" destId="{D3A6A71F-8AB5-45FE-A0D8-75EBA63B414F}" srcOrd="0" destOrd="0" presId="urn:microsoft.com/office/officeart/2016/7/layout/HorizontalActionList"/>
    <dgm:cxn modelId="{480BB75C-2A83-46F0-9AB4-76771134588C}" type="presParOf" srcId="{B921E23F-056D-448A-93B7-953F102C2C1B}" destId="{DE6ED883-05DC-454A-923A-F0C8579EAA11}" srcOrd="1" destOrd="0" presId="urn:microsoft.com/office/officeart/2016/7/layout/HorizontalActionList"/>
    <dgm:cxn modelId="{3D7DA63A-4520-40BE-AFDB-3A822483A1D2}" type="presParOf" srcId="{6D1FACDA-9E7D-46C1-B729-E0C19306038C}" destId="{95227EE5-ED05-4E46-9D92-1C477E2FDD55}" srcOrd="5" destOrd="0" presId="urn:microsoft.com/office/officeart/2016/7/layout/HorizontalActionList"/>
    <dgm:cxn modelId="{D7BCF128-6863-432B-A4BF-03F7A8F6C3A8}" type="presParOf" srcId="{6D1FACDA-9E7D-46C1-B729-E0C19306038C}" destId="{FF70B2DC-6DDF-464E-A255-4B4F1960745E}" srcOrd="6" destOrd="0" presId="urn:microsoft.com/office/officeart/2016/7/layout/HorizontalActionList"/>
    <dgm:cxn modelId="{F24248AE-5930-4013-BFDE-3CFEC7A35D02}" type="presParOf" srcId="{FF70B2DC-6DDF-464E-A255-4B4F1960745E}" destId="{418771A8-42E2-4B10-A1E3-2681215E7B76}" srcOrd="0" destOrd="0" presId="urn:microsoft.com/office/officeart/2016/7/layout/HorizontalActionList"/>
    <dgm:cxn modelId="{E1B16338-496C-4E9E-8070-E5D93EE17A0E}" type="presParOf" srcId="{FF70B2DC-6DDF-464E-A255-4B4F1960745E}" destId="{329C0E16-B184-4692-BA78-E04B5AE1FBDD}" srcOrd="1" destOrd="0" presId="urn:microsoft.com/office/officeart/2016/7/layout/HorizontalAc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DF615A9-9AF9-497F-8BF2-0C1C20CB9BAF}" type="doc">
      <dgm:prSet loTypeId="urn:microsoft.com/office/officeart/2016/7/layout/RepeatingBendingProcessNew" loCatId="process" qsTypeId="urn:microsoft.com/office/officeart/2005/8/quickstyle/simple2#1" qsCatId="simple" csTypeId="urn:microsoft.com/office/officeart/2005/8/colors/colorful2#1" csCatId="colorful"/>
      <dgm:spPr/>
      <dgm:t>
        <a:bodyPr/>
        <a:lstStyle/>
        <a:p>
          <a:endParaRPr lang="en-US"/>
        </a:p>
      </dgm:t>
    </dgm:pt>
    <dgm:pt modelId="{E5098BC6-6379-4E28-AFCC-F2A05B6BCCBD}">
      <dgm:prSet/>
      <dgm:spPr/>
      <dgm:t>
        <a:bodyPr/>
        <a:lstStyle/>
        <a:p>
          <a:r>
            <a:rPr lang="en-US" dirty="0"/>
            <a:t>Prepare each injectable vaccine using a separate syringe.</a:t>
          </a:r>
        </a:p>
      </dgm:t>
    </dgm:pt>
    <dgm:pt modelId="{71330D05-EE81-4C4F-9113-10E363AA7A5A}" type="parTrans" cxnId="{01B8544A-65EB-4561-9C86-42DCC4B2739F}">
      <dgm:prSet/>
      <dgm:spPr/>
      <dgm:t>
        <a:bodyPr/>
        <a:lstStyle/>
        <a:p>
          <a:endParaRPr lang="en-US"/>
        </a:p>
      </dgm:t>
    </dgm:pt>
    <dgm:pt modelId="{2BB1DFAB-8BEE-4818-805E-23547149981A}" type="sibTrans" cxnId="{01B8544A-65EB-4561-9C86-42DCC4B2739F}">
      <dgm:prSet/>
      <dgm:spPr/>
      <dgm:t>
        <a:bodyPr/>
        <a:lstStyle/>
        <a:p>
          <a:endParaRPr lang="en-US"/>
        </a:p>
      </dgm:t>
    </dgm:pt>
    <dgm:pt modelId="{10C57295-3774-42EC-AAE0-E3AAF7C8F4BF}">
      <dgm:prSet/>
      <dgm:spPr/>
      <dgm:t>
        <a:bodyPr/>
        <a:lstStyle/>
        <a:p>
          <a:r>
            <a:rPr lang="en-US" dirty="0"/>
            <a:t>Assess for Proper Needle gauge and length according to age group , weight, gender and selected site </a:t>
          </a:r>
        </a:p>
      </dgm:t>
    </dgm:pt>
    <dgm:pt modelId="{B5DCE056-3676-4EB0-80D5-63E8F4BCEF93}" type="parTrans" cxnId="{183854C4-537C-4D53-A71C-6ED40FAB254B}">
      <dgm:prSet/>
      <dgm:spPr/>
      <dgm:t>
        <a:bodyPr/>
        <a:lstStyle/>
        <a:p>
          <a:endParaRPr lang="en-US"/>
        </a:p>
      </dgm:t>
    </dgm:pt>
    <dgm:pt modelId="{DEC40C74-98C8-42E5-AB02-CA7DC9AF493F}" type="sibTrans" cxnId="{183854C4-537C-4D53-A71C-6ED40FAB254B}">
      <dgm:prSet/>
      <dgm:spPr/>
      <dgm:t>
        <a:bodyPr/>
        <a:lstStyle/>
        <a:p>
          <a:endParaRPr lang="en-US"/>
        </a:p>
      </dgm:t>
    </dgm:pt>
    <dgm:pt modelId="{915592FB-C1D1-4BBF-BD68-F4CCF212C3B5}">
      <dgm:prSet/>
      <dgm:spPr/>
      <dgm:t>
        <a:bodyPr/>
        <a:lstStyle/>
        <a:p>
          <a:r>
            <a:rPr lang="en-US" dirty="0"/>
            <a:t>Use combination vaccines (e.g., DTaP-IPV-</a:t>
          </a:r>
          <a:r>
            <a:rPr lang="en-US" dirty="0" err="1"/>
            <a:t>HepB</a:t>
          </a:r>
          <a:r>
            <a:rPr lang="en-US" dirty="0"/>
            <a:t> or DTaP-IPV/Hib) to reduce the number of injections, when appropriate</a:t>
          </a:r>
        </a:p>
      </dgm:t>
    </dgm:pt>
    <dgm:pt modelId="{461FF4D7-ABD3-41C6-AA76-7FABA561CDA9}" type="parTrans" cxnId="{9A00E804-0814-4570-819C-3C8A778CAFF0}">
      <dgm:prSet/>
      <dgm:spPr/>
      <dgm:t>
        <a:bodyPr/>
        <a:lstStyle/>
        <a:p>
          <a:endParaRPr lang="en-US"/>
        </a:p>
      </dgm:t>
    </dgm:pt>
    <dgm:pt modelId="{7D699CF3-2D29-4C91-8261-CD2704FC4EAD}" type="sibTrans" cxnId="{9A00E804-0814-4570-819C-3C8A778CAFF0}">
      <dgm:prSet/>
      <dgm:spPr/>
      <dgm:t>
        <a:bodyPr/>
        <a:lstStyle/>
        <a:p>
          <a:endParaRPr lang="en-US"/>
        </a:p>
      </dgm:t>
    </dgm:pt>
    <dgm:pt modelId="{1918B601-E07A-4B87-A82E-A9D2681EBED0}">
      <dgm:prSet/>
      <dgm:spPr/>
      <dgm:t>
        <a:bodyPr/>
        <a:lstStyle/>
        <a:p>
          <a:r>
            <a:rPr lang="en-US" dirty="0"/>
            <a:t>Do NOT mix more than one vaccine in the same syringe in an effort to create a “combination vaccine.”</a:t>
          </a:r>
        </a:p>
      </dgm:t>
    </dgm:pt>
    <dgm:pt modelId="{886DB0AE-7B54-4C01-BCC2-01C3CCB7DCBB}" type="parTrans" cxnId="{F79CA852-97B2-4FC8-B946-174F704BDC4B}">
      <dgm:prSet/>
      <dgm:spPr/>
      <dgm:t>
        <a:bodyPr/>
        <a:lstStyle/>
        <a:p>
          <a:endParaRPr lang="en-US"/>
        </a:p>
      </dgm:t>
    </dgm:pt>
    <dgm:pt modelId="{9AF71380-3F6D-468E-9431-6DADDA8B4D41}" type="sibTrans" cxnId="{F79CA852-97B2-4FC8-B946-174F704BDC4B}">
      <dgm:prSet/>
      <dgm:spPr/>
      <dgm:t>
        <a:bodyPr/>
        <a:lstStyle/>
        <a:p>
          <a:endParaRPr lang="en-US"/>
        </a:p>
      </dgm:t>
    </dgm:pt>
    <dgm:pt modelId="{28E658C3-C57B-4AB6-A567-732B1EF515BD}">
      <dgm:prSet/>
      <dgm:spPr/>
      <dgm:t>
        <a:bodyPr/>
        <a:lstStyle/>
        <a:p>
          <a:r>
            <a:rPr lang="en-US" dirty="0"/>
            <a:t>Administer vaccines that are known to be painful when injected (e.g., MMR, HPV) last</a:t>
          </a:r>
        </a:p>
      </dgm:t>
    </dgm:pt>
    <dgm:pt modelId="{2F7F379A-E94B-4440-8B97-63E91B95EA81}" type="parTrans" cxnId="{A0C57E45-682F-4B04-B33A-77F4825C2239}">
      <dgm:prSet/>
      <dgm:spPr/>
      <dgm:t>
        <a:bodyPr/>
        <a:lstStyle/>
        <a:p>
          <a:endParaRPr lang="en-US"/>
        </a:p>
      </dgm:t>
    </dgm:pt>
    <dgm:pt modelId="{27BDDDF3-A4A3-48FF-BA00-14E48DB34B4E}" type="sibTrans" cxnId="{A0C57E45-682F-4B04-B33A-77F4825C2239}">
      <dgm:prSet/>
      <dgm:spPr/>
      <dgm:t>
        <a:bodyPr/>
        <a:lstStyle/>
        <a:p>
          <a:endParaRPr lang="en-US"/>
        </a:p>
      </dgm:t>
    </dgm:pt>
    <dgm:pt modelId="{AA83D52F-E8C5-4604-BD67-B67A15BBE0F6}">
      <dgm:prSet/>
      <dgm:spPr/>
      <dgm:t>
        <a:bodyPr/>
        <a:lstStyle/>
        <a:p>
          <a:r>
            <a:rPr lang="en-US" dirty="0"/>
            <a:t>Administer vaccines that may be more likely to cause a local reaction (e.g., tetanus-toxoid-containing and PCV13) in different limbs, if possible</a:t>
          </a:r>
        </a:p>
      </dgm:t>
    </dgm:pt>
    <dgm:pt modelId="{1CA2D320-6271-4D17-9139-13F6A964F704}" type="parTrans" cxnId="{1A5628CB-A64E-4C1A-9CBB-E873E33955E8}">
      <dgm:prSet/>
      <dgm:spPr/>
      <dgm:t>
        <a:bodyPr/>
        <a:lstStyle/>
        <a:p>
          <a:endParaRPr lang="en-US"/>
        </a:p>
      </dgm:t>
    </dgm:pt>
    <dgm:pt modelId="{976D8A61-9C8D-4EB4-96A9-7DF376A0339C}" type="sibTrans" cxnId="{1A5628CB-A64E-4C1A-9CBB-E873E33955E8}">
      <dgm:prSet/>
      <dgm:spPr/>
      <dgm:t>
        <a:bodyPr/>
        <a:lstStyle/>
        <a:p>
          <a:endParaRPr lang="en-US"/>
        </a:p>
      </dgm:t>
    </dgm:pt>
    <dgm:pt modelId="{692EEA9B-CD1C-4069-A149-50FFDF21198D}" type="pres">
      <dgm:prSet presAssocID="{6DF615A9-9AF9-497F-8BF2-0C1C20CB9BAF}" presName="Name0" presStyleCnt="0">
        <dgm:presLayoutVars>
          <dgm:dir/>
          <dgm:resizeHandles val="exact"/>
        </dgm:presLayoutVars>
      </dgm:prSet>
      <dgm:spPr/>
    </dgm:pt>
    <dgm:pt modelId="{0D63E3FE-80ED-4F8A-9C11-2349430375BC}" type="pres">
      <dgm:prSet presAssocID="{E5098BC6-6379-4E28-AFCC-F2A05B6BCCBD}" presName="node" presStyleLbl="node1" presStyleIdx="0" presStyleCnt="6">
        <dgm:presLayoutVars>
          <dgm:bulletEnabled val="1"/>
        </dgm:presLayoutVars>
      </dgm:prSet>
      <dgm:spPr/>
    </dgm:pt>
    <dgm:pt modelId="{8DA7FF0C-ED0F-4BA9-AF69-F7173C521DF5}" type="pres">
      <dgm:prSet presAssocID="{2BB1DFAB-8BEE-4818-805E-23547149981A}" presName="sibTrans" presStyleLbl="sibTrans1D1" presStyleIdx="0" presStyleCnt="5"/>
      <dgm:spPr/>
    </dgm:pt>
    <dgm:pt modelId="{DDEDC758-C885-46AB-B3A1-70C1C0F81C2B}" type="pres">
      <dgm:prSet presAssocID="{2BB1DFAB-8BEE-4818-805E-23547149981A}" presName="connectorText" presStyleLbl="sibTrans1D1" presStyleIdx="0" presStyleCnt="5"/>
      <dgm:spPr/>
    </dgm:pt>
    <dgm:pt modelId="{77FFE667-0EC3-4C04-B680-78B2DE1A6E2B}" type="pres">
      <dgm:prSet presAssocID="{10C57295-3774-42EC-AAE0-E3AAF7C8F4BF}" presName="node" presStyleLbl="node1" presStyleIdx="1" presStyleCnt="6">
        <dgm:presLayoutVars>
          <dgm:bulletEnabled val="1"/>
        </dgm:presLayoutVars>
      </dgm:prSet>
      <dgm:spPr/>
    </dgm:pt>
    <dgm:pt modelId="{532FA2CD-D618-43CB-B4C9-103A553B9EF5}" type="pres">
      <dgm:prSet presAssocID="{DEC40C74-98C8-42E5-AB02-CA7DC9AF493F}" presName="sibTrans" presStyleLbl="sibTrans1D1" presStyleIdx="1" presStyleCnt="5"/>
      <dgm:spPr/>
    </dgm:pt>
    <dgm:pt modelId="{88C6757B-57E7-4657-8BF0-D24D66E8C778}" type="pres">
      <dgm:prSet presAssocID="{DEC40C74-98C8-42E5-AB02-CA7DC9AF493F}" presName="connectorText" presStyleLbl="sibTrans1D1" presStyleIdx="1" presStyleCnt="5"/>
      <dgm:spPr/>
    </dgm:pt>
    <dgm:pt modelId="{3FEE2EF4-D45D-4E2B-B992-55D78DE802E1}" type="pres">
      <dgm:prSet presAssocID="{915592FB-C1D1-4BBF-BD68-F4CCF212C3B5}" presName="node" presStyleLbl="node1" presStyleIdx="2" presStyleCnt="6">
        <dgm:presLayoutVars>
          <dgm:bulletEnabled val="1"/>
        </dgm:presLayoutVars>
      </dgm:prSet>
      <dgm:spPr/>
    </dgm:pt>
    <dgm:pt modelId="{65259C0D-05A9-4379-B57B-B61D06313132}" type="pres">
      <dgm:prSet presAssocID="{7D699CF3-2D29-4C91-8261-CD2704FC4EAD}" presName="sibTrans" presStyleLbl="sibTrans1D1" presStyleIdx="2" presStyleCnt="5"/>
      <dgm:spPr/>
    </dgm:pt>
    <dgm:pt modelId="{993A5D62-9DA7-4B5A-A3F7-CE4303DCD660}" type="pres">
      <dgm:prSet presAssocID="{7D699CF3-2D29-4C91-8261-CD2704FC4EAD}" presName="connectorText" presStyleLbl="sibTrans1D1" presStyleIdx="2" presStyleCnt="5"/>
      <dgm:spPr/>
    </dgm:pt>
    <dgm:pt modelId="{617DF04D-D889-4DB9-98F5-DBDCF63F5757}" type="pres">
      <dgm:prSet presAssocID="{1918B601-E07A-4B87-A82E-A9D2681EBED0}" presName="node" presStyleLbl="node1" presStyleIdx="3" presStyleCnt="6">
        <dgm:presLayoutVars>
          <dgm:bulletEnabled val="1"/>
        </dgm:presLayoutVars>
      </dgm:prSet>
      <dgm:spPr/>
    </dgm:pt>
    <dgm:pt modelId="{1D0FF815-2B4F-4EBF-B79A-E90E11E52204}" type="pres">
      <dgm:prSet presAssocID="{9AF71380-3F6D-468E-9431-6DADDA8B4D41}" presName="sibTrans" presStyleLbl="sibTrans1D1" presStyleIdx="3" presStyleCnt="5"/>
      <dgm:spPr/>
    </dgm:pt>
    <dgm:pt modelId="{72E48ED6-41FA-4EFD-AD11-06573D199DAF}" type="pres">
      <dgm:prSet presAssocID="{9AF71380-3F6D-468E-9431-6DADDA8B4D41}" presName="connectorText" presStyleLbl="sibTrans1D1" presStyleIdx="3" presStyleCnt="5"/>
      <dgm:spPr/>
    </dgm:pt>
    <dgm:pt modelId="{EC01AD49-4176-43F4-879C-D8F2D7A966C6}" type="pres">
      <dgm:prSet presAssocID="{28E658C3-C57B-4AB6-A567-732B1EF515BD}" presName="node" presStyleLbl="node1" presStyleIdx="4" presStyleCnt="6">
        <dgm:presLayoutVars>
          <dgm:bulletEnabled val="1"/>
        </dgm:presLayoutVars>
      </dgm:prSet>
      <dgm:spPr/>
    </dgm:pt>
    <dgm:pt modelId="{345C8FD3-E269-408B-B2EE-7EAF6F89770A}" type="pres">
      <dgm:prSet presAssocID="{27BDDDF3-A4A3-48FF-BA00-14E48DB34B4E}" presName="sibTrans" presStyleLbl="sibTrans1D1" presStyleIdx="4" presStyleCnt="5"/>
      <dgm:spPr/>
    </dgm:pt>
    <dgm:pt modelId="{81EF6263-A83D-486E-A043-3E16DB355024}" type="pres">
      <dgm:prSet presAssocID="{27BDDDF3-A4A3-48FF-BA00-14E48DB34B4E}" presName="connectorText" presStyleLbl="sibTrans1D1" presStyleIdx="4" presStyleCnt="5"/>
      <dgm:spPr/>
    </dgm:pt>
    <dgm:pt modelId="{8D3415CF-8BA7-466A-80A9-E464DCBAB4B1}" type="pres">
      <dgm:prSet presAssocID="{AA83D52F-E8C5-4604-BD67-B67A15BBE0F6}" presName="node" presStyleLbl="node1" presStyleIdx="5" presStyleCnt="6">
        <dgm:presLayoutVars>
          <dgm:bulletEnabled val="1"/>
        </dgm:presLayoutVars>
      </dgm:prSet>
      <dgm:spPr/>
    </dgm:pt>
  </dgm:ptLst>
  <dgm:cxnLst>
    <dgm:cxn modelId="{5C6E5802-0E2E-4886-9F41-A9A9E313EF9B}" type="presOf" srcId="{27BDDDF3-A4A3-48FF-BA00-14E48DB34B4E}" destId="{81EF6263-A83D-486E-A043-3E16DB355024}" srcOrd="1" destOrd="0" presId="urn:microsoft.com/office/officeart/2016/7/layout/RepeatingBendingProcessNew"/>
    <dgm:cxn modelId="{9A00E804-0814-4570-819C-3C8A778CAFF0}" srcId="{6DF615A9-9AF9-497F-8BF2-0C1C20CB9BAF}" destId="{915592FB-C1D1-4BBF-BD68-F4CCF212C3B5}" srcOrd="2" destOrd="0" parTransId="{461FF4D7-ABD3-41C6-AA76-7FABA561CDA9}" sibTransId="{7D699CF3-2D29-4C91-8261-CD2704FC4EAD}"/>
    <dgm:cxn modelId="{67A3961D-440D-4BCC-92B7-2BD828F191A3}" type="presOf" srcId="{2BB1DFAB-8BEE-4818-805E-23547149981A}" destId="{DDEDC758-C885-46AB-B3A1-70C1C0F81C2B}" srcOrd="1" destOrd="0" presId="urn:microsoft.com/office/officeart/2016/7/layout/RepeatingBendingProcessNew"/>
    <dgm:cxn modelId="{EA309126-851E-453F-A998-D6798F2164AF}" type="presOf" srcId="{9AF71380-3F6D-468E-9431-6DADDA8B4D41}" destId="{72E48ED6-41FA-4EFD-AD11-06573D199DAF}" srcOrd="1" destOrd="0" presId="urn:microsoft.com/office/officeart/2016/7/layout/RepeatingBendingProcessNew"/>
    <dgm:cxn modelId="{2E80822D-C821-4C07-9174-28346B1A1FC2}" type="presOf" srcId="{28E658C3-C57B-4AB6-A567-732B1EF515BD}" destId="{EC01AD49-4176-43F4-879C-D8F2D7A966C6}" srcOrd="0" destOrd="0" presId="urn:microsoft.com/office/officeart/2016/7/layout/RepeatingBendingProcessNew"/>
    <dgm:cxn modelId="{FF882A5F-B884-42EE-9513-C35E115A5E42}" type="presOf" srcId="{2BB1DFAB-8BEE-4818-805E-23547149981A}" destId="{8DA7FF0C-ED0F-4BA9-AF69-F7173C521DF5}" srcOrd="0" destOrd="0" presId="urn:microsoft.com/office/officeart/2016/7/layout/RepeatingBendingProcessNew"/>
    <dgm:cxn modelId="{0F82EB42-614E-42FC-A5E2-661608274167}" type="presOf" srcId="{6DF615A9-9AF9-497F-8BF2-0C1C20CB9BAF}" destId="{692EEA9B-CD1C-4069-A149-50FFDF21198D}" srcOrd="0" destOrd="0" presId="urn:microsoft.com/office/officeart/2016/7/layout/RepeatingBendingProcessNew"/>
    <dgm:cxn modelId="{A0C57E45-682F-4B04-B33A-77F4825C2239}" srcId="{6DF615A9-9AF9-497F-8BF2-0C1C20CB9BAF}" destId="{28E658C3-C57B-4AB6-A567-732B1EF515BD}" srcOrd="4" destOrd="0" parTransId="{2F7F379A-E94B-4440-8B97-63E91B95EA81}" sibTransId="{27BDDDF3-A4A3-48FF-BA00-14E48DB34B4E}"/>
    <dgm:cxn modelId="{01B8544A-65EB-4561-9C86-42DCC4B2739F}" srcId="{6DF615A9-9AF9-497F-8BF2-0C1C20CB9BAF}" destId="{E5098BC6-6379-4E28-AFCC-F2A05B6BCCBD}" srcOrd="0" destOrd="0" parTransId="{71330D05-EE81-4C4F-9113-10E363AA7A5A}" sibTransId="{2BB1DFAB-8BEE-4818-805E-23547149981A}"/>
    <dgm:cxn modelId="{F79CA852-97B2-4FC8-B946-174F704BDC4B}" srcId="{6DF615A9-9AF9-497F-8BF2-0C1C20CB9BAF}" destId="{1918B601-E07A-4B87-A82E-A9D2681EBED0}" srcOrd="3" destOrd="0" parTransId="{886DB0AE-7B54-4C01-BCC2-01C3CCB7DCBB}" sibTransId="{9AF71380-3F6D-468E-9431-6DADDA8B4D41}"/>
    <dgm:cxn modelId="{EAB0C37A-39B0-440C-A60F-A08B8DC2FF30}" type="presOf" srcId="{10C57295-3774-42EC-AAE0-E3AAF7C8F4BF}" destId="{77FFE667-0EC3-4C04-B680-78B2DE1A6E2B}" srcOrd="0" destOrd="0" presId="urn:microsoft.com/office/officeart/2016/7/layout/RepeatingBendingProcessNew"/>
    <dgm:cxn modelId="{8D9A90A1-944C-41B9-BCF8-5E4D3B6E0463}" type="presOf" srcId="{7D699CF3-2D29-4C91-8261-CD2704FC4EAD}" destId="{65259C0D-05A9-4379-B57B-B61D06313132}" srcOrd="0" destOrd="0" presId="urn:microsoft.com/office/officeart/2016/7/layout/RepeatingBendingProcessNew"/>
    <dgm:cxn modelId="{E6F891BE-E325-4519-9AA1-A6326BC50E7A}" type="presOf" srcId="{9AF71380-3F6D-468E-9431-6DADDA8B4D41}" destId="{1D0FF815-2B4F-4EBF-B79A-E90E11E52204}" srcOrd="0" destOrd="0" presId="urn:microsoft.com/office/officeart/2016/7/layout/RepeatingBendingProcessNew"/>
    <dgm:cxn modelId="{317EE1C2-D9BA-438A-B016-980B0718F5B6}" type="presOf" srcId="{E5098BC6-6379-4E28-AFCC-F2A05B6BCCBD}" destId="{0D63E3FE-80ED-4F8A-9C11-2349430375BC}" srcOrd="0" destOrd="0" presId="urn:microsoft.com/office/officeart/2016/7/layout/RepeatingBendingProcessNew"/>
    <dgm:cxn modelId="{183854C4-537C-4D53-A71C-6ED40FAB254B}" srcId="{6DF615A9-9AF9-497F-8BF2-0C1C20CB9BAF}" destId="{10C57295-3774-42EC-AAE0-E3AAF7C8F4BF}" srcOrd="1" destOrd="0" parTransId="{B5DCE056-3676-4EB0-80D5-63E8F4BCEF93}" sibTransId="{DEC40C74-98C8-42E5-AB02-CA7DC9AF493F}"/>
    <dgm:cxn modelId="{1A5628CB-A64E-4C1A-9CBB-E873E33955E8}" srcId="{6DF615A9-9AF9-497F-8BF2-0C1C20CB9BAF}" destId="{AA83D52F-E8C5-4604-BD67-B67A15BBE0F6}" srcOrd="5" destOrd="0" parTransId="{1CA2D320-6271-4D17-9139-13F6A964F704}" sibTransId="{976D8A61-9C8D-4EB4-96A9-7DF376A0339C}"/>
    <dgm:cxn modelId="{ED2028D9-E01D-4250-B7D3-F1DA23BC6860}" type="presOf" srcId="{27BDDDF3-A4A3-48FF-BA00-14E48DB34B4E}" destId="{345C8FD3-E269-408B-B2EE-7EAF6F89770A}" srcOrd="0" destOrd="0" presId="urn:microsoft.com/office/officeart/2016/7/layout/RepeatingBendingProcessNew"/>
    <dgm:cxn modelId="{5C479AE2-6877-40E3-BB11-59E7C31ED26B}" type="presOf" srcId="{7D699CF3-2D29-4C91-8261-CD2704FC4EAD}" destId="{993A5D62-9DA7-4B5A-A3F7-CE4303DCD660}" srcOrd="1" destOrd="0" presId="urn:microsoft.com/office/officeart/2016/7/layout/RepeatingBendingProcessNew"/>
    <dgm:cxn modelId="{9056A5E8-49E2-4834-A885-0841EC2588ED}" type="presOf" srcId="{DEC40C74-98C8-42E5-AB02-CA7DC9AF493F}" destId="{88C6757B-57E7-4657-8BF0-D24D66E8C778}" srcOrd="1" destOrd="0" presId="urn:microsoft.com/office/officeart/2016/7/layout/RepeatingBendingProcessNew"/>
    <dgm:cxn modelId="{92BFC6EA-B8B5-4C6D-8C1D-6F288FAA1C95}" type="presOf" srcId="{915592FB-C1D1-4BBF-BD68-F4CCF212C3B5}" destId="{3FEE2EF4-D45D-4E2B-B992-55D78DE802E1}" srcOrd="0" destOrd="0" presId="urn:microsoft.com/office/officeart/2016/7/layout/RepeatingBendingProcessNew"/>
    <dgm:cxn modelId="{9FB4EFEA-0C81-4771-8388-7C8A34A00B0E}" type="presOf" srcId="{DEC40C74-98C8-42E5-AB02-CA7DC9AF493F}" destId="{532FA2CD-D618-43CB-B4C9-103A553B9EF5}" srcOrd="0" destOrd="0" presId="urn:microsoft.com/office/officeart/2016/7/layout/RepeatingBendingProcessNew"/>
    <dgm:cxn modelId="{06CCFEF7-DD63-4C9B-9800-240674FCD9A7}" type="presOf" srcId="{AA83D52F-E8C5-4604-BD67-B67A15BBE0F6}" destId="{8D3415CF-8BA7-466A-80A9-E464DCBAB4B1}" srcOrd="0" destOrd="0" presId="urn:microsoft.com/office/officeart/2016/7/layout/RepeatingBendingProcessNew"/>
    <dgm:cxn modelId="{34F241FF-77B7-4376-AABE-3ABE8FE178D4}" type="presOf" srcId="{1918B601-E07A-4B87-A82E-A9D2681EBED0}" destId="{617DF04D-D889-4DB9-98F5-DBDCF63F5757}" srcOrd="0" destOrd="0" presId="urn:microsoft.com/office/officeart/2016/7/layout/RepeatingBendingProcessNew"/>
    <dgm:cxn modelId="{6510DC24-4B3C-42CA-8492-B8C9A556D44E}" type="presParOf" srcId="{692EEA9B-CD1C-4069-A149-50FFDF21198D}" destId="{0D63E3FE-80ED-4F8A-9C11-2349430375BC}" srcOrd="0" destOrd="0" presId="urn:microsoft.com/office/officeart/2016/7/layout/RepeatingBendingProcessNew"/>
    <dgm:cxn modelId="{8737E48B-BDFB-45B6-A35A-12976933CDE2}" type="presParOf" srcId="{692EEA9B-CD1C-4069-A149-50FFDF21198D}" destId="{8DA7FF0C-ED0F-4BA9-AF69-F7173C521DF5}" srcOrd="1" destOrd="0" presId="urn:microsoft.com/office/officeart/2016/7/layout/RepeatingBendingProcessNew"/>
    <dgm:cxn modelId="{45FFE1BF-0FEF-4718-AF22-129660711935}" type="presParOf" srcId="{8DA7FF0C-ED0F-4BA9-AF69-F7173C521DF5}" destId="{DDEDC758-C885-46AB-B3A1-70C1C0F81C2B}" srcOrd="0" destOrd="0" presId="urn:microsoft.com/office/officeart/2016/7/layout/RepeatingBendingProcessNew"/>
    <dgm:cxn modelId="{675D79F6-85BA-42C7-9A6A-AB43682DD011}" type="presParOf" srcId="{692EEA9B-CD1C-4069-A149-50FFDF21198D}" destId="{77FFE667-0EC3-4C04-B680-78B2DE1A6E2B}" srcOrd="2" destOrd="0" presId="urn:microsoft.com/office/officeart/2016/7/layout/RepeatingBendingProcessNew"/>
    <dgm:cxn modelId="{105796AC-B41D-4975-A464-A192F6FE1103}" type="presParOf" srcId="{692EEA9B-CD1C-4069-A149-50FFDF21198D}" destId="{532FA2CD-D618-43CB-B4C9-103A553B9EF5}" srcOrd="3" destOrd="0" presId="urn:microsoft.com/office/officeart/2016/7/layout/RepeatingBendingProcessNew"/>
    <dgm:cxn modelId="{9D0B0A01-22CA-434E-8295-411FB327D8BE}" type="presParOf" srcId="{532FA2CD-D618-43CB-B4C9-103A553B9EF5}" destId="{88C6757B-57E7-4657-8BF0-D24D66E8C778}" srcOrd="0" destOrd="0" presId="urn:microsoft.com/office/officeart/2016/7/layout/RepeatingBendingProcessNew"/>
    <dgm:cxn modelId="{320BEF7A-ACB7-4DED-91AD-EC8A896C221C}" type="presParOf" srcId="{692EEA9B-CD1C-4069-A149-50FFDF21198D}" destId="{3FEE2EF4-D45D-4E2B-B992-55D78DE802E1}" srcOrd="4" destOrd="0" presId="urn:microsoft.com/office/officeart/2016/7/layout/RepeatingBendingProcessNew"/>
    <dgm:cxn modelId="{B4E2A0AA-51AA-4198-8F6F-2B30E3A89E7F}" type="presParOf" srcId="{692EEA9B-CD1C-4069-A149-50FFDF21198D}" destId="{65259C0D-05A9-4379-B57B-B61D06313132}" srcOrd="5" destOrd="0" presId="urn:microsoft.com/office/officeart/2016/7/layout/RepeatingBendingProcessNew"/>
    <dgm:cxn modelId="{11BB8ABC-6B3B-414E-9702-3D41DEB0C9F7}" type="presParOf" srcId="{65259C0D-05A9-4379-B57B-B61D06313132}" destId="{993A5D62-9DA7-4B5A-A3F7-CE4303DCD660}" srcOrd="0" destOrd="0" presId="urn:microsoft.com/office/officeart/2016/7/layout/RepeatingBendingProcessNew"/>
    <dgm:cxn modelId="{F36B8721-E4C5-42D7-BCBB-FF0D18658BD2}" type="presParOf" srcId="{692EEA9B-CD1C-4069-A149-50FFDF21198D}" destId="{617DF04D-D889-4DB9-98F5-DBDCF63F5757}" srcOrd="6" destOrd="0" presId="urn:microsoft.com/office/officeart/2016/7/layout/RepeatingBendingProcessNew"/>
    <dgm:cxn modelId="{C97D063C-62E9-409D-B7E5-D177C5E0AA13}" type="presParOf" srcId="{692EEA9B-CD1C-4069-A149-50FFDF21198D}" destId="{1D0FF815-2B4F-4EBF-B79A-E90E11E52204}" srcOrd="7" destOrd="0" presId="urn:microsoft.com/office/officeart/2016/7/layout/RepeatingBendingProcessNew"/>
    <dgm:cxn modelId="{F96A4F82-057F-4463-9BBF-B240DC247836}" type="presParOf" srcId="{1D0FF815-2B4F-4EBF-B79A-E90E11E52204}" destId="{72E48ED6-41FA-4EFD-AD11-06573D199DAF}" srcOrd="0" destOrd="0" presId="urn:microsoft.com/office/officeart/2016/7/layout/RepeatingBendingProcessNew"/>
    <dgm:cxn modelId="{45B88331-86F4-49E8-A092-22380E9D4E34}" type="presParOf" srcId="{692EEA9B-CD1C-4069-A149-50FFDF21198D}" destId="{EC01AD49-4176-43F4-879C-D8F2D7A966C6}" srcOrd="8" destOrd="0" presId="urn:microsoft.com/office/officeart/2016/7/layout/RepeatingBendingProcessNew"/>
    <dgm:cxn modelId="{27AB18E8-C90B-4CD7-8176-24E3BA58DA3B}" type="presParOf" srcId="{692EEA9B-CD1C-4069-A149-50FFDF21198D}" destId="{345C8FD3-E269-408B-B2EE-7EAF6F89770A}" srcOrd="9" destOrd="0" presId="urn:microsoft.com/office/officeart/2016/7/layout/RepeatingBendingProcessNew"/>
    <dgm:cxn modelId="{AB4B6BC1-D240-40D5-BCB3-9089CD33FFD4}" type="presParOf" srcId="{345C8FD3-E269-408B-B2EE-7EAF6F89770A}" destId="{81EF6263-A83D-486E-A043-3E16DB355024}" srcOrd="0" destOrd="0" presId="urn:microsoft.com/office/officeart/2016/7/layout/RepeatingBendingProcessNew"/>
    <dgm:cxn modelId="{948BD0C0-6338-4F7C-9F76-C51E6494A580}" type="presParOf" srcId="{692EEA9B-CD1C-4069-A149-50FFDF21198D}" destId="{8D3415CF-8BA7-466A-80A9-E464DCBAB4B1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BCCFB5C-6185-4685-818B-1B23BB0ABCEB}" type="doc">
      <dgm:prSet loTypeId="urn:microsoft.com/office/officeart/2008/layout/LinedList" loCatId="list" qsTypeId="urn:microsoft.com/office/officeart/2005/8/quickstyle/simple1#2" qsCatId="simple" csTypeId="urn:microsoft.com/office/officeart/2005/8/colors/colorful5#1" csCatId="colorful" phldr="1"/>
      <dgm:spPr/>
      <dgm:t>
        <a:bodyPr/>
        <a:lstStyle/>
        <a:p>
          <a:endParaRPr lang="en-US"/>
        </a:p>
      </dgm:t>
    </dgm:pt>
    <dgm:pt modelId="{F170CB84-B780-42A1-B80A-03FD648A7040}">
      <dgm:prSet/>
      <dgm:spPr/>
      <dgm:t>
        <a:bodyPr/>
        <a:lstStyle/>
        <a:p>
          <a:r>
            <a:rPr lang="en-US" dirty="0"/>
            <a:t>severe allergy to any of the vaccine components</a:t>
          </a:r>
        </a:p>
      </dgm:t>
    </dgm:pt>
    <dgm:pt modelId="{8DE3B316-BEF4-42FB-8B75-45EF277A0B4B}" type="parTrans" cxnId="{31889BFD-08C7-4495-8C39-AA07E26D3F5B}">
      <dgm:prSet/>
      <dgm:spPr/>
      <dgm:t>
        <a:bodyPr/>
        <a:lstStyle/>
        <a:p>
          <a:endParaRPr lang="en-US"/>
        </a:p>
      </dgm:t>
    </dgm:pt>
    <dgm:pt modelId="{334CABD4-3CAC-4452-B2CD-39DA40A2D78F}" type="sibTrans" cxnId="{31889BFD-08C7-4495-8C39-AA07E26D3F5B}">
      <dgm:prSet/>
      <dgm:spPr/>
      <dgm:t>
        <a:bodyPr/>
        <a:lstStyle/>
        <a:p>
          <a:endParaRPr lang="en-US"/>
        </a:p>
      </dgm:t>
    </dgm:pt>
    <dgm:pt modelId="{4AB55F63-85CA-4660-9153-7688B67D9F3E}">
      <dgm:prSet/>
      <dgm:spPr/>
      <dgm:t>
        <a:bodyPr/>
        <a:lstStyle/>
        <a:p>
          <a:r>
            <a:rPr lang="en-US" dirty="0"/>
            <a:t>Pain and redness may occur at the site of injection</a:t>
          </a:r>
        </a:p>
      </dgm:t>
    </dgm:pt>
    <dgm:pt modelId="{94C007FA-9CB9-4D90-9482-E910AEC989D1}" type="parTrans" cxnId="{F1507759-36CF-4D77-8E75-508BBADD1DC1}">
      <dgm:prSet/>
      <dgm:spPr/>
      <dgm:t>
        <a:bodyPr/>
        <a:lstStyle/>
        <a:p>
          <a:endParaRPr lang="en-US"/>
        </a:p>
      </dgm:t>
    </dgm:pt>
    <dgm:pt modelId="{225461BA-E1B7-40F8-86E6-52767E846F60}" type="sibTrans" cxnId="{F1507759-36CF-4D77-8E75-508BBADD1DC1}">
      <dgm:prSet/>
      <dgm:spPr/>
      <dgm:t>
        <a:bodyPr/>
        <a:lstStyle/>
        <a:p>
          <a:endParaRPr lang="en-US"/>
        </a:p>
      </dgm:t>
    </dgm:pt>
    <dgm:pt modelId="{B6D985EE-DBA2-40B4-BE0F-354C25C59BFE}">
      <dgm:prSet/>
      <dgm:spPr/>
      <dgm:t>
        <a:bodyPr/>
        <a:lstStyle/>
        <a:p>
          <a:r>
            <a:rPr lang="en-US" dirty="0"/>
            <a:t>low grade fever , Skin Rash</a:t>
          </a:r>
        </a:p>
      </dgm:t>
    </dgm:pt>
    <dgm:pt modelId="{37074B95-AD45-44A3-B6D0-2E2A52B4CB45}" type="parTrans" cxnId="{499A0BD4-BCD6-48F2-9D25-7647FCE872D2}">
      <dgm:prSet/>
      <dgm:spPr/>
      <dgm:t>
        <a:bodyPr/>
        <a:lstStyle/>
        <a:p>
          <a:endParaRPr lang="en-US"/>
        </a:p>
      </dgm:t>
    </dgm:pt>
    <dgm:pt modelId="{0C559A70-3248-4E78-B69C-3EB7B5A10930}" type="sibTrans" cxnId="{499A0BD4-BCD6-48F2-9D25-7647FCE872D2}">
      <dgm:prSet/>
      <dgm:spPr/>
      <dgm:t>
        <a:bodyPr/>
        <a:lstStyle/>
        <a:p>
          <a:endParaRPr lang="en-US"/>
        </a:p>
      </dgm:t>
    </dgm:pt>
    <dgm:pt modelId="{9E2725CE-06C7-4BFD-ADBA-79B3B5B05613}">
      <dgm:prSet/>
      <dgm:spPr/>
      <dgm:t>
        <a:bodyPr/>
        <a:lstStyle/>
        <a:p>
          <a:r>
            <a:rPr lang="en-US" dirty="0"/>
            <a:t>headache, muscle pain</a:t>
          </a:r>
        </a:p>
      </dgm:t>
    </dgm:pt>
    <dgm:pt modelId="{801055DF-49D1-467E-91FD-39ACB4B577FC}" type="parTrans" cxnId="{349FEC46-CD75-4734-898C-BC3DEB29379E}">
      <dgm:prSet/>
      <dgm:spPr/>
      <dgm:t>
        <a:bodyPr/>
        <a:lstStyle/>
        <a:p>
          <a:endParaRPr lang="en-US"/>
        </a:p>
      </dgm:t>
    </dgm:pt>
    <dgm:pt modelId="{BEE07EB9-708F-42BC-90DB-EC4BE50535AB}" type="sibTrans" cxnId="{349FEC46-CD75-4734-898C-BC3DEB29379E}">
      <dgm:prSet/>
      <dgm:spPr/>
      <dgm:t>
        <a:bodyPr/>
        <a:lstStyle/>
        <a:p>
          <a:endParaRPr lang="en-US"/>
        </a:p>
      </dgm:t>
    </dgm:pt>
    <dgm:pt modelId="{1320806E-922A-4456-96BE-2B48960E4522}">
      <dgm:prSet/>
      <dgm:spPr/>
      <dgm:t>
        <a:bodyPr/>
        <a:lstStyle/>
        <a:p>
          <a:r>
            <a:rPr lang="en-US" dirty="0"/>
            <a:t>mild, temporary diarrhea or vomiting after (rotavirus vaccine)</a:t>
          </a:r>
        </a:p>
      </dgm:t>
    </dgm:pt>
    <dgm:pt modelId="{7BA80AF8-C56A-4EF5-B79B-6BEB890FF5C5}" type="parTrans" cxnId="{BD9A6399-7FE4-44A5-B6ED-4F83900C9919}">
      <dgm:prSet/>
      <dgm:spPr/>
      <dgm:t>
        <a:bodyPr/>
        <a:lstStyle/>
        <a:p>
          <a:endParaRPr lang="en-US"/>
        </a:p>
      </dgm:t>
    </dgm:pt>
    <dgm:pt modelId="{60C0B34B-3FE5-421A-88F3-6372E8E10992}" type="sibTrans" cxnId="{BD9A6399-7FE4-44A5-B6ED-4F83900C9919}">
      <dgm:prSet/>
      <dgm:spPr/>
      <dgm:t>
        <a:bodyPr/>
        <a:lstStyle/>
        <a:p>
          <a:endParaRPr lang="en-US"/>
        </a:p>
      </dgm:t>
    </dgm:pt>
    <dgm:pt modelId="{CF0BB2F0-036A-4B34-8913-5E9AE590673B}">
      <dgm:prSet/>
      <dgm:spPr/>
      <dgm:t>
        <a:bodyPr/>
        <a:lstStyle/>
        <a:p>
          <a:r>
            <a:rPr lang="en-US" dirty="0"/>
            <a:t>Infants might become drowsy or lose their appetite temporary (</a:t>
          </a:r>
          <a:r>
            <a:rPr lang="en-US" dirty="0" err="1"/>
            <a:t>Pneumococal</a:t>
          </a:r>
          <a:r>
            <a:rPr lang="en-US" dirty="0"/>
            <a:t>) </a:t>
          </a:r>
        </a:p>
      </dgm:t>
    </dgm:pt>
    <dgm:pt modelId="{84D2435C-AA64-4670-A8CE-47D43902733F}" type="parTrans" cxnId="{515D1FBE-2776-4412-A9DC-04B704793D81}">
      <dgm:prSet/>
      <dgm:spPr/>
      <dgm:t>
        <a:bodyPr/>
        <a:lstStyle/>
        <a:p>
          <a:endParaRPr lang="en-US"/>
        </a:p>
      </dgm:t>
    </dgm:pt>
    <dgm:pt modelId="{E9E8C02D-399B-406E-9D52-EFCDD1D9AF20}" type="sibTrans" cxnId="{515D1FBE-2776-4412-A9DC-04B704793D81}">
      <dgm:prSet/>
      <dgm:spPr/>
      <dgm:t>
        <a:bodyPr/>
        <a:lstStyle/>
        <a:p>
          <a:endParaRPr lang="en-US"/>
        </a:p>
      </dgm:t>
    </dgm:pt>
    <dgm:pt modelId="{BCE5EB66-365C-4EFA-8FAF-0FD4A9877DCD}">
      <dgm:prSet/>
      <dgm:spPr/>
      <dgm:t>
        <a:bodyPr/>
        <a:lstStyle/>
        <a:p>
          <a:r>
            <a:rPr lang="en-US" dirty="0"/>
            <a:t>Mild chickenpox- like disease with	rash within 4 weeks (chicken Pox) </a:t>
          </a:r>
        </a:p>
      </dgm:t>
    </dgm:pt>
    <dgm:pt modelId="{C0F39E6A-1681-48C1-B3B6-071B37EDDD90}" type="parTrans" cxnId="{DDBF2918-5FB5-40FD-8BCD-F90A6EA8ABF1}">
      <dgm:prSet/>
      <dgm:spPr/>
      <dgm:t>
        <a:bodyPr/>
        <a:lstStyle/>
        <a:p>
          <a:endParaRPr lang="en-US"/>
        </a:p>
      </dgm:t>
    </dgm:pt>
    <dgm:pt modelId="{170F1C33-20DA-4467-B259-91D7838B2389}" type="sibTrans" cxnId="{DDBF2918-5FB5-40FD-8BCD-F90A6EA8ABF1}">
      <dgm:prSet/>
      <dgm:spPr/>
      <dgm:t>
        <a:bodyPr/>
        <a:lstStyle/>
        <a:p>
          <a:endParaRPr lang="en-US"/>
        </a:p>
      </dgm:t>
    </dgm:pt>
    <dgm:pt modelId="{A0461466-EC3F-4417-81E9-693203E62B7F}" type="pres">
      <dgm:prSet presAssocID="{9BCCFB5C-6185-4685-818B-1B23BB0ABCEB}" presName="vert0" presStyleCnt="0">
        <dgm:presLayoutVars>
          <dgm:dir/>
          <dgm:animOne val="branch"/>
          <dgm:animLvl val="lvl"/>
        </dgm:presLayoutVars>
      </dgm:prSet>
      <dgm:spPr/>
    </dgm:pt>
    <dgm:pt modelId="{E64634EF-1CD4-4673-BA8A-B2EEEBF29CDE}" type="pres">
      <dgm:prSet presAssocID="{F170CB84-B780-42A1-B80A-03FD648A7040}" presName="thickLine" presStyleLbl="alignNode1" presStyleIdx="0" presStyleCnt="7"/>
      <dgm:spPr/>
    </dgm:pt>
    <dgm:pt modelId="{95ACA6E7-2301-4A38-97EE-DE993217C42D}" type="pres">
      <dgm:prSet presAssocID="{F170CB84-B780-42A1-B80A-03FD648A7040}" presName="horz1" presStyleCnt="0"/>
      <dgm:spPr/>
    </dgm:pt>
    <dgm:pt modelId="{34EB4FB4-862E-4452-A0AC-BBBA4F26CBD7}" type="pres">
      <dgm:prSet presAssocID="{F170CB84-B780-42A1-B80A-03FD648A7040}" presName="tx1" presStyleLbl="revTx" presStyleIdx="0" presStyleCnt="7"/>
      <dgm:spPr/>
    </dgm:pt>
    <dgm:pt modelId="{42D33873-F993-4650-8E02-8CF520AA0B54}" type="pres">
      <dgm:prSet presAssocID="{F170CB84-B780-42A1-B80A-03FD648A7040}" presName="vert1" presStyleCnt="0"/>
      <dgm:spPr/>
    </dgm:pt>
    <dgm:pt modelId="{637AEA51-0F2A-4239-9C97-8D230CD42675}" type="pres">
      <dgm:prSet presAssocID="{4AB55F63-85CA-4660-9153-7688B67D9F3E}" presName="thickLine" presStyleLbl="alignNode1" presStyleIdx="1" presStyleCnt="7"/>
      <dgm:spPr/>
    </dgm:pt>
    <dgm:pt modelId="{6BA38DAE-C470-4A88-8915-4CB2BF7AA7DD}" type="pres">
      <dgm:prSet presAssocID="{4AB55F63-85CA-4660-9153-7688B67D9F3E}" presName="horz1" presStyleCnt="0"/>
      <dgm:spPr/>
    </dgm:pt>
    <dgm:pt modelId="{0D36F769-ACC4-40B2-AA3F-7D069449C857}" type="pres">
      <dgm:prSet presAssocID="{4AB55F63-85CA-4660-9153-7688B67D9F3E}" presName="tx1" presStyleLbl="revTx" presStyleIdx="1" presStyleCnt="7"/>
      <dgm:spPr/>
    </dgm:pt>
    <dgm:pt modelId="{C2C6AF4A-E1DB-4C4D-905B-152983260986}" type="pres">
      <dgm:prSet presAssocID="{4AB55F63-85CA-4660-9153-7688B67D9F3E}" presName="vert1" presStyleCnt="0"/>
      <dgm:spPr/>
    </dgm:pt>
    <dgm:pt modelId="{9A552078-7952-4C4E-BC26-3E2B1C814980}" type="pres">
      <dgm:prSet presAssocID="{B6D985EE-DBA2-40B4-BE0F-354C25C59BFE}" presName="thickLine" presStyleLbl="alignNode1" presStyleIdx="2" presStyleCnt="7"/>
      <dgm:spPr/>
    </dgm:pt>
    <dgm:pt modelId="{3EE5A160-845C-4B92-906F-70D61772FF2C}" type="pres">
      <dgm:prSet presAssocID="{B6D985EE-DBA2-40B4-BE0F-354C25C59BFE}" presName="horz1" presStyleCnt="0"/>
      <dgm:spPr/>
    </dgm:pt>
    <dgm:pt modelId="{CE96FD20-6C4F-4CA5-A165-6F36AF2C1B99}" type="pres">
      <dgm:prSet presAssocID="{B6D985EE-DBA2-40B4-BE0F-354C25C59BFE}" presName="tx1" presStyleLbl="revTx" presStyleIdx="2" presStyleCnt="7"/>
      <dgm:spPr/>
    </dgm:pt>
    <dgm:pt modelId="{8FCE7888-C1E4-4474-8EA8-643B0419C015}" type="pres">
      <dgm:prSet presAssocID="{B6D985EE-DBA2-40B4-BE0F-354C25C59BFE}" presName="vert1" presStyleCnt="0"/>
      <dgm:spPr/>
    </dgm:pt>
    <dgm:pt modelId="{C7CC2E4F-E183-420F-8D35-3F7D1204307D}" type="pres">
      <dgm:prSet presAssocID="{9E2725CE-06C7-4BFD-ADBA-79B3B5B05613}" presName="thickLine" presStyleLbl="alignNode1" presStyleIdx="3" presStyleCnt="7"/>
      <dgm:spPr/>
    </dgm:pt>
    <dgm:pt modelId="{3D1335C5-8CF5-4665-B46B-722E1DD77045}" type="pres">
      <dgm:prSet presAssocID="{9E2725CE-06C7-4BFD-ADBA-79B3B5B05613}" presName="horz1" presStyleCnt="0"/>
      <dgm:spPr/>
    </dgm:pt>
    <dgm:pt modelId="{5CE0C280-56F5-4F6D-958F-E127EEC8331F}" type="pres">
      <dgm:prSet presAssocID="{9E2725CE-06C7-4BFD-ADBA-79B3B5B05613}" presName="tx1" presStyleLbl="revTx" presStyleIdx="3" presStyleCnt="7"/>
      <dgm:spPr/>
    </dgm:pt>
    <dgm:pt modelId="{9D17FB0B-222B-42FD-B764-42F8EE4FCB75}" type="pres">
      <dgm:prSet presAssocID="{9E2725CE-06C7-4BFD-ADBA-79B3B5B05613}" presName="vert1" presStyleCnt="0"/>
      <dgm:spPr/>
    </dgm:pt>
    <dgm:pt modelId="{91F2CD63-A713-4EA9-A33E-B3C5C91B9B9C}" type="pres">
      <dgm:prSet presAssocID="{1320806E-922A-4456-96BE-2B48960E4522}" presName="thickLine" presStyleLbl="alignNode1" presStyleIdx="4" presStyleCnt="7"/>
      <dgm:spPr/>
    </dgm:pt>
    <dgm:pt modelId="{989AAB1D-49D4-43F6-9AE5-87E321580F0D}" type="pres">
      <dgm:prSet presAssocID="{1320806E-922A-4456-96BE-2B48960E4522}" presName="horz1" presStyleCnt="0"/>
      <dgm:spPr/>
    </dgm:pt>
    <dgm:pt modelId="{ED77F483-79E4-4AF5-83F7-A81E77EE8F39}" type="pres">
      <dgm:prSet presAssocID="{1320806E-922A-4456-96BE-2B48960E4522}" presName="tx1" presStyleLbl="revTx" presStyleIdx="4" presStyleCnt="7"/>
      <dgm:spPr/>
    </dgm:pt>
    <dgm:pt modelId="{29A2F961-FDE4-444A-B5A0-08B5BD333987}" type="pres">
      <dgm:prSet presAssocID="{1320806E-922A-4456-96BE-2B48960E4522}" presName="vert1" presStyleCnt="0"/>
      <dgm:spPr/>
    </dgm:pt>
    <dgm:pt modelId="{2644AB00-6CCE-42B9-9735-889D3AC3ED95}" type="pres">
      <dgm:prSet presAssocID="{CF0BB2F0-036A-4B34-8913-5E9AE590673B}" presName="thickLine" presStyleLbl="alignNode1" presStyleIdx="5" presStyleCnt="7"/>
      <dgm:spPr/>
    </dgm:pt>
    <dgm:pt modelId="{22AD9F5F-D5B5-435D-8F00-C2A2FDFD1420}" type="pres">
      <dgm:prSet presAssocID="{CF0BB2F0-036A-4B34-8913-5E9AE590673B}" presName="horz1" presStyleCnt="0"/>
      <dgm:spPr/>
    </dgm:pt>
    <dgm:pt modelId="{A6D92756-0090-4EED-BE10-BAD6A9CED6EA}" type="pres">
      <dgm:prSet presAssocID="{CF0BB2F0-036A-4B34-8913-5E9AE590673B}" presName="tx1" presStyleLbl="revTx" presStyleIdx="5" presStyleCnt="7"/>
      <dgm:spPr/>
    </dgm:pt>
    <dgm:pt modelId="{AF0ECA2A-3D6B-4014-8010-267AD130ED45}" type="pres">
      <dgm:prSet presAssocID="{CF0BB2F0-036A-4B34-8913-5E9AE590673B}" presName="vert1" presStyleCnt="0"/>
      <dgm:spPr/>
    </dgm:pt>
    <dgm:pt modelId="{C7670A68-DFB7-4072-8063-044B672B7F9C}" type="pres">
      <dgm:prSet presAssocID="{BCE5EB66-365C-4EFA-8FAF-0FD4A9877DCD}" presName="thickLine" presStyleLbl="alignNode1" presStyleIdx="6" presStyleCnt="7"/>
      <dgm:spPr/>
    </dgm:pt>
    <dgm:pt modelId="{935A683A-A88E-4D21-8C7A-3A4CF55874C4}" type="pres">
      <dgm:prSet presAssocID="{BCE5EB66-365C-4EFA-8FAF-0FD4A9877DCD}" presName="horz1" presStyleCnt="0"/>
      <dgm:spPr/>
    </dgm:pt>
    <dgm:pt modelId="{13A7BC5D-28FB-44AD-83CA-1CB7D1CB6696}" type="pres">
      <dgm:prSet presAssocID="{BCE5EB66-365C-4EFA-8FAF-0FD4A9877DCD}" presName="tx1" presStyleLbl="revTx" presStyleIdx="6" presStyleCnt="7"/>
      <dgm:spPr/>
    </dgm:pt>
    <dgm:pt modelId="{71875448-8B1E-4691-8403-6C1E5F74A563}" type="pres">
      <dgm:prSet presAssocID="{BCE5EB66-365C-4EFA-8FAF-0FD4A9877DCD}" presName="vert1" presStyleCnt="0"/>
      <dgm:spPr/>
    </dgm:pt>
  </dgm:ptLst>
  <dgm:cxnLst>
    <dgm:cxn modelId="{DDBF2918-5FB5-40FD-8BCD-F90A6EA8ABF1}" srcId="{9BCCFB5C-6185-4685-818B-1B23BB0ABCEB}" destId="{BCE5EB66-365C-4EFA-8FAF-0FD4A9877DCD}" srcOrd="6" destOrd="0" parTransId="{C0F39E6A-1681-48C1-B3B6-071B37EDDD90}" sibTransId="{170F1C33-20DA-4467-B259-91D7838B2389}"/>
    <dgm:cxn modelId="{31BE8B24-95F1-4395-A765-83A05ADC407C}" type="presOf" srcId="{4AB55F63-85CA-4660-9153-7688B67D9F3E}" destId="{0D36F769-ACC4-40B2-AA3F-7D069449C857}" srcOrd="0" destOrd="0" presId="urn:microsoft.com/office/officeart/2008/layout/LinedList"/>
    <dgm:cxn modelId="{F81E4334-336A-4D8E-AC96-15C1B602FDCF}" type="presOf" srcId="{F170CB84-B780-42A1-B80A-03FD648A7040}" destId="{34EB4FB4-862E-4452-A0AC-BBBA4F26CBD7}" srcOrd="0" destOrd="0" presId="urn:microsoft.com/office/officeart/2008/layout/LinedList"/>
    <dgm:cxn modelId="{349FEC46-CD75-4734-898C-BC3DEB29379E}" srcId="{9BCCFB5C-6185-4685-818B-1B23BB0ABCEB}" destId="{9E2725CE-06C7-4BFD-ADBA-79B3B5B05613}" srcOrd="3" destOrd="0" parTransId="{801055DF-49D1-467E-91FD-39ACB4B577FC}" sibTransId="{BEE07EB9-708F-42BC-90DB-EC4BE50535AB}"/>
    <dgm:cxn modelId="{A7054F4C-18FA-4C33-9698-883DD1304F76}" type="presOf" srcId="{1320806E-922A-4456-96BE-2B48960E4522}" destId="{ED77F483-79E4-4AF5-83F7-A81E77EE8F39}" srcOrd="0" destOrd="0" presId="urn:microsoft.com/office/officeart/2008/layout/LinedList"/>
    <dgm:cxn modelId="{F1507759-36CF-4D77-8E75-508BBADD1DC1}" srcId="{9BCCFB5C-6185-4685-818B-1B23BB0ABCEB}" destId="{4AB55F63-85CA-4660-9153-7688B67D9F3E}" srcOrd="1" destOrd="0" parTransId="{94C007FA-9CB9-4D90-9482-E910AEC989D1}" sibTransId="{225461BA-E1B7-40F8-86E6-52767E846F60}"/>
    <dgm:cxn modelId="{BD9A6399-7FE4-44A5-B6ED-4F83900C9919}" srcId="{9BCCFB5C-6185-4685-818B-1B23BB0ABCEB}" destId="{1320806E-922A-4456-96BE-2B48960E4522}" srcOrd="4" destOrd="0" parTransId="{7BA80AF8-C56A-4EF5-B79B-6BEB890FF5C5}" sibTransId="{60C0B34B-3FE5-421A-88F3-6372E8E10992}"/>
    <dgm:cxn modelId="{9798C79B-EB43-461F-9543-E9F7FB12CFAF}" type="presOf" srcId="{CF0BB2F0-036A-4B34-8913-5E9AE590673B}" destId="{A6D92756-0090-4EED-BE10-BAD6A9CED6EA}" srcOrd="0" destOrd="0" presId="urn:microsoft.com/office/officeart/2008/layout/LinedList"/>
    <dgm:cxn modelId="{515D1FBE-2776-4412-A9DC-04B704793D81}" srcId="{9BCCFB5C-6185-4685-818B-1B23BB0ABCEB}" destId="{CF0BB2F0-036A-4B34-8913-5E9AE590673B}" srcOrd="5" destOrd="0" parTransId="{84D2435C-AA64-4670-A8CE-47D43902733F}" sibTransId="{E9E8C02D-399B-406E-9D52-EFCDD1D9AF20}"/>
    <dgm:cxn modelId="{FC37ACC7-F521-4201-94CE-E86419318EBA}" type="presOf" srcId="{9E2725CE-06C7-4BFD-ADBA-79B3B5B05613}" destId="{5CE0C280-56F5-4F6D-958F-E127EEC8331F}" srcOrd="0" destOrd="0" presId="urn:microsoft.com/office/officeart/2008/layout/LinedList"/>
    <dgm:cxn modelId="{2A2B42D0-951A-46CC-981E-D007A4F576C4}" type="presOf" srcId="{B6D985EE-DBA2-40B4-BE0F-354C25C59BFE}" destId="{CE96FD20-6C4F-4CA5-A165-6F36AF2C1B99}" srcOrd="0" destOrd="0" presId="urn:microsoft.com/office/officeart/2008/layout/LinedList"/>
    <dgm:cxn modelId="{499A0BD4-BCD6-48F2-9D25-7647FCE872D2}" srcId="{9BCCFB5C-6185-4685-818B-1B23BB0ABCEB}" destId="{B6D985EE-DBA2-40B4-BE0F-354C25C59BFE}" srcOrd="2" destOrd="0" parTransId="{37074B95-AD45-44A3-B6D0-2E2A52B4CB45}" sibTransId="{0C559A70-3248-4E78-B69C-3EB7B5A10930}"/>
    <dgm:cxn modelId="{3B7F09E0-804C-4B5C-8BC3-B8EB3D58F00D}" type="presOf" srcId="{BCE5EB66-365C-4EFA-8FAF-0FD4A9877DCD}" destId="{13A7BC5D-28FB-44AD-83CA-1CB7D1CB6696}" srcOrd="0" destOrd="0" presId="urn:microsoft.com/office/officeart/2008/layout/LinedList"/>
    <dgm:cxn modelId="{3B3290E4-3FB2-4D00-8BE5-A2AB8FC07314}" type="presOf" srcId="{9BCCFB5C-6185-4685-818B-1B23BB0ABCEB}" destId="{A0461466-EC3F-4417-81E9-693203E62B7F}" srcOrd="0" destOrd="0" presId="urn:microsoft.com/office/officeart/2008/layout/LinedList"/>
    <dgm:cxn modelId="{31889BFD-08C7-4495-8C39-AA07E26D3F5B}" srcId="{9BCCFB5C-6185-4685-818B-1B23BB0ABCEB}" destId="{F170CB84-B780-42A1-B80A-03FD648A7040}" srcOrd="0" destOrd="0" parTransId="{8DE3B316-BEF4-42FB-8B75-45EF277A0B4B}" sibTransId="{334CABD4-3CAC-4452-B2CD-39DA40A2D78F}"/>
    <dgm:cxn modelId="{42B9140B-F71F-4868-BFAD-DE68B0A240FD}" type="presParOf" srcId="{A0461466-EC3F-4417-81E9-693203E62B7F}" destId="{E64634EF-1CD4-4673-BA8A-B2EEEBF29CDE}" srcOrd="0" destOrd="0" presId="urn:microsoft.com/office/officeart/2008/layout/LinedList"/>
    <dgm:cxn modelId="{014FDD50-91F1-4AD2-8F0F-2E2AE3938FCE}" type="presParOf" srcId="{A0461466-EC3F-4417-81E9-693203E62B7F}" destId="{95ACA6E7-2301-4A38-97EE-DE993217C42D}" srcOrd="1" destOrd="0" presId="urn:microsoft.com/office/officeart/2008/layout/LinedList"/>
    <dgm:cxn modelId="{7A11212D-8018-48CE-901A-A7DF0F8CF2F1}" type="presParOf" srcId="{95ACA6E7-2301-4A38-97EE-DE993217C42D}" destId="{34EB4FB4-862E-4452-A0AC-BBBA4F26CBD7}" srcOrd="0" destOrd="0" presId="urn:microsoft.com/office/officeart/2008/layout/LinedList"/>
    <dgm:cxn modelId="{5C924DB6-73BF-4981-A6F8-4334EB06D5ED}" type="presParOf" srcId="{95ACA6E7-2301-4A38-97EE-DE993217C42D}" destId="{42D33873-F993-4650-8E02-8CF520AA0B54}" srcOrd="1" destOrd="0" presId="urn:microsoft.com/office/officeart/2008/layout/LinedList"/>
    <dgm:cxn modelId="{254187D1-378B-4C1A-81F5-1AD48B4A8173}" type="presParOf" srcId="{A0461466-EC3F-4417-81E9-693203E62B7F}" destId="{637AEA51-0F2A-4239-9C97-8D230CD42675}" srcOrd="2" destOrd="0" presId="urn:microsoft.com/office/officeart/2008/layout/LinedList"/>
    <dgm:cxn modelId="{AEF9CD15-669F-4A08-B30F-4A14C5CAFCD0}" type="presParOf" srcId="{A0461466-EC3F-4417-81E9-693203E62B7F}" destId="{6BA38DAE-C470-4A88-8915-4CB2BF7AA7DD}" srcOrd="3" destOrd="0" presId="urn:microsoft.com/office/officeart/2008/layout/LinedList"/>
    <dgm:cxn modelId="{42AF0ED5-5FD6-428B-8F61-3236A0B4A8BE}" type="presParOf" srcId="{6BA38DAE-C470-4A88-8915-4CB2BF7AA7DD}" destId="{0D36F769-ACC4-40B2-AA3F-7D069449C857}" srcOrd="0" destOrd="0" presId="urn:microsoft.com/office/officeart/2008/layout/LinedList"/>
    <dgm:cxn modelId="{3E8EFA7D-4CB8-48C7-A392-CF97478C6896}" type="presParOf" srcId="{6BA38DAE-C470-4A88-8915-4CB2BF7AA7DD}" destId="{C2C6AF4A-E1DB-4C4D-905B-152983260986}" srcOrd="1" destOrd="0" presId="urn:microsoft.com/office/officeart/2008/layout/LinedList"/>
    <dgm:cxn modelId="{827EB489-8889-4238-9609-3AFBA6ADABAC}" type="presParOf" srcId="{A0461466-EC3F-4417-81E9-693203E62B7F}" destId="{9A552078-7952-4C4E-BC26-3E2B1C814980}" srcOrd="4" destOrd="0" presId="urn:microsoft.com/office/officeart/2008/layout/LinedList"/>
    <dgm:cxn modelId="{C2A9D6CF-E295-4C5B-B784-CB9FC9E0F9AB}" type="presParOf" srcId="{A0461466-EC3F-4417-81E9-693203E62B7F}" destId="{3EE5A160-845C-4B92-906F-70D61772FF2C}" srcOrd="5" destOrd="0" presId="urn:microsoft.com/office/officeart/2008/layout/LinedList"/>
    <dgm:cxn modelId="{1BB87A43-BE1E-4B5C-870A-A0AE504B158A}" type="presParOf" srcId="{3EE5A160-845C-4B92-906F-70D61772FF2C}" destId="{CE96FD20-6C4F-4CA5-A165-6F36AF2C1B99}" srcOrd="0" destOrd="0" presId="urn:microsoft.com/office/officeart/2008/layout/LinedList"/>
    <dgm:cxn modelId="{83F5775C-2709-4E52-9394-9AA70DD1C0C7}" type="presParOf" srcId="{3EE5A160-845C-4B92-906F-70D61772FF2C}" destId="{8FCE7888-C1E4-4474-8EA8-643B0419C015}" srcOrd="1" destOrd="0" presId="urn:microsoft.com/office/officeart/2008/layout/LinedList"/>
    <dgm:cxn modelId="{24F8DBDC-E31B-497D-A5D6-7B076433540A}" type="presParOf" srcId="{A0461466-EC3F-4417-81E9-693203E62B7F}" destId="{C7CC2E4F-E183-420F-8D35-3F7D1204307D}" srcOrd="6" destOrd="0" presId="urn:microsoft.com/office/officeart/2008/layout/LinedList"/>
    <dgm:cxn modelId="{FD7F0DC8-1A2F-43CF-A3C5-77D1DCDC8DF6}" type="presParOf" srcId="{A0461466-EC3F-4417-81E9-693203E62B7F}" destId="{3D1335C5-8CF5-4665-B46B-722E1DD77045}" srcOrd="7" destOrd="0" presId="urn:microsoft.com/office/officeart/2008/layout/LinedList"/>
    <dgm:cxn modelId="{8F47DD37-11D6-4775-8647-F5AE3868C049}" type="presParOf" srcId="{3D1335C5-8CF5-4665-B46B-722E1DD77045}" destId="{5CE0C280-56F5-4F6D-958F-E127EEC8331F}" srcOrd="0" destOrd="0" presId="urn:microsoft.com/office/officeart/2008/layout/LinedList"/>
    <dgm:cxn modelId="{6860E275-D789-437E-89B5-DAAAC15FD830}" type="presParOf" srcId="{3D1335C5-8CF5-4665-B46B-722E1DD77045}" destId="{9D17FB0B-222B-42FD-B764-42F8EE4FCB75}" srcOrd="1" destOrd="0" presId="urn:microsoft.com/office/officeart/2008/layout/LinedList"/>
    <dgm:cxn modelId="{AFE960AC-40A6-42B5-8C9A-796714603B8E}" type="presParOf" srcId="{A0461466-EC3F-4417-81E9-693203E62B7F}" destId="{91F2CD63-A713-4EA9-A33E-B3C5C91B9B9C}" srcOrd="8" destOrd="0" presId="urn:microsoft.com/office/officeart/2008/layout/LinedList"/>
    <dgm:cxn modelId="{5F40E83E-6D00-41AE-86BF-92CA2BD2DB8C}" type="presParOf" srcId="{A0461466-EC3F-4417-81E9-693203E62B7F}" destId="{989AAB1D-49D4-43F6-9AE5-87E321580F0D}" srcOrd="9" destOrd="0" presId="urn:microsoft.com/office/officeart/2008/layout/LinedList"/>
    <dgm:cxn modelId="{A0A8CD6A-53C3-472D-BAD1-5CD40021EC5D}" type="presParOf" srcId="{989AAB1D-49D4-43F6-9AE5-87E321580F0D}" destId="{ED77F483-79E4-4AF5-83F7-A81E77EE8F39}" srcOrd="0" destOrd="0" presId="urn:microsoft.com/office/officeart/2008/layout/LinedList"/>
    <dgm:cxn modelId="{A891EDAC-65F1-4129-B514-BBB055D6510B}" type="presParOf" srcId="{989AAB1D-49D4-43F6-9AE5-87E321580F0D}" destId="{29A2F961-FDE4-444A-B5A0-08B5BD333987}" srcOrd="1" destOrd="0" presId="urn:microsoft.com/office/officeart/2008/layout/LinedList"/>
    <dgm:cxn modelId="{AB6EBF9E-6956-4ADA-9ECB-9D6367A073DA}" type="presParOf" srcId="{A0461466-EC3F-4417-81E9-693203E62B7F}" destId="{2644AB00-6CCE-42B9-9735-889D3AC3ED95}" srcOrd="10" destOrd="0" presId="urn:microsoft.com/office/officeart/2008/layout/LinedList"/>
    <dgm:cxn modelId="{EBCD21A0-2D1A-40EC-A296-C63FEBA95662}" type="presParOf" srcId="{A0461466-EC3F-4417-81E9-693203E62B7F}" destId="{22AD9F5F-D5B5-435D-8F00-C2A2FDFD1420}" srcOrd="11" destOrd="0" presId="urn:microsoft.com/office/officeart/2008/layout/LinedList"/>
    <dgm:cxn modelId="{70F806AD-B426-4233-85CF-A710A4E621C1}" type="presParOf" srcId="{22AD9F5F-D5B5-435D-8F00-C2A2FDFD1420}" destId="{A6D92756-0090-4EED-BE10-BAD6A9CED6EA}" srcOrd="0" destOrd="0" presId="urn:microsoft.com/office/officeart/2008/layout/LinedList"/>
    <dgm:cxn modelId="{5708E89D-98D9-4048-9199-F35ACC9EE981}" type="presParOf" srcId="{22AD9F5F-D5B5-435D-8F00-C2A2FDFD1420}" destId="{AF0ECA2A-3D6B-4014-8010-267AD130ED45}" srcOrd="1" destOrd="0" presId="urn:microsoft.com/office/officeart/2008/layout/LinedList"/>
    <dgm:cxn modelId="{1ECD383F-254A-4872-862B-EBD24E1FD529}" type="presParOf" srcId="{A0461466-EC3F-4417-81E9-693203E62B7F}" destId="{C7670A68-DFB7-4072-8063-044B672B7F9C}" srcOrd="12" destOrd="0" presId="urn:microsoft.com/office/officeart/2008/layout/LinedList"/>
    <dgm:cxn modelId="{3DD8BC5F-5E66-43B4-B6A1-2122BA729861}" type="presParOf" srcId="{A0461466-EC3F-4417-81E9-693203E62B7F}" destId="{935A683A-A88E-4D21-8C7A-3A4CF55874C4}" srcOrd="13" destOrd="0" presId="urn:microsoft.com/office/officeart/2008/layout/LinedList"/>
    <dgm:cxn modelId="{FA4B8ADB-5109-4D98-B3F5-7D9E769E078D}" type="presParOf" srcId="{935A683A-A88E-4D21-8C7A-3A4CF55874C4}" destId="{13A7BC5D-28FB-44AD-83CA-1CB7D1CB6696}" srcOrd="0" destOrd="0" presId="urn:microsoft.com/office/officeart/2008/layout/LinedList"/>
    <dgm:cxn modelId="{B95114AD-352E-40B7-85C6-B1FD92C86A9A}" type="presParOf" srcId="{935A683A-A88E-4D21-8C7A-3A4CF55874C4}" destId="{71875448-8B1E-4691-8403-6C1E5F74A56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88F693-2659-4303-A276-B91A66F98E89}">
      <dsp:nvSpPr>
        <dsp:cNvPr id="0" name=""/>
        <dsp:cNvSpPr/>
      </dsp:nvSpPr>
      <dsp:spPr>
        <a:xfrm>
          <a:off x="7438" y="725929"/>
          <a:ext cx="2544259" cy="76327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053" tIns="201053" rIns="201053" bIns="201053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Work</a:t>
          </a:r>
        </a:p>
      </dsp:txBody>
      <dsp:txXfrm>
        <a:off x="7438" y="725929"/>
        <a:ext cx="2544259" cy="763277"/>
      </dsp:txXfrm>
    </dsp:sp>
    <dsp:sp modelId="{962D4AF7-8AD4-4F06-A7D3-1BF9EB6BEAA8}">
      <dsp:nvSpPr>
        <dsp:cNvPr id="0" name=""/>
        <dsp:cNvSpPr/>
      </dsp:nvSpPr>
      <dsp:spPr>
        <a:xfrm>
          <a:off x="7438" y="1489207"/>
          <a:ext cx="2544259" cy="213620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1316" tIns="251316" rIns="251316" bIns="251316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work to ensure that all those who need vaccines are receiving them.</a:t>
          </a:r>
        </a:p>
      </dsp:txBody>
      <dsp:txXfrm>
        <a:off x="7438" y="1489207"/>
        <a:ext cx="2544259" cy="2136200"/>
      </dsp:txXfrm>
    </dsp:sp>
    <dsp:sp modelId="{CB330E4D-936C-444B-B98F-C8B8943EC390}">
      <dsp:nvSpPr>
        <dsp:cNvPr id="0" name=""/>
        <dsp:cNvSpPr/>
      </dsp:nvSpPr>
      <dsp:spPr>
        <a:xfrm>
          <a:off x="2659592" y="725929"/>
          <a:ext cx="2544259" cy="76327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053" tIns="201053" rIns="201053" bIns="201053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Assess</a:t>
          </a:r>
        </a:p>
      </dsp:txBody>
      <dsp:txXfrm>
        <a:off x="2659592" y="725929"/>
        <a:ext cx="2544259" cy="763277"/>
      </dsp:txXfrm>
    </dsp:sp>
    <dsp:sp modelId="{04EDC223-54F8-4110-A53F-8D3F9D071658}">
      <dsp:nvSpPr>
        <dsp:cNvPr id="0" name=""/>
        <dsp:cNvSpPr/>
      </dsp:nvSpPr>
      <dsp:spPr>
        <a:xfrm>
          <a:off x="2659592" y="1489207"/>
          <a:ext cx="2544259" cy="213620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1316" tIns="251316" rIns="251316" bIns="251316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assess community to identify the barriers to receiving the immunizations.(e.g. Transportation , Beliefs etc.. )</a:t>
          </a:r>
        </a:p>
      </dsp:txBody>
      <dsp:txXfrm>
        <a:off x="2659592" y="1489207"/>
        <a:ext cx="2544259" cy="2136200"/>
      </dsp:txXfrm>
    </dsp:sp>
    <dsp:sp modelId="{D3A6A71F-8AB5-45FE-A0D8-75EBA63B414F}">
      <dsp:nvSpPr>
        <dsp:cNvPr id="0" name=""/>
        <dsp:cNvSpPr/>
      </dsp:nvSpPr>
      <dsp:spPr>
        <a:xfrm>
          <a:off x="5311747" y="725929"/>
          <a:ext cx="2544259" cy="76327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053" tIns="201053" rIns="201053" bIns="201053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Be Aware</a:t>
          </a:r>
        </a:p>
      </dsp:txBody>
      <dsp:txXfrm>
        <a:off x="5311747" y="725929"/>
        <a:ext cx="2544259" cy="763277"/>
      </dsp:txXfrm>
    </dsp:sp>
    <dsp:sp modelId="{DE6ED883-05DC-454A-923A-F0C8579EAA11}">
      <dsp:nvSpPr>
        <dsp:cNvPr id="0" name=""/>
        <dsp:cNvSpPr/>
      </dsp:nvSpPr>
      <dsp:spPr>
        <a:xfrm>
          <a:off x="5311747" y="1489207"/>
          <a:ext cx="2544259" cy="213620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1316" tIns="251316" rIns="251316" bIns="251316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be aware of factors that may contribute to low vaccination levels among children and adults</a:t>
          </a:r>
        </a:p>
      </dsp:txBody>
      <dsp:txXfrm>
        <a:off x="5311747" y="1489207"/>
        <a:ext cx="2544259" cy="2136200"/>
      </dsp:txXfrm>
    </dsp:sp>
    <dsp:sp modelId="{418771A8-42E2-4B10-A1E3-2681215E7B76}">
      <dsp:nvSpPr>
        <dsp:cNvPr id="0" name=""/>
        <dsp:cNvSpPr/>
      </dsp:nvSpPr>
      <dsp:spPr>
        <a:xfrm>
          <a:off x="7963901" y="725929"/>
          <a:ext cx="2544259" cy="76327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053" tIns="201053" rIns="201053" bIns="201053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Engage</a:t>
          </a:r>
        </a:p>
      </dsp:txBody>
      <dsp:txXfrm>
        <a:off x="7963901" y="725929"/>
        <a:ext cx="2544259" cy="763277"/>
      </dsp:txXfrm>
    </dsp:sp>
    <dsp:sp modelId="{329C0E16-B184-4692-BA78-E04B5AE1FBDD}">
      <dsp:nvSpPr>
        <dsp:cNvPr id="0" name=""/>
        <dsp:cNvSpPr/>
      </dsp:nvSpPr>
      <dsp:spPr>
        <a:xfrm>
          <a:off x="7963901" y="1489207"/>
          <a:ext cx="2544259" cy="213620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1316" tIns="251316" rIns="251316" bIns="251316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engage with families who are hesitant about vaccines in open conversation</a:t>
          </a:r>
        </a:p>
      </dsp:txBody>
      <dsp:txXfrm>
        <a:off x="7963901" y="1489207"/>
        <a:ext cx="2544259" cy="21362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A7FF0C-ED0F-4BA9-AF69-F7173C521DF5}">
      <dsp:nvSpPr>
        <dsp:cNvPr id="0" name=""/>
        <dsp:cNvSpPr/>
      </dsp:nvSpPr>
      <dsp:spPr>
        <a:xfrm>
          <a:off x="3040792" y="870618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57014" y="912848"/>
        <a:ext cx="34897" cy="6979"/>
      </dsp:txXfrm>
    </dsp:sp>
    <dsp:sp modelId="{0D63E3FE-80ED-4F8A-9C11-2349430375BC}">
      <dsp:nvSpPr>
        <dsp:cNvPr id="0" name=""/>
        <dsp:cNvSpPr/>
      </dsp:nvSpPr>
      <dsp:spPr>
        <a:xfrm>
          <a:off x="8061" y="5979"/>
          <a:ext cx="3034531" cy="182071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Prepare each injectable vaccine using a separate syringe.</a:t>
          </a:r>
        </a:p>
      </dsp:txBody>
      <dsp:txXfrm>
        <a:off x="8061" y="5979"/>
        <a:ext cx="3034531" cy="1820718"/>
      </dsp:txXfrm>
    </dsp:sp>
    <dsp:sp modelId="{532FA2CD-D618-43CB-B4C9-103A553B9EF5}">
      <dsp:nvSpPr>
        <dsp:cNvPr id="0" name=""/>
        <dsp:cNvSpPr/>
      </dsp:nvSpPr>
      <dsp:spPr>
        <a:xfrm>
          <a:off x="6773265" y="870618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6350" cap="flat" cmpd="sng" algn="ctr">
          <a:solidFill>
            <a:schemeClr val="accent2">
              <a:hueOff val="-363841"/>
              <a:satOff val="-20982"/>
              <a:lumOff val="2157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089488" y="912848"/>
        <a:ext cx="34897" cy="6979"/>
      </dsp:txXfrm>
    </dsp:sp>
    <dsp:sp modelId="{77FFE667-0EC3-4C04-B680-78B2DE1A6E2B}">
      <dsp:nvSpPr>
        <dsp:cNvPr id="0" name=""/>
        <dsp:cNvSpPr/>
      </dsp:nvSpPr>
      <dsp:spPr>
        <a:xfrm>
          <a:off x="3740534" y="5979"/>
          <a:ext cx="3034531" cy="1820718"/>
        </a:xfrm>
        <a:prstGeom prst="rect">
          <a:avLst/>
        </a:prstGeom>
        <a:solidFill>
          <a:schemeClr val="accent2">
            <a:hueOff val="-291073"/>
            <a:satOff val="-16786"/>
            <a:lumOff val="172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Assess for Proper Needle gauge and length according to age group , weight, gender and selected site </a:t>
          </a:r>
        </a:p>
      </dsp:txBody>
      <dsp:txXfrm>
        <a:off x="3740534" y="5979"/>
        <a:ext cx="3034531" cy="1820718"/>
      </dsp:txXfrm>
    </dsp:sp>
    <dsp:sp modelId="{65259C0D-05A9-4379-B57B-B61D06313132}">
      <dsp:nvSpPr>
        <dsp:cNvPr id="0" name=""/>
        <dsp:cNvSpPr/>
      </dsp:nvSpPr>
      <dsp:spPr>
        <a:xfrm>
          <a:off x="1525326" y="1824897"/>
          <a:ext cx="7464946" cy="667342"/>
        </a:xfrm>
        <a:custGeom>
          <a:avLst/>
          <a:gdLst/>
          <a:ahLst/>
          <a:cxnLst/>
          <a:rect l="0" t="0" r="0" b="0"/>
          <a:pathLst>
            <a:path>
              <a:moveTo>
                <a:pt x="7464946" y="0"/>
              </a:moveTo>
              <a:lnTo>
                <a:pt x="7464946" y="350771"/>
              </a:lnTo>
              <a:lnTo>
                <a:pt x="0" y="350771"/>
              </a:lnTo>
              <a:lnTo>
                <a:pt x="0" y="667342"/>
              </a:lnTo>
            </a:path>
          </a:pathLst>
        </a:custGeom>
        <a:noFill/>
        <a:ln w="635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70362" y="2155079"/>
        <a:ext cx="374875" cy="6979"/>
      </dsp:txXfrm>
    </dsp:sp>
    <dsp:sp modelId="{3FEE2EF4-D45D-4E2B-B992-55D78DE802E1}">
      <dsp:nvSpPr>
        <dsp:cNvPr id="0" name=""/>
        <dsp:cNvSpPr/>
      </dsp:nvSpPr>
      <dsp:spPr>
        <a:xfrm>
          <a:off x="7473007" y="5979"/>
          <a:ext cx="3034531" cy="1820718"/>
        </a:xfrm>
        <a:prstGeom prst="rect">
          <a:avLst/>
        </a:prstGeom>
        <a:solidFill>
          <a:schemeClr val="accent2">
            <a:hueOff val="-582145"/>
            <a:satOff val="-33571"/>
            <a:lumOff val="345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Use combination vaccines (e.g., DTaP-IPV-</a:t>
          </a:r>
          <a:r>
            <a:rPr lang="en-US" sz="1800" kern="1200" dirty="0" err="1"/>
            <a:t>HepB</a:t>
          </a:r>
          <a:r>
            <a:rPr lang="en-US" sz="1800" kern="1200" dirty="0"/>
            <a:t> or DTaP-IPV/Hib) to reduce the number of injections, when appropriate</a:t>
          </a:r>
        </a:p>
      </dsp:txBody>
      <dsp:txXfrm>
        <a:off x="7473007" y="5979"/>
        <a:ext cx="3034531" cy="1820718"/>
      </dsp:txXfrm>
    </dsp:sp>
    <dsp:sp modelId="{1D0FF815-2B4F-4EBF-B79A-E90E11E52204}">
      <dsp:nvSpPr>
        <dsp:cNvPr id="0" name=""/>
        <dsp:cNvSpPr/>
      </dsp:nvSpPr>
      <dsp:spPr>
        <a:xfrm>
          <a:off x="3040792" y="3389279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6350" cap="flat" cmpd="sng" algn="ctr">
          <a:solidFill>
            <a:schemeClr val="accent2">
              <a:hueOff val="-1091522"/>
              <a:satOff val="-62946"/>
              <a:lumOff val="647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57014" y="3431509"/>
        <a:ext cx="34897" cy="6979"/>
      </dsp:txXfrm>
    </dsp:sp>
    <dsp:sp modelId="{617DF04D-D889-4DB9-98F5-DBDCF63F5757}">
      <dsp:nvSpPr>
        <dsp:cNvPr id="0" name=""/>
        <dsp:cNvSpPr/>
      </dsp:nvSpPr>
      <dsp:spPr>
        <a:xfrm>
          <a:off x="8061" y="2524640"/>
          <a:ext cx="3034531" cy="1820718"/>
        </a:xfrm>
        <a:prstGeom prst="rect">
          <a:avLst/>
        </a:prstGeom>
        <a:solidFill>
          <a:schemeClr val="accent2">
            <a:hueOff val="-873218"/>
            <a:satOff val="-50357"/>
            <a:lumOff val="517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Do NOT mix more than one vaccine in the same syringe in an effort to create a “combination vaccine.”</a:t>
          </a:r>
        </a:p>
      </dsp:txBody>
      <dsp:txXfrm>
        <a:off x="8061" y="2524640"/>
        <a:ext cx="3034531" cy="1820718"/>
      </dsp:txXfrm>
    </dsp:sp>
    <dsp:sp modelId="{345C8FD3-E269-408B-B2EE-7EAF6F89770A}">
      <dsp:nvSpPr>
        <dsp:cNvPr id="0" name=""/>
        <dsp:cNvSpPr/>
      </dsp:nvSpPr>
      <dsp:spPr>
        <a:xfrm>
          <a:off x="6773265" y="3389279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635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089488" y="3431509"/>
        <a:ext cx="34897" cy="6979"/>
      </dsp:txXfrm>
    </dsp:sp>
    <dsp:sp modelId="{EC01AD49-4176-43F4-879C-D8F2D7A966C6}">
      <dsp:nvSpPr>
        <dsp:cNvPr id="0" name=""/>
        <dsp:cNvSpPr/>
      </dsp:nvSpPr>
      <dsp:spPr>
        <a:xfrm>
          <a:off x="3740534" y="2524640"/>
          <a:ext cx="3034531" cy="1820718"/>
        </a:xfrm>
        <a:prstGeom prst="rect">
          <a:avLst/>
        </a:prstGeom>
        <a:solidFill>
          <a:schemeClr val="accent2">
            <a:hueOff val="-1164290"/>
            <a:satOff val="-67142"/>
            <a:lumOff val="69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Administer vaccines that are known to be painful when injected (e.g., MMR, HPV) last</a:t>
          </a:r>
        </a:p>
      </dsp:txBody>
      <dsp:txXfrm>
        <a:off x="3740534" y="2524640"/>
        <a:ext cx="3034531" cy="1820718"/>
      </dsp:txXfrm>
    </dsp:sp>
    <dsp:sp modelId="{8D3415CF-8BA7-466A-80A9-E464DCBAB4B1}">
      <dsp:nvSpPr>
        <dsp:cNvPr id="0" name=""/>
        <dsp:cNvSpPr/>
      </dsp:nvSpPr>
      <dsp:spPr>
        <a:xfrm>
          <a:off x="7473007" y="2524640"/>
          <a:ext cx="3034531" cy="1820718"/>
        </a:xfrm>
        <a:prstGeom prst="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Administer vaccines that may be more likely to cause a local reaction (e.g., tetanus-toxoid-containing and PCV13) in different limbs, if possible</a:t>
          </a:r>
        </a:p>
      </dsp:txBody>
      <dsp:txXfrm>
        <a:off x="7473007" y="2524640"/>
        <a:ext cx="3034531" cy="182071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4634EF-1CD4-4673-BA8A-B2EEEBF29CDE}">
      <dsp:nvSpPr>
        <dsp:cNvPr id="0" name=""/>
        <dsp:cNvSpPr/>
      </dsp:nvSpPr>
      <dsp:spPr>
        <a:xfrm>
          <a:off x="0" y="531"/>
          <a:ext cx="1051560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EB4FB4-862E-4452-A0AC-BBBA4F26CBD7}">
      <dsp:nvSpPr>
        <dsp:cNvPr id="0" name=""/>
        <dsp:cNvSpPr/>
      </dsp:nvSpPr>
      <dsp:spPr>
        <a:xfrm>
          <a:off x="0" y="531"/>
          <a:ext cx="10515600" cy="621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severe allergy to any of the vaccine components</a:t>
          </a:r>
        </a:p>
      </dsp:txBody>
      <dsp:txXfrm>
        <a:off x="0" y="531"/>
        <a:ext cx="10515600" cy="621640"/>
      </dsp:txXfrm>
    </dsp:sp>
    <dsp:sp modelId="{637AEA51-0F2A-4239-9C97-8D230CD42675}">
      <dsp:nvSpPr>
        <dsp:cNvPr id="0" name=""/>
        <dsp:cNvSpPr/>
      </dsp:nvSpPr>
      <dsp:spPr>
        <a:xfrm>
          <a:off x="0" y="622171"/>
          <a:ext cx="10515600" cy="0"/>
        </a:xfrm>
        <a:prstGeom prst="line">
          <a:avLst/>
        </a:prstGeom>
        <a:solidFill>
          <a:schemeClr val="accent5">
            <a:hueOff val="-1126424"/>
            <a:satOff val="-2903"/>
            <a:lumOff val="-1961"/>
            <a:alphaOff val="0"/>
          </a:schemeClr>
        </a:solidFill>
        <a:ln w="12700" cap="flat" cmpd="sng" algn="ctr">
          <a:solidFill>
            <a:schemeClr val="accent5">
              <a:hueOff val="-1126424"/>
              <a:satOff val="-2903"/>
              <a:lumOff val="-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36F769-ACC4-40B2-AA3F-7D069449C857}">
      <dsp:nvSpPr>
        <dsp:cNvPr id="0" name=""/>
        <dsp:cNvSpPr/>
      </dsp:nvSpPr>
      <dsp:spPr>
        <a:xfrm>
          <a:off x="0" y="622171"/>
          <a:ext cx="10515600" cy="621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Pain and redness may occur at the site of injection</a:t>
          </a:r>
        </a:p>
      </dsp:txBody>
      <dsp:txXfrm>
        <a:off x="0" y="622171"/>
        <a:ext cx="10515600" cy="621640"/>
      </dsp:txXfrm>
    </dsp:sp>
    <dsp:sp modelId="{9A552078-7952-4C4E-BC26-3E2B1C814980}">
      <dsp:nvSpPr>
        <dsp:cNvPr id="0" name=""/>
        <dsp:cNvSpPr/>
      </dsp:nvSpPr>
      <dsp:spPr>
        <a:xfrm>
          <a:off x="0" y="1243811"/>
          <a:ext cx="10515600" cy="0"/>
        </a:xfrm>
        <a:prstGeom prst="line">
          <a:avLst/>
        </a:prstGeom>
        <a:solidFill>
          <a:schemeClr val="accent5">
            <a:hueOff val="-2252848"/>
            <a:satOff val="-5806"/>
            <a:lumOff val="-3922"/>
            <a:alphaOff val="0"/>
          </a:schemeClr>
        </a:solidFill>
        <a:ln w="12700" cap="flat" cmpd="sng" algn="ctr">
          <a:solidFill>
            <a:schemeClr val="accent5">
              <a:hueOff val="-2252848"/>
              <a:satOff val="-5806"/>
              <a:lumOff val="-3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96FD20-6C4F-4CA5-A165-6F36AF2C1B99}">
      <dsp:nvSpPr>
        <dsp:cNvPr id="0" name=""/>
        <dsp:cNvSpPr/>
      </dsp:nvSpPr>
      <dsp:spPr>
        <a:xfrm>
          <a:off x="0" y="1243811"/>
          <a:ext cx="10515600" cy="621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low grade fever , Skin Rash</a:t>
          </a:r>
        </a:p>
      </dsp:txBody>
      <dsp:txXfrm>
        <a:off x="0" y="1243811"/>
        <a:ext cx="10515600" cy="621640"/>
      </dsp:txXfrm>
    </dsp:sp>
    <dsp:sp modelId="{C7CC2E4F-E183-420F-8D35-3F7D1204307D}">
      <dsp:nvSpPr>
        <dsp:cNvPr id="0" name=""/>
        <dsp:cNvSpPr/>
      </dsp:nvSpPr>
      <dsp:spPr>
        <a:xfrm>
          <a:off x="0" y="1865451"/>
          <a:ext cx="10515600" cy="0"/>
        </a:xfrm>
        <a:prstGeom prst="line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accent5">
              <a:hueOff val="-3379271"/>
              <a:satOff val="-8710"/>
              <a:lumOff val="-5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E0C280-56F5-4F6D-958F-E127EEC8331F}">
      <dsp:nvSpPr>
        <dsp:cNvPr id="0" name=""/>
        <dsp:cNvSpPr/>
      </dsp:nvSpPr>
      <dsp:spPr>
        <a:xfrm>
          <a:off x="0" y="1865451"/>
          <a:ext cx="10515600" cy="621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headache, muscle pain</a:t>
          </a:r>
        </a:p>
      </dsp:txBody>
      <dsp:txXfrm>
        <a:off x="0" y="1865451"/>
        <a:ext cx="10515600" cy="621640"/>
      </dsp:txXfrm>
    </dsp:sp>
    <dsp:sp modelId="{91F2CD63-A713-4EA9-A33E-B3C5C91B9B9C}">
      <dsp:nvSpPr>
        <dsp:cNvPr id="0" name=""/>
        <dsp:cNvSpPr/>
      </dsp:nvSpPr>
      <dsp:spPr>
        <a:xfrm>
          <a:off x="0" y="2487092"/>
          <a:ext cx="10515600" cy="0"/>
        </a:xfrm>
        <a:prstGeom prst="line">
          <a:avLst/>
        </a:prstGeom>
        <a:solidFill>
          <a:schemeClr val="accent5">
            <a:hueOff val="-4505695"/>
            <a:satOff val="-11613"/>
            <a:lumOff val="-7843"/>
            <a:alphaOff val="0"/>
          </a:schemeClr>
        </a:solidFill>
        <a:ln w="12700" cap="flat" cmpd="sng" algn="ctr">
          <a:solidFill>
            <a:schemeClr val="accent5">
              <a:hueOff val="-4505695"/>
              <a:satOff val="-11613"/>
              <a:lumOff val="-784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77F483-79E4-4AF5-83F7-A81E77EE8F39}">
      <dsp:nvSpPr>
        <dsp:cNvPr id="0" name=""/>
        <dsp:cNvSpPr/>
      </dsp:nvSpPr>
      <dsp:spPr>
        <a:xfrm>
          <a:off x="0" y="2487092"/>
          <a:ext cx="10515600" cy="621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mild, temporary diarrhea or vomiting after (rotavirus vaccine)</a:t>
          </a:r>
        </a:p>
      </dsp:txBody>
      <dsp:txXfrm>
        <a:off x="0" y="2487092"/>
        <a:ext cx="10515600" cy="621640"/>
      </dsp:txXfrm>
    </dsp:sp>
    <dsp:sp modelId="{2644AB00-6CCE-42B9-9735-889D3AC3ED95}">
      <dsp:nvSpPr>
        <dsp:cNvPr id="0" name=""/>
        <dsp:cNvSpPr/>
      </dsp:nvSpPr>
      <dsp:spPr>
        <a:xfrm>
          <a:off x="0" y="3108732"/>
          <a:ext cx="10515600" cy="0"/>
        </a:xfrm>
        <a:prstGeom prst="line">
          <a:avLst/>
        </a:prstGeom>
        <a:solidFill>
          <a:schemeClr val="accent5">
            <a:hueOff val="-5632119"/>
            <a:satOff val="-14516"/>
            <a:lumOff val="-9804"/>
            <a:alphaOff val="0"/>
          </a:schemeClr>
        </a:solidFill>
        <a:ln w="12700" cap="flat" cmpd="sng" algn="ctr">
          <a:solidFill>
            <a:schemeClr val="accent5">
              <a:hueOff val="-5632119"/>
              <a:satOff val="-14516"/>
              <a:lumOff val="-980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D92756-0090-4EED-BE10-BAD6A9CED6EA}">
      <dsp:nvSpPr>
        <dsp:cNvPr id="0" name=""/>
        <dsp:cNvSpPr/>
      </dsp:nvSpPr>
      <dsp:spPr>
        <a:xfrm>
          <a:off x="0" y="3108732"/>
          <a:ext cx="10515600" cy="621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Infants might become drowsy or lose their appetite temporary (</a:t>
          </a:r>
          <a:r>
            <a:rPr lang="en-US" sz="2500" kern="1200" dirty="0" err="1"/>
            <a:t>Pneumococal</a:t>
          </a:r>
          <a:r>
            <a:rPr lang="en-US" sz="2500" kern="1200" dirty="0"/>
            <a:t>) </a:t>
          </a:r>
        </a:p>
      </dsp:txBody>
      <dsp:txXfrm>
        <a:off x="0" y="3108732"/>
        <a:ext cx="10515600" cy="621640"/>
      </dsp:txXfrm>
    </dsp:sp>
    <dsp:sp modelId="{C7670A68-DFB7-4072-8063-044B672B7F9C}">
      <dsp:nvSpPr>
        <dsp:cNvPr id="0" name=""/>
        <dsp:cNvSpPr/>
      </dsp:nvSpPr>
      <dsp:spPr>
        <a:xfrm>
          <a:off x="0" y="3730372"/>
          <a:ext cx="10515600" cy="0"/>
        </a:xfrm>
        <a:prstGeom prst="line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A7BC5D-28FB-44AD-83CA-1CB7D1CB6696}">
      <dsp:nvSpPr>
        <dsp:cNvPr id="0" name=""/>
        <dsp:cNvSpPr/>
      </dsp:nvSpPr>
      <dsp:spPr>
        <a:xfrm>
          <a:off x="0" y="3730372"/>
          <a:ext cx="10515600" cy="621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Mild chickenpox- like disease with	rash within 4 weeks (chicken Pox) </a:t>
          </a:r>
        </a:p>
      </dsp:txBody>
      <dsp:txXfrm>
        <a:off x="0" y="3730372"/>
        <a:ext cx="10515600" cy="6216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HorizontalActionList">
  <dgm:title val="Horizontal Action List"/>
  <dgm:desc val="Used to show non-sequential or grouped lists of information. Works well with large amounts of text. All text has the same level of emphasis, and direction is not implied."/>
  <dgm:catLst>
    <dgm:cat type="list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54"/>
      <dgm:constr type="primFontSz" for="des" forName="desTx" refType="primFontSz" refFor="des" refForName="parTx" op="lte" fact="0.75"/>
      <dgm:constr type="h" for="des" forName="desTx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8"/>
            <dgm:constr type="tMarg" refType="w" fact="0.28"/>
            <dgm:constr type="bMarg" refType="w" fact="0.28"/>
            <dgm:constr type="lMarg" refType="w" fact="0.28"/>
            <dgm:constr type="rMarg" refType="w" fact="0.28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#1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0B3A6E-0F83-4EAC-89EC-498BBBC96662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60E5AA-BC3D-4598-AA52-2C5F0ECB6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894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0E5AA-BC3D-4598-AA52-2C5F0ECB6AF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073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0E5AA-BC3D-4598-AA52-2C5F0ECB6AF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2953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0E5AA-BC3D-4598-AA52-2C5F0ECB6AF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9999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0E5AA-BC3D-4598-AA52-2C5F0ECB6AF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7853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0E5AA-BC3D-4598-AA52-2C5F0ECB6AF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5407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0E5AA-BC3D-4598-AA52-2C5F0ECB6AF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0512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B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0E5AA-BC3D-4598-AA52-2C5F0ECB6AF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3403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0E5AA-BC3D-4598-AA52-2C5F0ECB6AF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0099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0E5AA-BC3D-4598-AA52-2C5F0ECB6AF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434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0E5AA-BC3D-4598-AA52-2C5F0ECB6AF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4040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0E5AA-BC3D-4598-AA52-2C5F0ECB6AF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0445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0E5AA-BC3D-4598-AA52-2C5F0ECB6AF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4579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0E5AA-BC3D-4598-AA52-2C5F0ECB6AF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9422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buFont typeface="+mj-lt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0E5AA-BC3D-4598-AA52-2C5F0ECB6AF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0488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0E5AA-BC3D-4598-AA52-2C5F0ECB6AF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0262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0E5AA-BC3D-4598-AA52-2C5F0ECB6AF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0270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0E5AA-BC3D-4598-AA52-2C5F0ECB6AF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256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AF359-04DE-25D7-EEC2-F23CAA7797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72166D-C28D-9225-CFBC-3A47F353EB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8DECF-ECDE-2305-EEF9-B19A8F3EB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F81BD-530B-445C-BCBB-6C7A2028E742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F3574F-1F34-D6D0-7E46-F9DEE475D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4B22E3-72FB-460F-F7AF-4604A3062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9E0A8-00FB-48D3-94DD-EE67A0A23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967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8EB25-FE5D-5FC9-5899-A0F8A95CD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DF846-2765-BFE3-1D8F-0BED10A19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E124B9-78D5-08F1-4D25-616BED09A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F81BD-530B-445C-BCBB-6C7A2028E742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43B811-6D21-1376-667F-300594663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0971C8-3777-6E1D-5535-110C1B6BA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9E0A8-00FB-48D3-94DD-EE67A0A23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163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ECD36-78B0-8A54-6591-1F37DEF70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E8B54D-A1F9-FA6F-8E89-7CCE954A4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A414E6-75E0-8C14-DCA5-C46990E31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F81BD-530B-445C-BCBB-6C7A2028E742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A351F5-6E69-BBE5-C3E7-60B5283BC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8FAA4-B902-BCF4-2BE3-37E79AB78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9E0A8-00FB-48D3-94DD-EE67A0A23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49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4D166-0D3F-539A-F0B1-2E62AF88F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AAC96-D376-3EDD-217B-CD146020DC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5A2117-9C3B-5497-AD7B-59B26C4941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918092-D707-DF5F-C70E-BFFAC45F0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F81BD-530B-445C-BCBB-6C7A2028E742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82A356-5116-EF78-F166-B3800568C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C991E8-34D5-824B-9B0A-B7AE9FF25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9E0A8-00FB-48D3-94DD-EE67A0A23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172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C32F1-03B6-32CC-E6C0-570CF883B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A65C2A-6898-4237-FF87-060CC6EB6B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3F2404-DB9F-3312-7C04-7F57F91C32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51CAFA-CDED-8738-3A12-4C54D36FF4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F2F60B-F461-D98B-7A97-60FB0C8B0B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001C5D-49C0-7141-ADE8-1578D13F9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F81BD-530B-445C-BCBB-6C7A2028E742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444753-5A76-09B3-B2B1-154B143CE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7F9ECB-4EE8-75CE-1970-2764E7AEE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9E0A8-00FB-48D3-94DD-EE67A0A23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543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EEFD1-3C92-D426-7A30-C990C179C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3FB357-1DA9-6428-9028-CDC5B9792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F81BD-530B-445C-BCBB-6C7A2028E742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34F7BF-6210-6CD6-8D58-224962B58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548059-A305-40CB-7CD6-6E83E97B1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9E0A8-00FB-48D3-94DD-EE67A0A23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916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68F81A-711D-2B67-4893-9389CCE62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F81BD-530B-445C-BCBB-6C7A2028E742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A7BBE0-44B5-ED32-54AD-9784E595E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129FB6-0D39-51C4-0133-E98F7239A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9E0A8-00FB-48D3-94DD-EE67A0A23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567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E4EF4-FA92-0A5A-383E-AB2955269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31364-2722-1060-7935-B28F89E7A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B02717-6792-6CA0-0BE2-E967E3C2F1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E5053F-1DE0-774F-1F52-E167B4677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F81BD-530B-445C-BCBB-6C7A2028E742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E7AD26-92D5-7FFD-7310-686C7DFF5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7E4FD0-3A23-FC57-5214-B15C93E27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9E0A8-00FB-48D3-94DD-EE67A0A23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844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7F32F-27CC-929E-4A7F-AC0C8F4BA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1B5643-1CB2-58CB-53A5-4F5122029A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88D174-F110-71D7-9F3E-0FC5645EE4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250A6C-48C4-845F-B3F1-A760AAE31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F81BD-530B-445C-BCBB-6C7A2028E742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A8AD1F-D346-8AEF-4263-34C9F6F37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90249E-D0DD-2DF0-737B-29B9D4A1C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9E0A8-00FB-48D3-94DD-EE67A0A23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607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B63D3-3A66-AB2C-7586-AB864F1B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C9EC29-F1B7-AE42-7181-DD7A6F887D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9902B3-6C61-95B6-D21D-7D726D61A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F81BD-530B-445C-BCBB-6C7A2028E742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67753-4597-57AD-9D86-DC07D6F5F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94C4D9-4120-FFE0-F395-462A2AC13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9E0A8-00FB-48D3-94DD-EE67A0A23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843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C7A03C-C18C-24B3-2CDF-201F6BB758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094CE5-7678-48E2-2EF0-07F3F60389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C9478-0014-B9D4-823C-C18D735D5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F81BD-530B-445C-BCBB-6C7A2028E742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36FDD9-5621-B756-547A-D126B74BE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75024-5F02-B1FB-915D-EE42FE4B9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9E0A8-00FB-48D3-94DD-EE67A0A23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658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726DEB-5873-BAF6-3669-100602CBD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4F1D01-2ADC-E4EC-315D-D493E1ACA0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4AA32-AF81-CA78-7386-0616C5B3EF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8F81BD-530B-445C-BCBB-6C7A2028E742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53D5D-0CE8-04CB-E376-6585C20A45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8774C-AC8A-54EF-8900-0E82EF0676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09E0A8-00FB-48D3-94DD-EE67A0A23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76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6.jpe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
<Relationships xmlns="http://schemas.openxmlformats.org/package/2006/relationships"><Relationship Id="rId3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
<Relationships xmlns="http://schemas.openxmlformats.org/package/2006/relationships"><Relationship Id="rId3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
<Relationships xmlns="http://schemas.openxmlformats.org/package/2006/relationships"><Relationship Id="rId3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
<Relationships xmlns="http://schemas.openxmlformats.org/package/2006/relationships"><Relationship Id="rId3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
<Relationships xmlns="http://schemas.openxmlformats.org/package/2006/relationships"><Relationship Id="rId3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D9D36D6-2AC5-46A1-A849-4C82D5264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8062A6-4229-AC39-ADE9-8BFEF92046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54955" y="552182"/>
            <a:ext cx="5998840" cy="3343135"/>
          </a:xfrm>
          <a:noFill/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Immunity &amp; Communicable Diseases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E57916-802F-6609-6473-5D667F9592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34468" y="4910202"/>
            <a:ext cx="5998840" cy="1331572"/>
          </a:xfrm>
          <a:noFill/>
        </p:spPr>
        <p:txBody>
          <a:bodyPr>
            <a:normAutofit/>
          </a:bodyPr>
          <a:lstStyle/>
          <a:p>
            <a:pPr algn="l"/>
            <a:r>
              <a:rPr lang="en-US" dirty="0"/>
              <a:t>NUR415 – Family and Community Health Nursing Care</a:t>
            </a:r>
          </a:p>
          <a:p>
            <a:pPr algn="l"/>
            <a:r>
              <a:rPr lang="en-US" dirty="0"/>
              <a:t>Sep. 2025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73E542-25FF-B0C0-99C1-5D64A185D88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967" r="39434" b="-1"/>
          <a:stretch/>
        </p:blipFill>
        <p:spPr>
          <a:xfrm>
            <a:off x="20" y="10"/>
            <a:ext cx="4992985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630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">
            <a:extLst>
              <a:ext uri="{FF2B5EF4-FFF2-40B4-BE49-F238E27FC236}">
                <a16:creationId xmlns:a16="http://schemas.microsoft.com/office/drawing/2014/main" id="{FF94087D-5ED6-4AF0-86E3-306941D95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nt">
            <a:extLst>
              <a:ext uri="{FF2B5EF4-FFF2-40B4-BE49-F238E27FC236}">
                <a16:creationId xmlns:a16="http://schemas.microsoft.com/office/drawing/2014/main" id="{94457FD7-1B48-485E-863C-CEF6CB9F1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048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D3B9541-007D-40EC-AD1F-6359012437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1" cy="3416591"/>
          </a:xfrm>
          <a:prstGeom prst="rect">
            <a:avLst/>
          </a:prstGeom>
          <a:ln>
            <a:noFill/>
          </a:ln>
          <a:effectLst>
            <a:outerShdw blurRad="203200" dist="101600" dir="5460000" sx="94000" sy="94000" algn="t" rotWithShape="0">
              <a:srgbClr val="000000">
                <a:alpha val="2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69C915-3B7A-F1A0-9BA4-FE2AAF796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790515"/>
            <a:ext cx="9671445" cy="899138"/>
          </a:xfrm>
        </p:spPr>
        <p:txBody>
          <a:bodyPr anchor="b">
            <a:normAutofit/>
          </a:bodyPr>
          <a:lstStyle/>
          <a:p>
            <a:r>
              <a:rPr lang="en-US" sz="4800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62B8C-FF11-954E-4150-BD98BF264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1" y="3884538"/>
            <a:ext cx="8433957" cy="2332747"/>
          </a:xfrm>
        </p:spPr>
        <p:txBody>
          <a:bodyPr anchor="ctr">
            <a:normAutofit/>
          </a:bodyPr>
          <a:lstStyle/>
          <a:p>
            <a:r>
              <a:rPr lang="en-US" sz="1600" dirty="0"/>
              <a:t>Define immunity and compare passive immunity, active immunity, cross-immunity, and herd immunity.</a:t>
            </a:r>
          </a:p>
          <a:p>
            <a:r>
              <a:rPr lang="en-US" sz="1600" dirty="0"/>
              <a:t>Explore recent regulations and statics of communicable diseases in Bahrain </a:t>
            </a:r>
          </a:p>
          <a:p>
            <a:r>
              <a:rPr lang="en-US" sz="1600" dirty="0"/>
              <a:t>Explain the significance of immunization as a communicable disease control measure.</a:t>
            </a:r>
          </a:p>
          <a:p>
            <a:r>
              <a:rPr lang="en-US" sz="1600" dirty="0"/>
              <a:t>Discuss the role of community nurse toward immunizations</a:t>
            </a:r>
          </a:p>
          <a:p>
            <a:r>
              <a:rPr lang="en-US" sz="1600" dirty="0"/>
              <a:t>Discuss different Measure of Safe Administration of Vaccines </a:t>
            </a:r>
          </a:p>
        </p:txBody>
      </p:sp>
    </p:spTree>
    <p:extLst>
      <p:ext uri="{BB962C8B-B14F-4D97-AF65-F5344CB8AC3E}">
        <p14:creationId xmlns:p14="http://schemas.microsoft.com/office/powerpoint/2010/main" val="2855980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4" descr="Close up of cells">
            <a:extLst>
              <a:ext uri="{FF2B5EF4-FFF2-40B4-BE49-F238E27FC236}">
                <a16:creationId xmlns:a16="http://schemas.microsoft.com/office/drawing/2014/main" id="{4E420677-07EA-4F42-3892-BA9C84554F3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225" r="23832"/>
          <a:stretch/>
        </p:blipFill>
        <p:spPr>
          <a:xfrm>
            <a:off x="6103027" y="10"/>
            <a:ext cx="6088971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669FC2-5BBC-D769-4539-BA037389A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28512"/>
            <a:ext cx="4778387" cy="1628970"/>
          </a:xfrm>
        </p:spPr>
        <p:txBody>
          <a:bodyPr anchor="ctr">
            <a:normAutofit/>
          </a:bodyPr>
          <a:lstStyle/>
          <a:p>
            <a:r>
              <a:rPr lang="en-US" sz="4000" dirty="0"/>
              <a:t>Immunity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EC6FA-EDED-DF77-6B71-F41203888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1" y="2884929"/>
            <a:ext cx="4659756" cy="3374137"/>
          </a:xfrm>
        </p:spPr>
        <p:txBody>
          <a:bodyPr anchor="ctr">
            <a:normAutofit/>
          </a:bodyPr>
          <a:lstStyle/>
          <a:p>
            <a:r>
              <a:rPr lang="en-US" sz="2000" dirty="0"/>
              <a:t>Immunity refers to a host’s ability to resist a particular infectious disease–causing agent.</a:t>
            </a:r>
          </a:p>
          <a:p>
            <a:r>
              <a:rPr lang="en-US" sz="2000" dirty="0"/>
              <a:t>This occurs when the body forms antibodies and lymphocytes that react with the foreign antigenic molecules and render them harmless</a:t>
            </a:r>
          </a:p>
        </p:txBody>
      </p:sp>
    </p:spTree>
    <p:extLst>
      <p:ext uri="{BB962C8B-B14F-4D97-AF65-F5344CB8AC3E}">
        <p14:creationId xmlns:p14="http://schemas.microsoft.com/office/powerpoint/2010/main" val="706550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58256" y="-358254"/>
            <a:ext cx="6858000" cy="7574507"/>
          </a:xfrm>
          <a:prstGeom prst="rect">
            <a:avLst/>
          </a:prstGeom>
          <a:ln>
            <a:noFill/>
          </a:ln>
          <a:effectLst>
            <a:outerShdw blurRad="457200" dist="63500" sx="99000" sy="99000" algn="l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B41829-6968-5724-D2EE-EED37F116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45" y="5546162"/>
            <a:ext cx="6661702" cy="953611"/>
          </a:xfrm>
        </p:spPr>
        <p:txBody>
          <a:bodyPr anchor="ctr">
            <a:normAutofit/>
          </a:bodyPr>
          <a:lstStyle/>
          <a:p>
            <a:r>
              <a:rPr lang="en-US" sz="3100" dirty="0"/>
              <a:t>Types of Immunity - Passive Immunity </a:t>
            </a:r>
          </a:p>
        </p:txBody>
      </p:sp>
      <p:pic>
        <p:nvPicPr>
          <p:cNvPr id="2050" name="Picture 2" descr="10 Hardest Things About Being a New Mom">
            <a:extLst>
              <a:ext uri="{FF2B5EF4-FFF2-40B4-BE49-F238E27FC236}">
                <a16:creationId xmlns:a16="http://schemas.microsoft.com/office/drawing/2014/main" id="{879D292C-9D70-2345-136D-272104DFCA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13" r="9141" b="-2"/>
          <a:stretch/>
        </p:blipFill>
        <p:spPr bwMode="auto">
          <a:xfrm>
            <a:off x="20" y="-1"/>
            <a:ext cx="7574488" cy="5161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0B54C-29DC-C8CB-D32B-FBA51FB21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0064" y="743803"/>
            <a:ext cx="3425216" cy="547417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/>
              <a:t>Passive immunity refers to </a:t>
            </a:r>
            <a:r>
              <a:rPr lang="en-US" sz="2000" b="1" dirty="0"/>
              <a:t>short-term resistance </a:t>
            </a:r>
            <a:r>
              <a:rPr lang="en-US" sz="2000" dirty="0"/>
              <a:t>that is acquired either naturally or artificially. </a:t>
            </a:r>
          </a:p>
          <a:p>
            <a:pPr marL="0" indent="0">
              <a:buNone/>
            </a:pPr>
            <a:r>
              <a:rPr lang="en-US" sz="2000" dirty="0"/>
              <a:t>e.g. Newborns, through maternal antibody transfer, have natural passive immunity that lasts up to 1 year for certain diseases</a:t>
            </a:r>
          </a:p>
          <a:p>
            <a:pPr marL="0" indent="0">
              <a:buNone/>
            </a:pPr>
            <a:r>
              <a:rPr lang="en-US" sz="2000" dirty="0"/>
              <a:t>e.g. immune globulin (hepatitis A) used to boost a susceptible person’s immunity, and administration must be repeated periodically</a:t>
            </a:r>
          </a:p>
        </p:txBody>
      </p:sp>
    </p:spTree>
    <p:extLst>
      <p:ext uri="{BB962C8B-B14F-4D97-AF65-F5344CB8AC3E}">
        <p14:creationId xmlns:p14="http://schemas.microsoft.com/office/powerpoint/2010/main" val="1449392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0E520D-9639-1AC6-9643-D8B238E9B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 dirty="0"/>
              <a:t>Types of Immunity - Active Immunity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FEAFD-58E3-D152-013E-599061305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/>
              <a:t>Active immunity is long-term and sometimes </a:t>
            </a:r>
            <a:r>
              <a:rPr lang="en-US" sz="2000" b="1" dirty="0"/>
              <a:t>offers lifelong resistance </a:t>
            </a:r>
            <a:r>
              <a:rPr lang="en-US" sz="2000" dirty="0"/>
              <a:t>that is acquired either naturally or artificially.</a:t>
            </a:r>
          </a:p>
          <a:p>
            <a:pPr marL="0" indent="0">
              <a:buNone/>
            </a:pPr>
            <a:r>
              <a:rPr lang="en-US" sz="2000" dirty="0"/>
              <a:t>e.g. a person who contracts a disease develops long-lasting antibodies that provide immunity against future exposures.</a:t>
            </a:r>
          </a:p>
          <a:p>
            <a:pPr marL="0" indent="0">
              <a:buNone/>
            </a:pPr>
            <a:r>
              <a:rPr lang="en-US" sz="2000" dirty="0"/>
              <a:t>e.g.  Artificially acquired active immunity is attained through vaccine inoculation. Like polio, diphtheria, smallpox vaccine</a:t>
            </a:r>
          </a:p>
        </p:txBody>
      </p:sp>
      <p:pic>
        <p:nvPicPr>
          <p:cNvPr id="5" name="Picture 4" descr="Close up photo of vial beside a syringe">
            <a:extLst>
              <a:ext uri="{FF2B5EF4-FFF2-40B4-BE49-F238E27FC236}">
                <a16:creationId xmlns:a16="http://schemas.microsoft.com/office/drawing/2014/main" id="{8654AF99-2C58-83FC-42CE-4841D2AA28C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752" r="16847" b="-2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17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380997" y="381001"/>
            <a:ext cx="6858001" cy="6095995"/>
          </a:xfrm>
          <a:prstGeom prst="rect">
            <a:avLst/>
          </a:prstGeom>
          <a:ln>
            <a:noFill/>
          </a:ln>
          <a:effectLst>
            <a:outerShdw blurRad="381000" dist="101600" sx="99000" sy="99000" algn="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87BC90-5862-0804-4556-BEAE37172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413" y="4544704"/>
            <a:ext cx="4792635" cy="1811645"/>
          </a:xfrm>
        </p:spPr>
        <p:txBody>
          <a:bodyPr anchor="ctr">
            <a:normAutofit/>
          </a:bodyPr>
          <a:lstStyle/>
          <a:p>
            <a:r>
              <a:rPr lang="en-US" sz="4000" dirty="0"/>
              <a:t>Types of Immunity - Cross-Immunity</a:t>
            </a:r>
          </a:p>
        </p:txBody>
      </p:sp>
      <p:pic>
        <p:nvPicPr>
          <p:cNvPr id="5" name="Picture 4" descr="Viruses suspended on mid-air">
            <a:extLst>
              <a:ext uri="{FF2B5EF4-FFF2-40B4-BE49-F238E27FC236}">
                <a16:creationId xmlns:a16="http://schemas.microsoft.com/office/drawing/2014/main" id="{F1A5B122-D0F1-413A-3D85-37C07015261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195" b="4805"/>
          <a:stretch/>
        </p:blipFill>
        <p:spPr>
          <a:xfrm>
            <a:off x="-1" y="10"/>
            <a:ext cx="6096001" cy="41147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69692-32AE-AD4A-52E4-C56309A56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410" y="691912"/>
            <a:ext cx="4585646" cy="547417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/>
              <a:t>Cross-immunity refers to a situation in which a person’s immunity to one agent provides immunity to a related agent as well. </a:t>
            </a:r>
          </a:p>
          <a:p>
            <a:pPr marL="0" indent="0">
              <a:buNone/>
            </a:pPr>
            <a:r>
              <a:rPr lang="en-US" sz="2000" dirty="0"/>
              <a:t>e.g. Sometimes, infection with one disease, such as cowpox, gives immunity to a related disease, such as smallpox.</a:t>
            </a:r>
          </a:p>
        </p:txBody>
      </p:sp>
    </p:spTree>
    <p:extLst>
      <p:ext uri="{BB962C8B-B14F-4D97-AF65-F5344CB8AC3E}">
        <p14:creationId xmlns:p14="http://schemas.microsoft.com/office/powerpoint/2010/main" val="2134339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21BF3-59C9-823C-5569-DA0BC7DB2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40" y="1138265"/>
            <a:ext cx="4544762" cy="1401183"/>
          </a:xfrm>
        </p:spPr>
        <p:txBody>
          <a:bodyPr anchor="t">
            <a:normAutofit/>
          </a:bodyPr>
          <a:lstStyle/>
          <a:p>
            <a:r>
              <a:rPr lang="en-US" sz="3200" dirty="0"/>
              <a:t>Types of Immunity - Herd Immunity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C23E3B9-5ABF-58B3-E2B0-E9A5DAA9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1462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28594-B925-8AF2-9C2F-A6A8D2BC23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40" y="2551176"/>
            <a:ext cx="4544762" cy="3602935"/>
          </a:xfrm>
        </p:spPr>
        <p:txBody>
          <a:bodyPr>
            <a:normAutofit/>
          </a:bodyPr>
          <a:lstStyle/>
          <a:p>
            <a:r>
              <a:rPr lang="en-US" sz="2000" dirty="0"/>
              <a:t>Herd immunity describes the immunity level that is present in a population group.</a:t>
            </a:r>
          </a:p>
          <a:p>
            <a:r>
              <a:rPr lang="en-US" sz="2000" dirty="0"/>
              <a:t>a population with high herd immunity is one in which the immune people in the group outnumber the susceptible people</a:t>
            </a:r>
          </a:p>
          <a:p>
            <a:r>
              <a:rPr lang="en-US" sz="2000" dirty="0"/>
              <a:t>Mandatory preschool immunizations and required travel vaccinations are applications of the herd immunity concept</a:t>
            </a:r>
          </a:p>
          <a:p>
            <a:r>
              <a:rPr lang="en-US" sz="2000" dirty="0"/>
              <a:t>The immunity level needed for herd protection varies by disease, generally ranging from about 80% to over 90% depending on how contagious the disease is.</a:t>
            </a:r>
          </a:p>
        </p:txBody>
      </p:sp>
      <p:pic>
        <p:nvPicPr>
          <p:cNvPr id="5" name="Picture 4" descr="Colourful carved figures of humans">
            <a:extLst>
              <a:ext uri="{FF2B5EF4-FFF2-40B4-BE49-F238E27FC236}">
                <a16:creationId xmlns:a16="http://schemas.microsoft.com/office/drawing/2014/main" id="{1BB6E62D-BC3B-B572-4DFE-3622CCEADF6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414" r="18181" b="-1"/>
          <a:stretch/>
        </p:blipFill>
        <p:spPr>
          <a:xfrm>
            <a:off x="6384470" y="771753"/>
            <a:ext cx="4730716" cy="5316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592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13E20-82B7-A3A4-2871-96F5F9254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40" y="1138265"/>
            <a:ext cx="4544762" cy="1401183"/>
          </a:xfrm>
        </p:spPr>
        <p:txBody>
          <a:bodyPr anchor="t">
            <a:normAutofit/>
          </a:bodyPr>
          <a:lstStyle/>
          <a:p>
            <a:r>
              <a:rPr lang="en-US" sz="3200" dirty="0"/>
              <a:t>Communicable Diseases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C23E3B9-5ABF-58B3-E2B0-E9A5DAA9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1462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7AA98-071B-2FA8-B8F3-7A08BA1FC9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40" y="2551176"/>
            <a:ext cx="4544762" cy="36029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A communicable disease is caused by an </a:t>
            </a:r>
            <a:r>
              <a:rPr lang="en-US" sz="2000" b="1" dirty="0"/>
              <a:t>infectious agent</a:t>
            </a:r>
            <a:r>
              <a:rPr lang="en-US" sz="2000" dirty="0"/>
              <a:t>, such as a virus or bacteria, and can be transmitted from one source to another.</a:t>
            </a:r>
          </a:p>
          <a:p>
            <a:pPr marL="0" indent="0">
              <a:buNone/>
            </a:pPr>
            <a:r>
              <a:rPr lang="en-US" sz="2000" dirty="0"/>
              <a:t>Knowledge of communicable diseases is fundamental to the practice of community/public health nursing because these diseases typically spread through communities of people</a:t>
            </a:r>
          </a:p>
        </p:txBody>
      </p:sp>
      <p:pic>
        <p:nvPicPr>
          <p:cNvPr id="5" name="Picture 4" descr="Researcher examining growth in a petrie dish">
            <a:extLst>
              <a:ext uri="{FF2B5EF4-FFF2-40B4-BE49-F238E27FC236}">
                <a16:creationId xmlns:a16="http://schemas.microsoft.com/office/drawing/2014/main" id="{276D50A3-88B6-4F39-B06C-B6C6243F3B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563" r="21102" b="-1"/>
          <a:stretch/>
        </p:blipFill>
        <p:spPr>
          <a:xfrm>
            <a:off x="6387076" y="771753"/>
            <a:ext cx="4725503" cy="5316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900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16">
            <a:extLst>
              <a:ext uri="{FF2B5EF4-FFF2-40B4-BE49-F238E27FC236}">
                <a16:creationId xmlns:a16="http://schemas.microsoft.com/office/drawing/2014/main" id="{1500B4A4-B1F1-41EA-886A-B8A210DBC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8">
            <a:extLst>
              <a:ext uri="{FF2B5EF4-FFF2-40B4-BE49-F238E27FC236}">
                <a16:creationId xmlns:a16="http://schemas.microsoft.com/office/drawing/2014/main" id="{5E55A99C-0BDC-4DBE-8E40-9FA66F629F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1540"/>
            <a:ext cx="722376" cy="5071110"/>
          </a:xfrm>
          <a:prstGeom prst="rect">
            <a:avLst/>
          </a:prstGeom>
          <a:solidFill>
            <a:srgbClr val="4C52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167CCA-6ED0-6B55-E7B8-0765AB017B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2376" y="52815"/>
            <a:ext cx="10888297" cy="6805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592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2B4C0C7-2745-46BE-B15F-E505825453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03B6E0-F726-9637-1590-B11F726C2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 anchor="b"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Prevention of communicable diseases  </a:t>
            </a:r>
          </a:p>
        </p:txBody>
      </p:sp>
      <p:pic>
        <p:nvPicPr>
          <p:cNvPr id="5" name="Picture 4" descr="Desk with stethoscope and computer keyboard">
            <a:extLst>
              <a:ext uri="{FF2B5EF4-FFF2-40B4-BE49-F238E27FC236}">
                <a16:creationId xmlns:a16="http://schemas.microsoft.com/office/drawing/2014/main" id="{506877BE-766C-1C21-D9B2-45D84418710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 l="36226" r="-2" b="-2"/>
          <a:stretch/>
        </p:blipFill>
        <p:spPr>
          <a:xfrm>
            <a:off x="20" y="907231"/>
            <a:ext cx="4838021" cy="5063738"/>
          </a:xfrm>
          <a:custGeom>
            <a:avLst/>
            <a:gdLst/>
            <a:ahLst/>
            <a:cxnLst/>
            <a:rect l="l" t="t" r="r" b="b"/>
            <a:pathLst>
              <a:path w="4838041" h="5063738">
                <a:moveTo>
                  <a:pt x="2306172" y="0"/>
                </a:moveTo>
                <a:cubicBezTo>
                  <a:pt x="3704485" y="0"/>
                  <a:pt x="4838041" y="1133556"/>
                  <a:pt x="4838041" y="2531869"/>
                </a:cubicBezTo>
                <a:cubicBezTo>
                  <a:pt x="4838041" y="3930182"/>
                  <a:pt x="3704485" y="5063738"/>
                  <a:pt x="2306172" y="5063738"/>
                </a:cubicBezTo>
                <a:cubicBezTo>
                  <a:pt x="1344832" y="5063738"/>
                  <a:pt x="508631" y="4527956"/>
                  <a:pt x="79886" y="3738709"/>
                </a:cubicBezTo>
                <a:lnTo>
                  <a:pt x="0" y="3572876"/>
                </a:lnTo>
                <a:lnTo>
                  <a:pt x="0" y="1490863"/>
                </a:lnTo>
                <a:lnTo>
                  <a:pt x="79886" y="1325030"/>
                </a:lnTo>
                <a:cubicBezTo>
                  <a:pt x="508631" y="535783"/>
                  <a:pt x="1344832" y="0"/>
                  <a:pt x="2306172" y="0"/>
                </a:cubicBezTo>
                <a:close/>
              </a:path>
            </a:pathLst>
          </a:custGeom>
          <a:effectLst>
            <a:softEdge rad="0"/>
          </a:effectLst>
        </p:spPr>
      </p:pic>
      <p:grpSp>
        <p:nvGrpSpPr>
          <p:cNvPr id="19" name="Group 10">
            <a:extLst>
              <a:ext uri="{FF2B5EF4-FFF2-40B4-BE49-F238E27FC236}">
                <a16:creationId xmlns:a16="http://schemas.microsoft.com/office/drawing/2014/main" id="{89D8939B-D984-4564-B942-51C44F623C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796695"/>
            <a:ext cx="4850918" cy="5212025"/>
            <a:chOff x="0" y="796695"/>
            <a:chExt cx="4850918" cy="5212025"/>
          </a:xfrm>
        </p:grpSpPr>
        <p:sp>
          <p:nvSpPr>
            <p:cNvPr id="20" name="Freeform: Shape 11">
              <a:extLst>
                <a:ext uri="{FF2B5EF4-FFF2-40B4-BE49-F238E27FC236}">
                  <a16:creationId xmlns:a16="http://schemas.microsoft.com/office/drawing/2014/main" id="{93EAFB53-01AA-467C-BE85-D555D06E35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926917"/>
              <a:ext cx="4828239" cy="4951702"/>
            </a:xfrm>
            <a:custGeom>
              <a:avLst/>
              <a:gdLst>
                <a:gd name="connsiteX0" fmla="*/ 2407249 w 4828239"/>
                <a:gd name="connsiteY0" fmla="*/ 1168 h 4951702"/>
                <a:gd name="connsiteX1" fmla="*/ 2651971 w 4828239"/>
                <a:gd name="connsiteY1" fmla="*/ 4800 h 4951702"/>
                <a:gd name="connsiteX2" fmla="*/ 3136762 w 4828239"/>
                <a:gd name="connsiteY2" fmla="*/ 80075 h 4951702"/>
                <a:gd name="connsiteX3" fmla="*/ 3598035 w 4828239"/>
                <a:gd name="connsiteY3" fmla="*/ 254778 h 4951702"/>
                <a:gd name="connsiteX4" fmla="*/ 4006734 w 4828239"/>
                <a:gd name="connsiteY4" fmla="*/ 532540 h 4951702"/>
                <a:gd name="connsiteX5" fmla="*/ 4333530 w 4828239"/>
                <a:gd name="connsiteY5" fmla="*/ 900560 h 4951702"/>
                <a:gd name="connsiteX6" fmla="*/ 4368761 w 4828239"/>
                <a:gd name="connsiteY6" fmla="*/ 950864 h 4951702"/>
                <a:gd name="connsiteX7" fmla="*/ 4402539 w 4828239"/>
                <a:gd name="connsiteY7" fmla="*/ 1002077 h 4951702"/>
                <a:gd name="connsiteX8" fmla="*/ 4435319 w 4828239"/>
                <a:gd name="connsiteY8" fmla="*/ 1053834 h 4951702"/>
                <a:gd name="connsiteX9" fmla="*/ 4466918 w 4828239"/>
                <a:gd name="connsiteY9" fmla="*/ 1106317 h 4951702"/>
                <a:gd name="connsiteX10" fmla="*/ 4582327 w 4828239"/>
                <a:gd name="connsiteY10" fmla="*/ 1322244 h 4951702"/>
                <a:gd name="connsiteX11" fmla="*/ 4740322 w 4828239"/>
                <a:gd name="connsiteY11" fmla="*/ 1783517 h 4951702"/>
                <a:gd name="connsiteX12" fmla="*/ 4777370 w 4828239"/>
                <a:gd name="connsiteY12" fmla="*/ 2023507 h 4951702"/>
                <a:gd name="connsiteX13" fmla="*/ 4801432 w 4828239"/>
                <a:gd name="connsiteY13" fmla="*/ 2263678 h 4951702"/>
                <a:gd name="connsiteX14" fmla="*/ 4820591 w 4828239"/>
                <a:gd name="connsiteY14" fmla="*/ 2503848 h 4951702"/>
                <a:gd name="connsiteX15" fmla="*/ 4824496 w 4828239"/>
                <a:gd name="connsiteY15" fmla="*/ 2564050 h 4951702"/>
                <a:gd name="connsiteX16" fmla="*/ 4826221 w 4828239"/>
                <a:gd name="connsiteY16" fmla="*/ 2595013 h 4951702"/>
                <a:gd name="connsiteX17" fmla="*/ 4827492 w 4828239"/>
                <a:gd name="connsiteY17" fmla="*/ 2626522 h 4951702"/>
                <a:gd name="connsiteX18" fmla="*/ 4825767 w 4828239"/>
                <a:gd name="connsiteY18" fmla="*/ 2753462 h 4951702"/>
                <a:gd name="connsiteX19" fmla="*/ 4696465 w 4828239"/>
                <a:gd name="connsiteY19" fmla="*/ 3252055 h 4951702"/>
                <a:gd name="connsiteX20" fmla="*/ 4409077 w 4828239"/>
                <a:gd name="connsiteY20" fmla="*/ 3675464 h 4951702"/>
                <a:gd name="connsiteX21" fmla="*/ 4233920 w 4828239"/>
                <a:gd name="connsiteY21" fmla="*/ 3851983 h 4951702"/>
                <a:gd name="connsiteX22" fmla="*/ 4051318 w 4828239"/>
                <a:gd name="connsiteY22" fmla="*/ 4012430 h 4951702"/>
                <a:gd name="connsiteX23" fmla="*/ 3680392 w 4828239"/>
                <a:gd name="connsiteY23" fmla="*/ 4301543 h 4951702"/>
                <a:gd name="connsiteX24" fmla="*/ 3587048 w 4828239"/>
                <a:gd name="connsiteY24" fmla="*/ 4372096 h 4951702"/>
                <a:gd name="connsiteX25" fmla="*/ 3491161 w 4828239"/>
                <a:gd name="connsiteY25" fmla="*/ 4443103 h 4951702"/>
                <a:gd name="connsiteX26" fmla="*/ 3392914 w 4828239"/>
                <a:gd name="connsiteY26" fmla="*/ 4513202 h 4951702"/>
                <a:gd name="connsiteX27" fmla="*/ 3291579 w 4828239"/>
                <a:gd name="connsiteY27" fmla="*/ 4581303 h 4951702"/>
                <a:gd name="connsiteX28" fmla="*/ 3078830 w 4828239"/>
                <a:gd name="connsiteY28" fmla="*/ 4709153 h 4951702"/>
                <a:gd name="connsiteX29" fmla="*/ 2850010 w 4828239"/>
                <a:gd name="connsiteY29" fmla="*/ 4817842 h 4951702"/>
                <a:gd name="connsiteX30" fmla="*/ 2352052 w 4828239"/>
                <a:gd name="connsiteY30" fmla="*/ 4942876 h 4951702"/>
                <a:gd name="connsiteX31" fmla="*/ 2223840 w 4828239"/>
                <a:gd name="connsiteY31" fmla="*/ 4950958 h 4951702"/>
                <a:gd name="connsiteX32" fmla="*/ 2191787 w 4828239"/>
                <a:gd name="connsiteY32" fmla="*/ 4951684 h 4951702"/>
                <a:gd name="connsiteX33" fmla="*/ 2159825 w 4828239"/>
                <a:gd name="connsiteY33" fmla="*/ 4951503 h 4951702"/>
                <a:gd name="connsiteX34" fmla="*/ 2127953 w 4828239"/>
                <a:gd name="connsiteY34" fmla="*/ 4951139 h 4951702"/>
                <a:gd name="connsiteX35" fmla="*/ 2096990 w 4828239"/>
                <a:gd name="connsiteY35" fmla="*/ 4949959 h 4951702"/>
                <a:gd name="connsiteX36" fmla="*/ 1849646 w 4828239"/>
                <a:gd name="connsiteY36" fmla="*/ 4930255 h 4951702"/>
                <a:gd name="connsiteX37" fmla="*/ 1603845 w 4828239"/>
                <a:gd name="connsiteY37" fmla="*/ 4886852 h 4951702"/>
                <a:gd name="connsiteX38" fmla="*/ 1362403 w 4828239"/>
                <a:gd name="connsiteY38" fmla="*/ 4818841 h 4951702"/>
                <a:gd name="connsiteX39" fmla="*/ 900222 w 4828239"/>
                <a:gd name="connsiteY39" fmla="*/ 4614355 h 4951702"/>
                <a:gd name="connsiteX40" fmla="*/ 510682 w 4828239"/>
                <a:gd name="connsiteY40" fmla="*/ 4296004 h 4951702"/>
                <a:gd name="connsiteX41" fmla="*/ 352778 w 4828239"/>
                <a:gd name="connsiteY41" fmla="*/ 4104412 h 4951702"/>
                <a:gd name="connsiteX42" fmla="*/ 214850 w 4828239"/>
                <a:gd name="connsiteY42" fmla="*/ 3901561 h 4951702"/>
                <a:gd name="connsiteX43" fmla="*/ 182615 w 4828239"/>
                <a:gd name="connsiteY43" fmla="*/ 3849894 h 4951702"/>
                <a:gd name="connsiteX44" fmla="*/ 151833 w 4828239"/>
                <a:gd name="connsiteY44" fmla="*/ 3799772 h 4951702"/>
                <a:gd name="connsiteX45" fmla="*/ 91087 w 4828239"/>
                <a:gd name="connsiteY45" fmla="*/ 3702614 h 4951702"/>
                <a:gd name="connsiteX46" fmla="*/ 0 w 4828239"/>
                <a:gd name="connsiteY46" fmla="*/ 3558952 h 4951702"/>
                <a:gd name="connsiteX47" fmla="*/ 0 w 4828239"/>
                <a:gd name="connsiteY47" fmla="*/ 3152786 h 4951702"/>
                <a:gd name="connsiteX48" fmla="*/ 21078 w 4828239"/>
                <a:gd name="connsiteY48" fmla="*/ 3185589 h 4951702"/>
                <a:gd name="connsiteX49" fmla="*/ 159097 w 4828239"/>
                <a:gd name="connsiteY49" fmla="*/ 3365285 h 4951702"/>
                <a:gd name="connsiteX50" fmla="*/ 308466 w 4828239"/>
                <a:gd name="connsiteY50" fmla="*/ 3546344 h 4951702"/>
                <a:gd name="connsiteX51" fmla="*/ 382742 w 4828239"/>
                <a:gd name="connsiteY51" fmla="*/ 3640869 h 4951702"/>
                <a:gd name="connsiteX52" fmla="*/ 418427 w 4828239"/>
                <a:gd name="connsiteY52" fmla="*/ 3687269 h 4951702"/>
                <a:gd name="connsiteX53" fmla="*/ 453386 w 4828239"/>
                <a:gd name="connsiteY53" fmla="*/ 3731671 h 4951702"/>
                <a:gd name="connsiteX54" fmla="*/ 753758 w 4828239"/>
                <a:gd name="connsiteY54" fmla="*/ 4059829 h 4951702"/>
                <a:gd name="connsiteX55" fmla="*/ 913479 w 4828239"/>
                <a:gd name="connsiteY55" fmla="*/ 4207472 h 4951702"/>
                <a:gd name="connsiteX56" fmla="*/ 1080736 w 4828239"/>
                <a:gd name="connsiteY56" fmla="*/ 4343584 h 4951702"/>
                <a:gd name="connsiteX57" fmla="*/ 1454385 w 4828239"/>
                <a:gd name="connsiteY57" fmla="*/ 4558875 h 4951702"/>
                <a:gd name="connsiteX58" fmla="*/ 1663411 w 4828239"/>
                <a:gd name="connsiteY58" fmla="*/ 4619712 h 4951702"/>
                <a:gd name="connsiteX59" fmla="*/ 1716984 w 4828239"/>
                <a:gd name="connsiteY59" fmla="*/ 4630427 h 4951702"/>
                <a:gd name="connsiteX60" fmla="*/ 1771011 w 4828239"/>
                <a:gd name="connsiteY60" fmla="*/ 4639417 h 4951702"/>
                <a:gd name="connsiteX61" fmla="*/ 1880064 w 4828239"/>
                <a:gd name="connsiteY61" fmla="*/ 4652311 h 4951702"/>
                <a:gd name="connsiteX62" fmla="*/ 1934909 w 4828239"/>
                <a:gd name="connsiteY62" fmla="*/ 4656487 h 4951702"/>
                <a:gd name="connsiteX63" fmla="*/ 1989935 w 4828239"/>
                <a:gd name="connsiteY63" fmla="*/ 4659393 h 4951702"/>
                <a:gd name="connsiteX64" fmla="*/ 2045142 w 4828239"/>
                <a:gd name="connsiteY64" fmla="*/ 4660664 h 4951702"/>
                <a:gd name="connsiteX65" fmla="*/ 2100440 w 4828239"/>
                <a:gd name="connsiteY65" fmla="*/ 4660392 h 4951702"/>
                <a:gd name="connsiteX66" fmla="*/ 2128135 w 4828239"/>
                <a:gd name="connsiteY66" fmla="*/ 4660119 h 4951702"/>
                <a:gd name="connsiteX67" fmla="*/ 2154831 w 4828239"/>
                <a:gd name="connsiteY67" fmla="*/ 4658939 h 4951702"/>
                <a:gd name="connsiteX68" fmla="*/ 2181436 w 4828239"/>
                <a:gd name="connsiteY68" fmla="*/ 4657577 h 4951702"/>
                <a:gd name="connsiteX69" fmla="*/ 2207950 w 4828239"/>
                <a:gd name="connsiteY69" fmla="*/ 4655398 h 4951702"/>
                <a:gd name="connsiteX70" fmla="*/ 2313098 w 4828239"/>
                <a:gd name="connsiteY70" fmla="*/ 4642413 h 4951702"/>
                <a:gd name="connsiteX71" fmla="*/ 2713625 w 4828239"/>
                <a:gd name="connsiteY71" fmla="*/ 4510932 h 4951702"/>
                <a:gd name="connsiteX72" fmla="*/ 3083643 w 4828239"/>
                <a:gd name="connsiteY72" fmla="*/ 4280386 h 4951702"/>
                <a:gd name="connsiteX73" fmla="*/ 3173355 w 4828239"/>
                <a:gd name="connsiteY73" fmla="*/ 4212648 h 4951702"/>
                <a:gd name="connsiteX74" fmla="*/ 3263067 w 4828239"/>
                <a:gd name="connsiteY74" fmla="*/ 4142640 h 4951702"/>
                <a:gd name="connsiteX75" fmla="*/ 3444762 w 4828239"/>
                <a:gd name="connsiteY75" fmla="*/ 3997357 h 4951702"/>
                <a:gd name="connsiteX76" fmla="*/ 3818229 w 4828239"/>
                <a:gd name="connsiteY76" fmla="*/ 3716144 h 4951702"/>
                <a:gd name="connsiteX77" fmla="*/ 4166182 w 4828239"/>
                <a:gd name="connsiteY77" fmla="*/ 3436474 h 4951702"/>
                <a:gd name="connsiteX78" fmla="*/ 4444399 w 4828239"/>
                <a:gd name="connsiteY78" fmla="*/ 3115943 h 4951702"/>
                <a:gd name="connsiteX79" fmla="*/ 4539196 w 4828239"/>
                <a:gd name="connsiteY79" fmla="*/ 2929618 h 4951702"/>
                <a:gd name="connsiteX80" fmla="*/ 4596946 w 4828239"/>
                <a:gd name="connsiteY80" fmla="*/ 2726040 h 4951702"/>
                <a:gd name="connsiteX81" fmla="*/ 4612927 w 4828239"/>
                <a:gd name="connsiteY81" fmla="*/ 2619257 h 4951702"/>
                <a:gd name="connsiteX82" fmla="*/ 4615561 w 4828239"/>
                <a:gd name="connsiteY82" fmla="*/ 2592198 h 4951702"/>
                <a:gd name="connsiteX83" fmla="*/ 4617558 w 4828239"/>
                <a:gd name="connsiteY83" fmla="*/ 2564595 h 4951702"/>
                <a:gd name="connsiteX84" fmla="*/ 4620464 w 4828239"/>
                <a:gd name="connsiteY84" fmla="*/ 2507571 h 4951702"/>
                <a:gd name="connsiteX85" fmla="*/ 4615470 w 4828239"/>
                <a:gd name="connsiteY85" fmla="*/ 2279568 h 4951702"/>
                <a:gd name="connsiteX86" fmla="*/ 4583416 w 4828239"/>
                <a:gd name="connsiteY86" fmla="*/ 2054379 h 4951702"/>
                <a:gd name="connsiteX87" fmla="*/ 4529026 w 4828239"/>
                <a:gd name="connsiteY87" fmla="*/ 1834639 h 4951702"/>
                <a:gd name="connsiteX88" fmla="*/ 4388556 w 4828239"/>
                <a:gd name="connsiteY88" fmla="*/ 1408324 h 4951702"/>
                <a:gd name="connsiteX89" fmla="*/ 4292851 w 4828239"/>
                <a:gd name="connsiteY89" fmla="*/ 1205927 h 4951702"/>
                <a:gd name="connsiteX90" fmla="*/ 4264975 w 4828239"/>
                <a:gd name="connsiteY90" fmla="*/ 1157439 h 4951702"/>
                <a:gd name="connsiteX91" fmla="*/ 4235646 w 4828239"/>
                <a:gd name="connsiteY91" fmla="*/ 1109859 h 4951702"/>
                <a:gd name="connsiteX92" fmla="*/ 4204591 w 4828239"/>
                <a:gd name="connsiteY92" fmla="*/ 1063368 h 4951702"/>
                <a:gd name="connsiteX93" fmla="*/ 4172175 w 4828239"/>
                <a:gd name="connsiteY93" fmla="*/ 1017876 h 4951702"/>
                <a:gd name="connsiteX94" fmla="*/ 3865265 w 4828239"/>
                <a:gd name="connsiteY94" fmla="*/ 697618 h 4951702"/>
                <a:gd name="connsiteX95" fmla="*/ 3495792 w 4828239"/>
                <a:gd name="connsiteY95" fmla="*/ 456267 h 4951702"/>
                <a:gd name="connsiteX96" fmla="*/ 3080011 w 4828239"/>
                <a:gd name="connsiteY96" fmla="*/ 304719 h 4951702"/>
                <a:gd name="connsiteX97" fmla="*/ 2638805 w 4828239"/>
                <a:gd name="connsiteY97" fmla="*/ 241884 h 4951702"/>
                <a:gd name="connsiteX98" fmla="*/ 2191696 w 4828239"/>
                <a:gd name="connsiteY98" fmla="*/ 257865 h 4951702"/>
                <a:gd name="connsiteX99" fmla="*/ 1752851 w 4828239"/>
                <a:gd name="connsiteY99" fmla="*/ 350120 h 4951702"/>
                <a:gd name="connsiteX100" fmla="*/ 1333074 w 4828239"/>
                <a:gd name="connsiteY100" fmla="*/ 510657 h 4951702"/>
                <a:gd name="connsiteX101" fmla="*/ 582960 w 4828239"/>
                <a:gd name="connsiteY101" fmla="*/ 1003893 h 4951702"/>
                <a:gd name="connsiteX102" fmla="*/ 276322 w 4828239"/>
                <a:gd name="connsiteY102" fmla="*/ 1333049 h 4951702"/>
                <a:gd name="connsiteX103" fmla="*/ 33882 w 4828239"/>
                <a:gd name="connsiteY103" fmla="*/ 1711057 h 4951702"/>
                <a:gd name="connsiteX104" fmla="*/ 0 w 4828239"/>
                <a:gd name="connsiteY104" fmla="*/ 1785501 h 4951702"/>
                <a:gd name="connsiteX105" fmla="*/ 0 w 4828239"/>
                <a:gd name="connsiteY105" fmla="*/ 1377082 h 4951702"/>
                <a:gd name="connsiteX106" fmla="*/ 111188 w 4828239"/>
                <a:gd name="connsiteY106" fmla="*/ 1208333 h 4951702"/>
                <a:gd name="connsiteX107" fmla="*/ 431321 w 4828239"/>
                <a:gd name="connsiteY107" fmla="*/ 841539 h 4951702"/>
                <a:gd name="connsiteX108" fmla="*/ 807876 w 4828239"/>
                <a:gd name="connsiteY108" fmla="*/ 533448 h 4951702"/>
                <a:gd name="connsiteX109" fmla="*/ 1228743 w 4828239"/>
                <a:gd name="connsiteY109" fmla="*/ 288828 h 4951702"/>
                <a:gd name="connsiteX110" fmla="*/ 2163003 w 4828239"/>
                <a:gd name="connsiteY110" fmla="*/ 19056 h 4951702"/>
                <a:gd name="connsiteX111" fmla="*/ 2407249 w 4828239"/>
                <a:gd name="connsiteY111" fmla="*/ 1168 h 4951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</a:cxnLst>
              <a:rect l="l" t="t" r="r" b="b"/>
              <a:pathLst>
                <a:path w="4828239" h="4951702">
                  <a:moveTo>
                    <a:pt x="2407249" y="1168"/>
                  </a:moveTo>
                  <a:cubicBezTo>
                    <a:pt x="2488914" y="-1193"/>
                    <a:pt x="2570658" y="33"/>
                    <a:pt x="2651971" y="4800"/>
                  </a:cubicBezTo>
                  <a:cubicBezTo>
                    <a:pt x="2814869" y="14698"/>
                    <a:pt x="2977677" y="38942"/>
                    <a:pt x="3136762" y="80075"/>
                  </a:cubicBezTo>
                  <a:cubicBezTo>
                    <a:pt x="3295846" y="121117"/>
                    <a:pt x="3451209" y="179231"/>
                    <a:pt x="3598035" y="254778"/>
                  </a:cubicBezTo>
                  <a:cubicBezTo>
                    <a:pt x="3744680" y="330325"/>
                    <a:pt x="3883516" y="422670"/>
                    <a:pt x="4006734" y="532540"/>
                  </a:cubicBezTo>
                  <a:cubicBezTo>
                    <a:pt x="4130043" y="642320"/>
                    <a:pt x="4238460" y="767354"/>
                    <a:pt x="4333530" y="900560"/>
                  </a:cubicBezTo>
                  <a:lnTo>
                    <a:pt x="4368761" y="950864"/>
                  </a:lnTo>
                  <a:lnTo>
                    <a:pt x="4402539" y="1002077"/>
                  </a:lnTo>
                  <a:cubicBezTo>
                    <a:pt x="4413436" y="1019329"/>
                    <a:pt x="4424604" y="1036491"/>
                    <a:pt x="4435319" y="1053834"/>
                  </a:cubicBezTo>
                  <a:lnTo>
                    <a:pt x="4466918" y="1106317"/>
                  </a:lnTo>
                  <a:cubicBezTo>
                    <a:pt x="4508233" y="1176779"/>
                    <a:pt x="4547187" y="1248604"/>
                    <a:pt x="4582327" y="1322244"/>
                  </a:cubicBezTo>
                  <a:cubicBezTo>
                    <a:pt x="4652789" y="1469524"/>
                    <a:pt x="4707088" y="1624523"/>
                    <a:pt x="4740322" y="1783517"/>
                  </a:cubicBezTo>
                  <a:cubicBezTo>
                    <a:pt x="4756848" y="1863060"/>
                    <a:pt x="4768380" y="1943238"/>
                    <a:pt x="4777370" y="2023507"/>
                  </a:cubicBezTo>
                  <a:cubicBezTo>
                    <a:pt x="4786540" y="2103685"/>
                    <a:pt x="4793895" y="2183772"/>
                    <a:pt x="4801432" y="2263678"/>
                  </a:cubicBezTo>
                  <a:cubicBezTo>
                    <a:pt x="4808605" y="2343674"/>
                    <a:pt x="4814961" y="2423670"/>
                    <a:pt x="4820591" y="2503848"/>
                  </a:cubicBezTo>
                  <a:lnTo>
                    <a:pt x="4824496" y="2564050"/>
                  </a:lnTo>
                  <a:cubicBezTo>
                    <a:pt x="4825222" y="2573947"/>
                    <a:pt x="4825676" y="2584571"/>
                    <a:pt x="4826221" y="2595013"/>
                  </a:cubicBezTo>
                  <a:cubicBezTo>
                    <a:pt x="4826766" y="2605455"/>
                    <a:pt x="4827311" y="2615989"/>
                    <a:pt x="4827492" y="2626522"/>
                  </a:cubicBezTo>
                  <a:cubicBezTo>
                    <a:pt x="4828854" y="2668563"/>
                    <a:pt x="4828400" y="2710967"/>
                    <a:pt x="4825767" y="2753462"/>
                  </a:cubicBezTo>
                  <a:cubicBezTo>
                    <a:pt x="4815960" y="2923534"/>
                    <a:pt x="4770287" y="3094877"/>
                    <a:pt x="4696465" y="3252055"/>
                  </a:cubicBezTo>
                  <a:cubicBezTo>
                    <a:pt x="4622825" y="3409687"/>
                    <a:pt x="4521308" y="3551156"/>
                    <a:pt x="4409077" y="3675464"/>
                  </a:cubicBezTo>
                  <a:cubicBezTo>
                    <a:pt x="4352961" y="3737845"/>
                    <a:pt x="4294031" y="3796321"/>
                    <a:pt x="4233920" y="3851983"/>
                  </a:cubicBezTo>
                  <a:cubicBezTo>
                    <a:pt x="4173809" y="3907645"/>
                    <a:pt x="4112882" y="3961218"/>
                    <a:pt x="4051318" y="4012430"/>
                  </a:cubicBezTo>
                  <a:cubicBezTo>
                    <a:pt x="3928463" y="4115308"/>
                    <a:pt x="3802884" y="4209107"/>
                    <a:pt x="3680392" y="4301543"/>
                  </a:cubicBezTo>
                  <a:lnTo>
                    <a:pt x="3587048" y="4372096"/>
                  </a:lnTo>
                  <a:cubicBezTo>
                    <a:pt x="3555449" y="4395795"/>
                    <a:pt x="3523578" y="4419676"/>
                    <a:pt x="3491161" y="4443103"/>
                  </a:cubicBezTo>
                  <a:cubicBezTo>
                    <a:pt x="3458836" y="4466621"/>
                    <a:pt x="3426147" y="4490047"/>
                    <a:pt x="3392914" y="4513202"/>
                  </a:cubicBezTo>
                  <a:cubicBezTo>
                    <a:pt x="3359590" y="4536175"/>
                    <a:pt x="3325993" y="4558966"/>
                    <a:pt x="3291579" y="4581303"/>
                  </a:cubicBezTo>
                  <a:cubicBezTo>
                    <a:pt x="3223114" y="4626069"/>
                    <a:pt x="3152471" y="4669472"/>
                    <a:pt x="3078830" y="4709153"/>
                  </a:cubicBezTo>
                  <a:cubicBezTo>
                    <a:pt x="3005281" y="4749014"/>
                    <a:pt x="2929189" y="4786061"/>
                    <a:pt x="2850010" y="4817842"/>
                  </a:cubicBezTo>
                  <a:cubicBezTo>
                    <a:pt x="2692378" y="4882312"/>
                    <a:pt x="2523032" y="4925806"/>
                    <a:pt x="2352052" y="4942876"/>
                  </a:cubicBezTo>
                  <a:cubicBezTo>
                    <a:pt x="2309285" y="4946963"/>
                    <a:pt x="2266517" y="4950050"/>
                    <a:pt x="2223840" y="4950958"/>
                  </a:cubicBezTo>
                  <a:lnTo>
                    <a:pt x="2191787" y="4951684"/>
                  </a:lnTo>
                  <a:cubicBezTo>
                    <a:pt x="2181163" y="4951775"/>
                    <a:pt x="2170449" y="4951503"/>
                    <a:pt x="2159825" y="4951503"/>
                  </a:cubicBezTo>
                  <a:lnTo>
                    <a:pt x="2127953" y="4951139"/>
                  </a:lnTo>
                  <a:lnTo>
                    <a:pt x="2096990" y="4949959"/>
                  </a:lnTo>
                  <a:cubicBezTo>
                    <a:pt x="2014542" y="4947326"/>
                    <a:pt x="1931912" y="4940788"/>
                    <a:pt x="1849646" y="4930255"/>
                  </a:cubicBezTo>
                  <a:cubicBezTo>
                    <a:pt x="1767288" y="4920267"/>
                    <a:pt x="1685113" y="4905920"/>
                    <a:pt x="1603845" y="4886852"/>
                  </a:cubicBezTo>
                  <a:cubicBezTo>
                    <a:pt x="1522668" y="4867601"/>
                    <a:pt x="1442127" y="4844811"/>
                    <a:pt x="1362403" y="4818841"/>
                  </a:cubicBezTo>
                  <a:cubicBezTo>
                    <a:pt x="1203228" y="4766449"/>
                    <a:pt x="1045868" y="4701253"/>
                    <a:pt x="900222" y="4614355"/>
                  </a:cubicBezTo>
                  <a:cubicBezTo>
                    <a:pt x="754485" y="4527639"/>
                    <a:pt x="624366" y="4417678"/>
                    <a:pt x="510682" y="4296004"/>
                  </a:cubicBezTo>
                  <a:cubicBezTo>
                    <a:pt x="453568" y="4235258"/>
                    <a:pt x="401629" y="4170607"/>
                    <a:pt x="352778" y="4104412"/>
                  </a:cubicBezTo>
                  <a:cubicBezTo>
                    <a:pt x="304199" y="4037945"/>
                    <a:pt x="257980" y="3970479"/>
                    <a:pt x="214850" y="3901561"/>
                  </a:cubicBezTo>
                  <a:cubicBezTo>
                    <a:pt x="203772" y="3884490"/>
                    <a:pt x="193330" y="3867147"/>
                    <a:pt x="182615" y="3849894"/>
                  </a:cubicBezTo>
                  <a:lnTo>
                    <a:pt x="151833" y="3799772"/>
                  </a:lnTo>
                  <a:cubicBezTo>
                    <a:pt x="132129" y="3767356"/>
                    <a:pt x="111699" y="3735212"/>
                    <a:pt x="91087" y="3702614"/>
                  </a:cubicBezTo>
                  <a:lnTo>
                    <a:pt x="0" y="3558952"/>
                  </a:lnTo>
                  <a:lnTo>
                    <a:pt x="0" y="3152786"/>
                  </a:lnTo>
                  <a:lnTo>
                    <a:pt x="21078" y="3185589"/>
                  </a:lnTo>
                  <a:cubicBezTo>
                    <a:pt x="63392" y="3246607"/>
                    <a:pt x="110427" y="3305810"/>
                    <a:pt x="159097" y="3365285"/>
                  </a:cubicBezTo>
                  <a:cubicBezTo>
                    <a:pt x="207767" y="3424851"/>
                    <a:pt x="258616" y="3484417"/>
                    <a:pt x="308466" y="3546344"/>
                  </a:cubicBezTo>
                  <a:cubicBezTo>
                    <a:pt x="333437" y="3577217"/>
                    <a:pt x="358135" y="3608816"/>
                    <a:pt x="382742" y="3640869"/>
                  </a:cubicBezTo>
                  <a:lnTo>
                    <a:pt x="418427" y="3687269"/>
                  </a:lnTo>
                  <a:cubicBezTo>
                    <a:pt x="430141" y="3702069"/>
                    <a:pt x="441309" y="3717233"/>
                    <a:pt x="453386" y="3731671"/>
                  </a:cubicBezTo>
                  <a:cubicBezTo>
                    <a:pt x="547638" y="3849168"/>
                    <a:pt x="649881" y="3957313"/>
                    <a:pt x="753758" y="4059829"/>
                  </a:cubicBezTo>
                  <a:cubicBezTo>
                    <a:pt x="805970" y="4110859"/>
                    <a:pt x="859089" y="4160164"/>
                    <a:pt x="913479" y="4207472"/>
                  </a:cubicBezTo>
                  <a:cubicBezTo>
                    <a:pt x="967869" y="4254780"/>
                    <a:pt x="1023258" y="4300544"/>
                    <a:pt x="1080736" y="4343584"/>
                  </a:cubicBezTo>
                  <a:cubicBezTo>
                    <a:pt x="1195237" y="4429846"/>
                    <a:pt x="1318727" y="4506937"/>
                    <a:pt x="1454385" y="4558875"/>
                  </a:cubicBezTo>
                  <a:cubicBezTo>
                    <a:pt x="1522033" y="4584845"/>
                    <a:pt x="1592132" y="4604730"/>
                    <a:pt x="1663411" y="4619712"/>
                  </a:cubicBezTo>
                  <a:cubicBezTo>
                    <a:pt x="1681299" y="4623254"/>
                    <a:pt x="1699006" y="4627340"/>
                    <a:pt x="1716984" y="4630427"/>
                  </a:cubicBezTo>
                  <a:lnTo>
                    <a:pt x="1771011" y="4639417"/>
                  </a:lnTo>
                  <a:cubicBezTo>
                    <a:pt x="1807241" y="4644229"/>
                    <a:pt x="1843471" y="4649314"/>
                    <a:pt x="1880064" y="4652311"/>
                  </a:cubicBezTo>
                  <a:cubicBezTo>
                    <a:pt x="1898316" y="4654036"/>
                    <a:pt x="1916567" y="4655670"/>
                    <a:pt x="1934909" y="4656487"/>
                  </a:cubicBezTo>
                  <a:cubicBezTo>
                    <a:pt x="1953251" y="4657395"/>
                    <a:pt x="1971502" y="4658848"/>
                    <a:pt x="1989935" y="4659393"/>
                  </a:cubicBezTo>
                  <a:lnTo>
                    <a:pt x="2045142" y="4660664"/>
                  </a:lnTo>
                  <a:cubicBezTo>
                    <a:pt x="2063484" y="4661118"/>
                    <a:pt x="2082008" y="4660482"/>
                    <a:pt x="2100440" y="4660392"/>
                  </a:cubicBezTo>
                  <a:lnTo>
                    <a:pt x="2128135" y="4660119"/>
                  </a:lnTo>
                  <a:cubicBezTo>
                    <a:pt x="2137124" y="4659847"/>
                    <a:pt x="2145932" y="4659302"/>
                    <a:pt x="2154831" y="4658939"/>
                  </a:cubicBezTo>
                  <a:cubicBezTo>
                    <a:pt x="2163729" y="4658485"/>
                    <a:pt x="2172628" y="4658212"/>
                    <a:pt x="2181436" y="4657577"/>
                  </a:cubicBezTo>
                  <a:lnTo>
                    <a:pt x="2207950" y="4655398"/>
                  </a:lnTo>
                  <a:cubicBezTo>
                    <a:pt x="2243272" y="4652583"/>
                    <a:pt x="2278321" y="4647861"/>
                    <a:pt x="2313098" y="4642413"/>
                  </a:cubicBezTo>
                  <a:cubicBezTo>
                    <a:pt x="2452298" y="4619349"/>
                    <a:pt x="2586139" y="4574221"/>
                    <a:pt x="2713625" y="4510932"/>
                  </a:cubicBezTo>
                  <a:cubicBezTo>
                    <a:pt x="2841565" y="4448369"/>
                    <a:pt x="2963330" y="4368282"/>
                    <a:pt x="3083643" y="4280386"/>
                  </a:cubicBezTo>
                  <a:cubicBezTo>
                    <a:pt x="3113698" y="4258503"/>
                    <a:pt x="3143572" y="4235712"/>
                    <a:pt x="3173355" y="4212648"/>
                  </a:cubicBezTo>
                  <a:cubicBezTo>
                    <a:pt x="3203319" y="4189675"/>
                    <a:pt x="3233193" y="4166339"/>
                    <a:pt x="3263067" y="4142640"/>
                  </a:cubicBezTo>
                  <a:lnTo>
                    <a:pt x="3444762" y="3997357"/>
                  </a:lnTo>
                  <a:cubicBezTo>
                    <a:pt x="3569432" y="3898473"/>
                    <a:pt x="3695284" y="3806401"/>
                    <a:pt x="3818229" y="3716144"/>
                  </a:cubicBezTo>
                  <a:cubicBezTo>
                    <a:pt x="3941084" y="3625886"/>
                    <a:pt x="4059309" y="3534721"/>
                    <a:pt x="4166182" y="3436474"/>
                  </a:cubicBezTo>
                  <a:cubicBezTo>
                    <a:pt x="4273056" y="3338408"/>
                    <a:pt x="4369578" y="3233895"/>
                    <a:pt x="4444399" y="3115943"/>
                  </a:cubicBezTo>
                  <a:cubicBezTo>
                    <a:pt x="4481809" y="3057013"/>
                    <a:pt x="4513772" y="2994905"/>
                    <a:pt x="4539196" y="2929618"/>
                  </a:cubicBezTo>
                  <a:cubicBezTo>
                    <a:pt x="4564802" y="2864422"/>
                    <a:pt x="4583235" y="2796139"/>
                    <a:pt x="4596946" y="2726040"/>
                  </a:cubicBezTo>
                  <a:cubicBezTo>
                    <a:pt x="4603756" y="2690991"/>
                    <a:pt x="4609204" y="2655306"/>
                    <a:pt x="4612927" y="2619257"/>
                  </a:cubicBezTo>
                  <a:cubicBezTo>
                    <a:pt x="4614017" y="2610268"/>
                    <a:pt x="4614743" y="2601188"/>
                    <a:pt x="4615561" y="2592198"/>
                  </a:cubicBezTo>
                  <a:cubicBezTo>
                    <a:pt x="4616287" y="2583118"/>
                    <a:pt x="4617195" y="2574220"/>
                    <a:pt x="4617558" y="2564595"/>
                  </a:cubicBezTo>
                  <a:lnTo>
                    <a:pt x="4620464" y="2507571"/>
                  </a:lnTo>
                  <a:cubicBezTo>
                    <a:pt x="4623097" y="2431479"/>
                    <a:pt x="4621462" y="2355297"/>
                    <a:pt x="4615470" y="2279568"/>
                  </a:cubicBezTo>
                  <a:cubicBezTo>
                    <a:pt x="4609658" y="2203748"/>
                    <a:pt x="4598490" y="2128564"/>
                    <a:pt x="4583416" y="2054379"/>
                  </a:cubicBezTo>
                  <a:cubicBezTo>
                    <a:pt x="4568162" y="1980194"/>
                    <a:pt x="4549094" y="1907008"/>
                    <a:pt x="4529026" y="1834639"/>
                  </a:cubicBezTo>
                  <a:cubicBezTo>
                    <a:pt x="4488983" y="1689810"/>
                    <a:pt x="4444762" y="1546888"/>
                    <a:pt x="4388556" y="1408324"/>
                  </a:cubicBezTo>
                  <a:cubicBezTo>
                    <a:pt x="4360407" y="1339133"/>
                    <a:pt x="4328990" y="1271213"/>
                    <a:pt x="4292851" y="1205927"/>
                  </a:cubicBezTo>
                  <a:cubicBezTo>
                    <a:pt x="4284043" y="1189492"/>
                    <a:pt x="4274327" y="1173511"/>
                    <a:pt x="4264975" y="1157439"/>
                  </a:cubicBezTo>
                  <a:cubicBezTo>
                    <a:pt x="4255350" y="1141458"/>
                    <a:pt x="4245361" y="1125749"/>
                    <a:pt x="4235646" y="1109859"/>
                  </a:cubicBezTo>
                  <a:lnTo>
                    <a:pt x="4204591" y="1063368"/>
                  </a:lnTo>
                  <a:lnTo>
                    <a:pt x="4172175" y="1017876"/>
                  </a:lnTo>
                  <a:cubicBezTo>
                    <a:pt x="4083462" y="898290"/>
                    <a:pt x="3979312" y="791326"/>
                    <a:pt x="3865265" y="697618"/>
                  </a:cubicBezTo>
                  <a:cubicBezTo>
                    <a:pt x="3751490" y="603638"/>
                    <a:pt x="3627909" y="521917"/>
                    <a:pt x="3495792" y="456267"/>
                  </a:cubicBezTo>
                  <a:cubicBezTo>
                    <a:pt x="3363766" y="390436"/>
                    <a:pt x="3224022" y="339950"/>
                    <a:pt x="3080011" y="304719"/>
                  </a:cubicBezTo>
                  <a:cubicBezTo>
                    <a:pt x="2935999" y="269397"/>
                    <a:pt x="2787992" y="249057"/>
                    <a:pt x="2638805" y="241884"/>
                  </a:cubicBezTo>
                  <a:cubicBezTo>
                    <a:pt x="2489345" y="234347"/>
                    <a:pt x="2340067" y="239341"/>
                    <a:pt x="2191696" y="257865"/>
                  </a:cubicBezTo>
                  <a:cubicBezTo>
                    <a:pt x="2043417" y="276479"/>
                    <a:pt x="1896500" y="307624"/>
                    <a:pt x="1752851" y="350120"/>
                  </a:cubicBezTo>
                  <a:cubicBezTo>
                    <a:pt x="1609112" y="392433"/>
                    <a:pt x="1468914" y="447187"/>
                    <a:pt x="1333074" y="510657"/>
                  </a:cubicBezTo>
                  <a:cubicBezTo>
                    <a:pt x="1060578" y="636236"/>
                    <a:pt x="806151" y="802767"/>
                    <a:pt x="582960" y="1003893"/>
                  </a:cubicBezTo>
                  <a:cubicBezTo>
                    <a:pt x="471728" y="1104774"/>
                    <a:pt x="368668" y="1214825"/>
                    <a:pt x="276322" y="1333049"/>
                  </a:cubicBezTo>
                  <a:cubicBezTo>
                    <a:pt x="183795" y="1451092"/>
                    <a:pt x="102164" y="1577669"/>
                    <a:pt x="33882" y="1711057"/>
                  </a:cubicBezTo>
                  <a:lnTo>
                    <a:pt x="0" y="1785501"/>
                  </a:lnTo>
                  <a:lnTo>
                    <a:pt x="0" y="1377082"/>
                  </a:lnTo>
                  <a:lnTo>
                    <a:pt x="111188" y="1208333"/>
                  </a:lnTo>
                  <a:cubicBezTo>
                    <a:pt x="206927" y="1076920"/>
                    <a:pt x="314732" y="954315"/>
                    <a:pt x="431321" y="841539"/>
                  </a:cubicBezTo>
                  <a:cubicBezTo>
                    <a:pt x="548183" y="728763"/>
                    <a:pt x="674488" y="625885"/>
                    <a:pt x="807876" y="533448"/>
                  </a:cubicBezTo>
                  <a:cubicBezTo>
                    <a:pt x="941446" y="441103"/>
                    <a:pt x="1082007" y="358837"/>
                    <a:pt x="1228743" y="288828"/>
                  </a:cubicBezTo>
                  <a:cubicBezTo>
                    <a:pt x="1522578" y="149811"/>
                    <a:pt x="1838931" y="57919"/>
                    <a:pt x="2163003" y="19056"/>
                  </a:cubicBezTo>
                  <a:cubicBezTo>
                    <a:pt x="2243998" y="9477"/>
                    <a:pt x="2325584" y="3529"/>
                    <a:pt x="2407249" y="1168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: Shape 12">
              <a:extLst>
                <a:ext uri="{FF2B5EF4-FFF2-40B4-BE49-F238E27FC236}">
                  <a16:creationId xmlns:a16="http://schemas.microsoft.com/office/drawing/2014/main" id="{B2935CA6-94DE-46EF-8BB1-9DB074B6C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960593"/>
              <a:ext cx="4814598" cy="4884231"/>
            </a:xfrm>
            <a:custGeom>
              <a:avLst/>
              <a:gdLst>
                <a:gd name="connsiteX0" fmla="*/ 2550817 w 4814598"/>
                <a:gd name="connsiteY0" fmla="*/ 544811 h 4884231"/>
                <a:gd name="connsiteX1" fmla="*/ 1694919 w 4814598"/>
                <a:gd name="connsiteY1" fmla="*/ 709526 h 4884231"/>
                <a:gd name="connsiteX2" fmla="*/ 932184 w 4814598"/>
                <a:gd name="connsiteY2" fmla="*/ 1163171 h 4884231"/>
                <a:gd name="connsiteX3" fmla="*/ 407894 w 4814598"/>
                <a:gd name="connsiteY3" fmla="*/ 1812768 h 4884231"/>
                <a:gd name="connsiteX4" fmla="*/ 220025 w 4814598"/>
                <a:gd name="connsiteY4" fmla="*/ 2558977 h 4884231"/>
                <a:gd name="connsiteX5" fmla="*/ 530204 w 4814598"/>
                <a:gd name="connsiteY5" fmla="*/ 3236995 h 4884231"/>
                <a:gd name="connsiteX6" fmla="*/ 697098 w 4814598"/>
                <a:gd name="connsiteY6" fmla="*/ 3471717 h 4884231"/>
                <a:gd name="connsiteX7" fmla="*/ 1333800 w 4814598"/>
                <a:gd name="connsiteY7" fmla="*/ 4121677 h 4884231"/>
                <a:gd name="connsiteX8" fmla="*/ 2170902 w 4814598"/>
                <a:gd name="connsiteY8" fmla="*/ 4339420 h 4884231"/>
                <a:gd name="connsiteX9" fmla="*/ 2709357 w 4814598"/>
                <a:gd name="connsiteY9" fmla="*/ 4200765 h 4884231"/>
                <a:gd name="connsiteX10" fmla="*/ 3290852 w 4814598"/>
                <a:gd name="connsiteY10" fmla="*/ 3800420 h 4884231"/>
                <a:gd name="connsiteX11" fmla="*/ 3434410 w 4814598"/>
                <a:gd name="connsiteY11" fmla="*/ 3689188 h 4884231"/>
                <a:gd name="connsiteX12" fmla="*/ 4069660 w 4814598"/>
                <a:gd name="connsiteY12" fmla="*/ 3124945 h 4884231"/>
                <a:gd name="connsiteX13" fmla="*/ 4269787 w 4814598"/>
                <a:gd name="connsiteY13" fmla="*/ 2558977 h 4884231"/>
                <a:gd name="connsiteX14" fmla="*/ 3797526 w 4814598"/>
                <a:gd name="connsiteY14" fmla="*/ 1099701 h 4884231"/>
                <a:gd name="connsiteX15" fmla="*/ 3273691 w 4814598"/>
                <a:gd name="connsiteY15" fmla="*/ 695179 h 4884231"/>
                <a:gd name="connsiteX16" fmla="*/ 2550817 w 4814598"/>
                <a:gd name="connsiteY16" fmla="*/ 544811 h 4884231"/>
                <a:gd name="connsiteX17" fmla="*/ 2550817 w 4814598"/>
                <a:gd name="connsiteY17" fmla="*/ 0 h 4884231"/>
                <a:gd name="connsiteX18" fmla="*/ 4814598 w 4814598"/>
                <a:gd name="connsiteY18" fmla="*/ 2558977 h 4884231"/>
                <a:gd name="connsiteX19" fmla="*/ 3626365 w 4814598"/>
                <a:gd name="connsiteY19" fmla="*/ 4229640 h 4884231"/>
                <a:gd name="connsiteX20" fmla="*/ 2170902 w 4814598"/>
                <a:gd name="connsiteY20" fmla="*/ 4884231 h 4884231"/>
                <a:gd name="connsiteX21" fmla="*/ 246267 w 4814598"/>
                <a:gd name="connsiteY21" fmla="*/ 3777538 h 4884231"/>
                <a:gd name="connsiteX22" fmla="*/ 40127 w 4814598"/>
                <a:gd name="connsiteY22" fmla="*/ 3489366 h 4884231"/>
                <a:gd name="connsiteX23" fmla="*/ 0 w 4814598"/>
                <a:gd name="connsiteY23" fmla="*/ 3432245 h 4884231"/>
                <a:gd name="connsiteX24" fmla="*/ 0 w 4814598"/>
                <a:gd name="connsiteY24" fmla="*/ 1432577 h 4884231"/>
                <a:gd name="connsiteX25" fmla="*/ 54624 w 4814598"/>
                <a:gd name="connsiteY25" fmla="*/ 1339196 h 4884231"/>
                <a:gd name="connsiteX26" fmla="*/ 2550817 w 4814598"/>
                <a:gd name="connsiteY26" fmla="*/ 0 h 4884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814598" h="4884231">
                  <a:moveTo>
                    <a:pt x="2550817" y="544811"/>
                  </a:moveTo>
                  <a:cubicBezTo>
                    <a:pt x="2270966" y="544811"/>
                    <a:pt x="1974952" y="601744"/>
                    <a:pt x="1694919" y="709526"/>
                  </a:cubicBezTo>
                  <a:cubicBezTo>
                    <a:pt x="1417883" y="816127"/>
                    <a:pt x="1154103" y="973032"/>
                    <a:pt x="932184" y="1163171"/>
                  </a:cubicBezTo>
                  <a:cubicBezTo>
                    <a:pt x="710536" y="1353038"/>
                    <a:pt x="529296" y="1577682"/>
                    <a:pt x="407894" y="1812768"/>
                  </a:cubicBezTo>
                  <a:cubicBezTo>
                    <a:pt x="283223" y="2054210"/>
                    <a:pt x="220025" y="2305277"/>
                    <a:pt x="220025" y="2558977"/>
                  </a:cubicBezTo>
                  <a:cubicBezTo>
                    <a:pt x="220025" y="2801418"/>
                    <a:pt x="315095" y="2942070"/>
                    <a:pt x="530204" y="3236995"/>
                  </a:cubicBezTo>
                  <a:cubicBezTo>
                    <a:pt x="584050" y="3310817"/>
                    <a:pt x="639711" y="3387181"/>
                    <a:pt x="697098" y="3471717"/>
                  </a:cubicBezTo>
                  <a:cubicBezTo>
                    <a:pt x="900040" y="3770818"/>
                    <a:pt x="1108249" y="3983476"/>
                    <a:pt x="1333800" y="4121677"/>
                  </a:cubicBezTo>
                  <a:cubicBezTo>
                    <a:pt x="1572882" y="4268231"/>
                    <a:pt x="1846740" y="4339420"/>
                    <a:pt x="2170902" y="4339420"/>
                  </a:cubicBezTo>
                  <a:cubicBezTo>
                    <a:pt x="2354867" y="4339420"/>
                    <a:pt x="2525938" y="4295381"/>
                    <a:pt x="2709357" y="4200765"/>
                  </a:cubicBezTo>
                  <a:cubicBezTo>
                    <a:pt x="2897680" y="4103607"/>
                    <a:pt x="3084097" y="3961956"/>
                    <a:pt x="3290852" y="3800420"/>
                  </a:cubicBezTo>
                  <a:cubicBezTo>
                    <a:pt x="3339340" y="3762556"/>
                    <a:pt x="3387647" y="3725236"/>
                    <a:pt x="3434410" y="3689188"/>
                  </a:cubicBezTo>
                  <a:cubicBezTo>
                    <a:pt x="3682844" y="3497505"/>
                    <a:pt x="3917476" y="3316446"/>
                    <a:pt x="4069660" y="3124945"/>
                  </a:cubicBezTo>
                  <a:cubicBezTo>
                    <a:pt x="4209948" y="2948426"/>
                    <a:pt x="4269787" y="2779172"/>
                    <a:pt x="4269787" y="2558977"/>
                  </a:cubicBezTo>
                  <a:cubicBezTo>
                    <a:pt x="4269787" y="1980933"/>
                    <a:pt x="4102076" y="1462636"/>
                    <a:pt x="3797526" y="1099701"/>
                  </a:cubicBezTo>
                  <a:cubicBezTo>
                    <a:pt x="3650427" y="924453"/>
                    <a:pt x="3474272" y="788342"/>
                    <a:pt x="3273691" y="695179"/>
                  </a:cubicBezTo>
                  <a:cubicBezTo>
                    <a:pt x="3058944" y="595388"/>
                    <a:pt x="2815686" y="544811"/>
                    <a:pt x="2550817" y="544811"/>
                  </a:cubicBezTo>
                  <a:close/>
                  <a:moveTo>
                    <a:pt x="2550817" y="0"/>
                  </a:moveTo>
                  <a:cubicBezTo>
                    <a:pt x="3970050" y="0"/>
                    <a:pt x="4814598" y="1145647"/>
                    <a:pt x="4814598" y="2558977"/>
                  </a:cubicBezTo>
                  <a:cubicBezTo>
                    <a:pt x="4814598" y="3376738"/>
                    <a:pt x="4225839" y="3761193"/>
                    <a:pt x="3626365" y="4229640"/>
                  </a:cubicBezTo>
                  <a:cubicBezTo>
                    <a:pt x="3189699" y="4570874"/>
                    <a:pt x="2769014" y="4884231"/>
                    <a:pt x="2170902" y="4884231"/>
                  </a:cubicBezTo>
                  <a:cubicBezTo>
                    <a:pt x="1283950" y="4884231"/>
                    <a:pt x="708085" y="4458279"/>
                    <a:pt x="246267" y="3777538"/>
                  </a:cubicBezTo>
                  <a:cubicBezTo>
                    <a:pt x="176985" y="3675432"/>
                    <a:pt x="106654" y="3581344"/>
                    <a:pt x="40127" y="3489366"/>
                  </a:cubicBezTo>
                  <a:lnTo>
                    <a:pt x="0" y="3432245"/>
                  </a:lnTo>
                  <a:lnTo>
                    <a:pt x="0" y="1432577"/>
                  </a:lnTo>
                  <a:lnTo>
                    <a:pt x="54624" y="1339196"/>
                  </a:lnTo>
                  <a:cubicBezTo>
                    <a:pt x="578230" y="541497"/>
                    <a:pt x="1569352" y="0"/>
                    <a:pt x="255081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: Shape 13">
              <a:extLst>
                <a:ext uri="{FF2B5EF4-FFF2-40B4-BE49-F238E27FC236}">
                  <a16:creationId xmlns:a16="http://schemas.microsoft.com/office/drawing/2014/main" id="{2352A8D1-612B-42BB-A925-A3EF53F720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960593"/>
              <a:ext cx="4814598" cy="4884231"/>
            </a:xfrm>
            <a:custGeom>
              <a:avLst/>
              <a:gdLst>
                <a:gd name="connsiteX0" fmla="*/ 2550817 w 4814598"/>
                <a:gd name="connsiteY0" fmla="*/ 454009 h 4884231"/>
                <a:gd name="connsiteX1" fmla="*/ 1662321 w 4814598"/>
                <a:gd name="connsiteY1" fmla="*/ 624807 h 4884231"/>
                <a:gd name="connsiteX2" fmla="*/ 873072 w 4814598"/>
                <a:gd name="connsiteY2" fmla="*/ 1094253 h 4884231"/>
                <a:gd name="connsiteX3" fmla="*/ 327171 w 4814598"/>
                <a:gd name="connsiteY3" fmla="*/ 1771181 h 4884231"/>
                <a:gd name="connsiteX4" fmla="*/ 129223 w 4814598"/>
                <a:gd name="connsiteY4" fmla="*/ 2558977 h 4884231"/>
                <a:gd name="connsiteX5" fmla="*/ 456836 w 4814598"/>
                <a:gd name="connsiteY5" fmla="*/ 3290477 h 4884231"/>
                <a:gd name="connsiteX6" fmla="*/ 621914 w 4814598"/>
                <a:gd name="connsiteY6" fmla="*/ 3522657 h 4884231"/>
                <a:gd name="connsiteX7" fmla="*/ 2170902 w 4814598"/>
                <a:gd name="connsiteY7" fmla="*/ 4430222 h 4884231"/>
                <a:gd name="connsiteX8" fmla="*/ 3346786 w 4814598"/>
                <a:gd name="connsiteY8" fmla="*/ 3871881 h 4884231"/>
                <a:gd name="connsiteX9" fmla="*/ 3489890 w 4814598"/>
                <a:gd name="connsiteY9" fmla="*/ 3761012 h 4884231"/>
                <a:gd name="connsiteX10" fmla="*/ 4140757 w 4814598"/>
                <a:gd name="connsiteY10" fmla="*/ 3181424 h 4884231"/>
                <a:gd name="connsiteX11" fmla="*/ 4360589 w 4814598"/>
                <a:gd name="connsiteY11" fmla="*/ 2558977 h 4884231"/>
                <a:gd name="connsiteX12" fmla="*/ 3867171 w 4814598"/>
                <a:gd name="connsiteY12" fmla="*/ 1041315 h 4884231"/>
                <a:gd name="connsiteX13" fmla="*/ 3312009 w 4814598"/>
                <a:gd name="connsiteY13" fmla="*/ 612822 h 4884231"/>
                <a:gd name="connsiteX14" fmla="*/ 2550817 w 4814598"/>
                <a:gd name="connsiteY14" fmla="*/ 454009 h 4884231"/>
                <a:gd name="connsiteX15" fmla="*/ 2550817 w 4814598"/>
                <a:gd name="connsiteY15" fmla="*/ 0 h 4884231"/>
                <a:gd name="connsiteX16" fmla="*/ 4814598 w 4814598"/>
                <a:gd name="connsiteY16" fmla="*/ 2558977 h 4884231"/>
                <a:gd name="connsiteX17" fmla="*/ 3626365 w 4814598"/>
                <a:gd name="connsiteY17" fmla="*/ 4229640 h 4884231"/>
                <a:gd name="connsiteX18" fmla="*/ 2170902 w 4814598"/>
                <a:gd name="connsiteY18" fmla="*/ 4884231 h 4884231"/>
                <a:gd name="connsiteX19" fmla="*/ 246267 w 4814598"/>
                <a:gd name="connsiteY19" fmla="*/ 3777538 h 4884231"/>
                <a:gd name="connsiteX20" fmla="*/ 40127 w 4814598"/>
                <a:gd name="connsiteY20" fmla="*/ 3489366 h 4884231"/>
                <a:gd name="connsiteX21" fmla="*/ 0 w 4814598"/>
                <a:gd name="connsiteY21" fmla="*/ 3432245 h 4884231"/>
                <a:gd name="connsiteX22" fmla="*/ 0 w 4814598"/>
                <a:gd name="connsiteY22" fmla="*/ 1432577 h 4884231"/>
                <a:gd name="connsiteX23" fmla="*/ 54624 w 4814598"/>
                <a:gd name="connsiteY23" fmla="*/ 1339196 h 4884231"/>
                <a:gd name="connsiteX24" fmla="*/ 2550817 w 4814598"/>
                <a:gd name="connsiteY24" fmla="*/ 0 h 4884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814598" h="4884231">
                  <a:moveTo>
                    <a:pt x="2550817" y="454009"/>
                  </a:moveTo>
                  <a:cubicBezTo>
                    <a:pt x="2255802" y="454009"/>
                    <a:pt x="1956792" y="511396"/>
                    <a:pt x="1662321" y="624807"/>
                  </a:cubicBezTo>
                  <a:cubicBezTo>
                    <a:pt x="1375660" y="735041"/>
                    <a:pt x="1102800" y="897394"/>
                    <a:pt x="873072" y="1094253"/>
                  </a:cubicBezTo>
                  <a:cubicBezTo>
                    <a:pt x="639348" y="1294471"/>
                    <a:pt x="455656" y="1522293"/>
                    <a:pt x="327171" y="1771181"/>
                  </a:cubicBezTo>
                  <a:cubicBezTo>
                    <a:pt x="195872" y="2025607"/>
                    <a:pt x="129223" y="2290658"/>
                    <a:pt x="129223" y="2558977"/>
                  </a:cubicBezTo>
                  <a:cubicBezTo>
                    <a:pt x="129223" y="2829294"/>
                    <a:pt x="235552" y="2987108"/>
                    <a:pt x="456836" y="3290477"/>
                  </a:cubicBezTo>
                  <a:cubicBezTo>
                    <a:pt x="510228" y="3363663"/>
                    <a:pt x="565435" y="3439392"/>
                    <a:pt x="621914" y="3522657"/>
                  </a:cubicBezTo>
                  <a:cubicBezTo>
                    <a:pt x="1053495" y="4158815"/>
                    <a:pt x="1516766" y="4430222"/>
                    <a:pt x="2170902" y="4430222"/>
                  </a:cubicBezTo>
                  <a:cubicBezTo>
                    <a:pt x="2600213" y="4430222"/>
                    <a:pt x="2915205" y="4209119"/>
                    <a:pt x="3346786" y="3871881"/>
                  </a:cubicBezTo>
                  <a:cubicBezTo>
                    <a:pt x="3395002" y="3834198"/>
                    <a:pt x="3443218" y="3796969"/>
                    <a:pt x="3489890" y="3761012"/>
                  </a:cubicBezTo>
                  <a:cubicBezTo>
                    <a:pt x="3742864" y="3565879"/>
                    <a:pt x="3981763" y="3381551"/>
                    <a:pt x="4140757" y="3181424"/>
                  </a:cubicBezTo>
                  <a:cubicBezTo>
                    <a:pt x="4292760" y="2990104"/>
                    <a:pt x="4360589" y="2798149"/>
                    <a:pt x="4360589" y="2558977"/>
                  </a:cubicBezTo>
                  <a:cubicBezTo>
                    <a:pt x="4360589" y="1959594"/>
                    <a:pt x="4185341" y="1420595"/>
                    <a:pt x="3867171" y="1041315"/>
                  </a:cubicBezTo>
                  <a:cubicBezTo>
                    <a:pt x="3711446" y="855807"/>
                    <a:pt x="3524667" y="711614"/>
                    <a:pt x="3312009" y="612822"/>
                  </a:cubicBezTo>
                  <a:cubicBezTo>
                    <a:pt x="3085095" y="507491"/>
                    <a:pt x="2829034" y="454009"/>
                    <a:pt x="2550817" y="454009"/>
                  </a:cubicBezTo>
                  <a:close/>
                  <a:moveTo>
                    <a:pt x="2550817" y="0"/>
                  </a:moveTo>
                  <a:cubicBezTo>
                    <a:pt x="3970050" y="0"/>
                    <a:pt x="4814598" y="1145647"/>
                    <a:pt x="4814598" y="2558977"/>
                  </a:cubicBezTo>
                  <a:cubicBezTo>
                    <a:pt x="4814598" y="3376738"/>
                    <a:pt x="4225839" y="3761193"/>
                    <a:pt x="3626365" y="4229640"/>
                  </a:cubicBezTo>
                  <a:cubicBezTo>
                    <a:pt x="3189699" y="4570874"/>
                    <a:pt x="2769014" y="4884231"/>
                    <a:pt x="2170902" y="4884231"/>
                  </a:cubicBezTo>
                  <a:cubicBezTo>
                    <a:pt x="1283950" y="4884231"/>
                    <a:pt x="708085" y="4458279"/>
                    <a:pt x="246267" y="3777538"/>
                  </a:cubicBezTo>
                  <a:cubicBezTo>
                    <a:pt x="176985" y="3675432"/>
                    <a:pt x="106654" y="3581344"/>
                    <a:pt x="40127" y="3489366"/>
                  </a:cubicBezTo>
                  <a:lnTo>
                    <a:pt x="0" y="3432245"/>
                  </a:lnTo>
                  <a:lnTo>
                    <a:pt x="0" y="1432577"/>
                  </a:lnTo>
                  <a:lnTo>
                    <a:pt x="54624" y="1339196"/>
                  </a:lnTo>
                  <a:cubicBezTo>
                    <a:pt x="578230" y="541497"/>
                    <a:pt x="1569352" y="0"/>
                    <a:pt x="255081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 useBgFill="1">
          <p:nvSpPr>
            <p:cNvPr id="23" name="Freeform: Shape 14">
              <a:extLst>
                <a:ext uri="{FF2B5EF4-FFF2-40B4-BE49-F238E27FC236}">
                  <a16:creationId xmlns:a16="http://schemas.microsoft.com/office/drawing/2014/main" id="{0858A699-36FD-4E40-A79C-7B11883C91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96695"/>
              <a:ext cx="4850918" cy="5212025"/>
            </a:xfrm>
            <a:custGeom>
              <a:avLst/>
              <a:gdLst>
                <a:gd name="connsiteX0" fmla="*/ 2244906 w 4850918"/>
                <a:gd name="connsiteY0" fmla="*/ 0 h 5212025"/>
                <a:gd name="connsiteX1" fmla="*/ 4850918 w 4850918"/>
                <a:gd name="connsiteY1" fmla="*/ 2606013 h 5212025"/>
                <a:gd name="connsiteX2" fmla="*/ 2244906 w 4850918"/>
                <a:gd name="connsiteY2" fmla="*/ 5212025 h 5212025"/>
                <a:gd name="connsiteX3" fmla="*/ 83949 w 4850918"/>
                <a:gd name="connsiteY3" fmla="*/ 4063077 h 5212025"/>
                <a:gd name="connsiteX4" fmla="*/ 0 w 4850918"/>
                <a:gd name="connsiteY4" fmla="*/ 3924890 h 5212025"/>
                <a:gd name="connsiteX5" fmla="*/ 0 w 4850918"/>
                <a:gd name="connsiteY5" fmla="*/ 3598606 h 5212025"/>
                <a:gd name="connsiteX6" fmla="*/ 15357 w 4850918"/>
                <a:gd name="connsiteY6" fmla="*/ 3619452 h 5212025"/>
                <a:gd name="connsiteX7" fmla="*/ 107340 w 4850918"/>
                <a:gd name="connsiteY7" fmla="*/ 3738402 h 5212025"/>
                <a:gd name="connsiteX8" fmla="*/ 168177 w 4850918"/>
                <a:gd name="connsiteY8" fmla="*/ 3816401 h 5212025"/>
                <a:gd name="connsiteX9" fmla="*/ 245086 w 4850918"/>
                <a:gd name="connsiteY9" fmla="*/ 3916919 h 5212025"/>
                <a:gd name="connsiteX10" fmla="*/ 284403 w 4850918"/>
                <a:gd name="connsiteY10" fmla="*/ 3970310 h 5212025"/>
                <a:gd name="connsiteX11" fmla="*/ 319634 w 4850918"/>
                <a:gd name="connsiteY11" fmla="*/ 4018253 h 5212025"/>
                <a:gd name="connsiteX12" fmla="*/ 319816 w 4850918"/>
                <a:gd name="connsiteY12" fmla="*/ 4018435 h 5212025"/>
                <a:gd name="connsiteX13" fmla="*/ 319998 w 4850918"/>
                <a:gd name="connsiteY13" fmla="*/ 4018617 h 5212025"/>
                <a:gd name="connsiteX14" fmla="*/ 381652 w 4850918"/>
                <a:gd name="connsiteY14" fmla="*/ 4099884 h 5212025"/>
                <a:gd name="connsiteX15" fmla="*/ 393547 w 4850918"/>
                <a:gd name="connsiteY15" fmla="*/ 4115230 h 5212025"/>
                <a:gd name="connsiteX16" fmla="*/ 399540 w 4850918"/>
                <a:gd name="connsiteY16" fmla="*/ 4122676 h 5212025"/>
                <a:gd name="connsiteX17" fmla="*/ 470547 w 4850918"/>
                <a:gd name="connsiteY17" fmla="*/ 4208756 h 5212025"/>
                <a:gd name="connsiteX18" fmla="*/ 633445 w 4850918"/>
                <a:gd name="connsiteY18" fmla="*/ 4384730 h 5212025"/>
                <a:gd name="connsiteX19" fmla="*/ 997833 w 4850918"/>
                <a:gd name="connsiteY19" fmla="*/ 4677384 h 5212025"/>
                <a:gd name="connsiteX20" fmla="*/ 1198505 w 4850918"/>
                <a:gd name="connsiteY20" fmla="*/ 4786982 h 5212025"/>
                <a:gd name="connsiteX21" fmla="*/ 1198687 w 4850918"/>
                <a:gd name="connsiteY21" fmla="*/ 4787073 h 5212025"/>
                <a:gd name="connsiteX22" fmla="*/ 1198869 w 4850918"/>
                <a:gd name="connsiteY22" fmla="*/ 4787164 h 5212025"/>
                <a:gd name="connsiteX23" fmla="*/ 1410709 w 4850918"/>
                <a:gd name="connsiteY23" fmla="*/ 4869975 h 5212025"/>
                <a:gd name="connsiteX24" fmla="*/ 1631902 w 4850918"/>
                <a:gd name="connsiteY24" fmla="*/ 4927271 h 5212025"/>
                <a:gd name="connsiteX25" fmla="*/ 1744134 w 4850918"/>
                <a:gd name="connsiteY25" fmla="*/ 4946157 h 5212025"/>
                <a:gd name="connsiteX26" fmla="*/ 1856819 w 4850918"/>
                <a:gd name="connsiteY26" fmla="*/ 4958961 h 5212025"/>
                <a:gd name="connsiteX27" fmla="*/ 2090089 w 4850918"/>
                <a:gd name="connsiteY27" fmla="*/ 4969130 h 5212025"/>
                <a:gd name="connsiteX28" fmla="*/ 2101802 w 4850918"/>
                <a:gd name="connsiteY28" fmla="*/ 4969130 h 5212025"/>
                <a:gd name="connsiteX29" fmla="*/ 2117238 w 4850918"/>
                <a:gd name="connsiteY29" fmla="*/ 4969221 h 5212025"/>
                <a:gd name="connsiteX30" fmla="*/ 2147294 w 4850918"/>
                <a:gd name="connsiteY30" fmla="*/ 4968767 h 5212025"/>
                <a:gd name="connsiteX31" fmla="*/ 2147566 w 4850918"/>
                <a:gd name="connsiteY31" fmla="*/ 4968767 h 5212025"/>
                <a:gd name="connsiteX32" fmla="*/ 2147838 w 4850918"/>
                <a:gd name="connsiteY32" fmla="*/ 4968767 h 5212025"/>
                <a:gd name="connsiteX33" fmla="*/ 2176078 w 4850918"/>
                <a:gd name="connsiteY33" fmla="*/ 4968041 h 5212025"/>
                <a:gd name="connsiteX34" fmla="*/ 2204499 w 4850918"/>
                <a:gd name="connsiteY34" fmla="*/ 4966588 h 5212025"/>
                <a:gd name="connsiteX35" fmla="*/ 2315822 w 4850918"/>
                <a:gd name="connsiteY35" fmla="*/ 4956872 h 5212025"/>
                <a:gd name="connsiteX36" fmla="*/ 2746222 w 4850918"/>
                <a:gd name="connsiteY36" fmla="*/ 4840555 h 5212025"/>
                <a:gd name="connsiteX37" fmla="*/ 2950617 w 4850918"/>
                <a:gd name="connsiteY37" fmla="*/ 4739220 h 5212025"/>
                <a:gd name="connsiteX38" fmla="*/ 3148929 w 4850918"/>
                <a:gd name="connsiteY38" fmla="*/ 4615367 h 5212025"/>
                <a:gd name="connsiteX39" fmla="*/ 3342791 w 4850918"/>
                <a:gd name="connsiteY39" fmla="*/ 4474533 h 5212025"/>
                <a:gd name="connsiteX40" fmla="*/ 3438496 w 4850918"/>
                <a:gd name="connsiteY40" fmla="*/ 4399894 h 5212025"/>
                <a:gd name="connsiteX41" fmla="*/ 3536108 w 4850918"/>
                <a:gd name="connsiteY41" fmla="*/ 4321804 h 5212025"/>
                <a:gd name="connsiteX42" fmla="*/ 3700641 w 4850918"/>
                <a:gd name="connsiteY42" fmla="*/ 4192956 h 5212025"/>
                <a:gd name="connsiteX43" fmla="*/ 3927282 w 4850918"/>
                <a:gd name="connsiteY43" fmla="*/ 4014258 h 5212025"/>
                <a:gd name="connsiteX44" fmla="*/ 4279230 w 4850918"/>
                <a:gd name="connsiteY44" fmla="*/ 3693909 h 5212025"/>
                <a:gd name="connsiteX45" fmla="*/ 4424785 w 4850918"/>
                <a:gd name="connsiteY45" fmla="*/ 3517209 h 5212025"/>
                <a:gd name="connsiteX46" fmla="*/ 4539922 w 4850918"/>
                <a:gd name="connsiteY46" fmla="*/ 3324800 h 5212025"/>
                <a:gd name="connsiteX47" fmla="*/ 4660234 w 4850918"/>
                <a:gd name="connsiteY47" fmla="*/ 2893945 h 5212025"/>
                <a:gd name="connsiteX48" fmla="*/ 4667045 w 4850918"/>
                <a:gd name="connsiteY48" fmla="*/ 2779081 h 5212025"/>
                <a:gd name="connsiteX49" fmla="*/ 4667135 w 4850918"/>
                <a:gd name="connsiteY49" fmla="*/ 2774632 h 5212025"/>
                <a:gd name="connsiteX50" fmla="*/ 4667408 w 4850918"/>
                <a:gd name="connsiteY50" fmla="*/ 2719787 h 5212025"/>
                <a:gd name="connsiteX51" fmla="*/ 4667317 w 4850918"/>
                <a:gd name="connsiteY51" fmla="*/ 2702444 h 5212025"/>
                <a:gd name="connsiteX52" fmla="*/ 4666772 w 4850918"/>
                <a:gd name="connsiteY52" fmla="*/ 2658950 h 5212025"/>
                <a:gd name="connsiteX53" fmla="*/ 4654787 w 4850918"/>
                <a:gd name="connsiteY53" fmla="*/ 2416691 h 5212025"/>
                <a:gd name="connsiteX54" fmla="*/ 4581781 w 4850918"/>
                <a:gd name="connsiteY54" fmla="*/ 1936985 h 5212025"/>
                <a:gd name="connsiteX55" fmla="*/ 4435046 w 4850918"/>
                <a:gd name="connsiteY55" fmla="*/ 1474894 h 5212025"/>
                <a:gd name="connsiteX56" fmla="*/ 4386104 w 4850918"/>
                <a:gd name="connsiteY56" fmla="*/ 1364116 h 5212025"/>
                <a:gd name="connsiteX57" fmla="*/ 4331623 w 4850918"/>
                <a:gd name="connsiteY57" fmla="*/ 1255698 h 5212025"/>
                <a:gd name="connsiteX58" fmla="*/ 4206861 w 4850918"/>
                <a:gd name="connsiteY58" fmla="*/ 1048216 h 5212025"/>
                <a:gd name="connsiteX59" fmla="*/ 3895592 w 4850918"/>
                <a:gd name="connsiteY59" fmla="*/ 681922 h 5212025"/>
                <a:gd name="connsiteX60" fmla="*/ 3710356 w 4850918"/>
                <a:gd name="connsiteY60" fmla="*/ 530192 h 5212025"/>
                <a:gd name="connsiteX61" fmla="*/ 3507777 w 4850918"/>
                <a:gd name="connsiteY61" fmla="*/ 403705 h 5212025"/>
                <a:gd name="connsiteX62" fmla="*/ 3065936 w 4850918"/>
                <a:gd name="connsiteY62" fmla="*/ 232543 h 5212025"/>
                <a:gd name="connsiteX63" fmla="*/ 2834573 w 4850918"/>
                <a:gd name="connsiteY63" fmla="*/ 187233 h 5212025"/>
                <a:gd name="connsiteX64" fmla="*/ 2601212 w 4850918"/>
                <a:gd name="connsiteY64" fmla="*/ 166894 h 5212025"/>
                <a:gd name="connsiteX65" fmla="*/ 2499332 w 4850918"/>
                <a:gd name="connsiteY65" fmla="*/ 164715 h 5212025"/>
                <a:gd name="connsiteX66" fmla="*/ 2131857 w 4850918"/>
                <a:gd name="connsiteY66" fmla="*/ 192046 h 5212025"/>
                <a:gd name="connsiteX67" fmla="*/ 1901130 w 4850918"/>
                <a:gd name="connsiteY67" fmla="*/ 237084 h 5212025"/>
                <a:gd name="connsiteX68" fmla="*/ 1674579 w 4850918"/>
                <a:gd name="connsiteY68" fmla="*/ 301553 h 5212025"/>
                <a:gd name="connsiteX69" fmla="*/ 1453477 w 4850918"/>
                <a:gd name="connsiteY69" fmla="*/ 383819 h 5212025"/>
                <a:gd name="connsiteX70" fmla="*/ 1238821 w 4850918"/>
                <a:gd name="connsiteY70" fmla="*/ 483338 h 5212025"/>
                <a:gd name="connsiteX71" fmla="*/ 831666 w 4850918"/>
                <a:gd name="connsiteY71" fmla="*/ 727777 h 5212025"/>
                <a:gd name="connsiteX72" fmla="*/ 735416 w 4850918"/>
                <a:gd name="connsiteY72" fmla="*/ 798148 h 5212025"/>
                <a:gd name="connsiteX73" fmla="*/ 735234 w 4850918"/>
                <a:gd name="connsiteY73" fmla="*/ 798330 h 5212025"/>
                <a:gd name="connsiteX74" fmla="*/ 735053 w 4850918"/>
                <a:gd name="connsiteY74" fmla="*/ 798511 h 5212025"/>
                <a:gd name="connsiteX75" fmla="*/ 695554 w 4850918"/>
                <a:gd name="connsiteY75" fmla="*/ 828748 h 5212025"/>
                <a:gd name="connsiteX76" fmla="*/ 687563 w 4850918"/>
                <a:gd name="connsiteY76" fmla="*/ 835014 h 5212025"/>
                <a:gd name="connsiteX77" fmla="*/ 641254 w 4850918"/>
                <a:gd name="connsiteY77" fmla="*/ 871970 h 5212025"/>
                <a:gd name="connsiteX78" fmla="*/ 461013 w 4850918"/>
                <a:gd name="connsiteY78" fmla="*/ 1030147 h 5212025"/>
                <a:gd name="connsiteX79" fmla="*/ 139938 w 4850918"/>
                <a:gd name="connsiteY79" fmla="*/ 1388360 h 5212025"/>
                <a:gd name="connsiteX80" fmla="*/ 3281 w 4850918"/>
                <a:gd name="connsiteY80" fmla="*/ 1587670 h 5212025"/>
                <a:gd name="connsiteX81" fmla="*/ 0 w 4850918"/>
                <a:gd name="connsiteY81" fmla="*/ 1593348 h 5212025"/>
                <a:gd name="connsiteX82" fmla="*/ 0 w 4850918"/>
                <a:gd name="connsiteY82" fmla="*/ 1287136 h 5212025"/>
                <a:gd name="connsiteX83" fmla="*/ 83949 w 4850918"/>
                <a:gd name="connsiteY83" fmla="*/ 1148949 h 5212025"/>
                <a:gd name="connsiteX84" fmla="*/ 2244906 w 4850918"/>
                <a:gd name="connsiteY84" fmla="*/ 0 h 5212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850918" h="5212025">
                  <a:moveTo>
                    <a:pt x="2244906" y="0"/>
                  </a:moveTo>
                  <a:cubicBezTo>
                    <a:pt x="3684206" y="0"/>
                    <a:pt x="4850918" y="1166713"/>
                    <a:pt x="4850918" y="2606013"/>
                  </a:cubicBezTo>
                  <a:cubicBezTo>
                    <a:pt x="4850918" y="4045313"/>
                    <a:pt x="3684206" y="5212025"/>
                    <a:pt x="2244906" y="5212025"/>
                  </a:cubicBezTo>
                  <a:cubicBezTo>
                    <a:pt x="1345344" y="5212025"/>
                    <a:pt x="552260" y="4756278"/>
                    <a:pt x="83949" y="4063077"/>
                  </a:cubicBezTo>
                  <a:lnTo>
                    <a:pt x="0" y="3924890"/>
                  </a:lnTo>
                  <a:lnTo>
                    <a:pt x="0" y="3598606"/>
                  </a:lnTo>
                  <a:lnTo>
                    <a:pt x="15357" y="3619452"/>
                  </a:lnTo>
                  <a:cubicBezTo>
                    <a:pt x="45413" y="3659314"/>
                    <a:pt x="76921" y="3699539"/>
                    <a:pt x="107340" y="3738402"/>
                  </a:cubicBezTo>
                  <a:cubicBezTo>
                    <a:pt x="127316" y="3763917"/>
                    <a:pt x="148019" y="3790250"/>
                    <a:pt x="168177" y="3816401"/>
                  </a:cubicBezTo>
                  <a:cubicBezTo>
                    <a:pt x="189334" y="3843732"/>
                    <a:pt x="217210" y="3879781"/>
                    <a:pt x="245086" y="3916919"/>
                  </a:cubicBezTo>
                  <a:cubicBezTo>
                    <a:pt x="258343" y="3934443"/>
                    <a:pt x="271600" y="3952695"/>
                    <a:pt x="284403" y="3970310"/>
                  </a:cubicBezTo>
                  <a:cubicBezTo>
                    <a:pt x="296571" y="3987018"/>
                    <a:pt x="308102" y="4002908"/>
                    <a:pt x="319634" y="4018253"/>
                  </a:cubicBezTo>
                  <a:lnTo>
                    <a:pt x="319816" y="4018435"/>
                  </a:lnTo>
                  <a:lnTo>
                    <a:pt x="319998" y="4018617"/>
                  </a:lnTo>
                  <a:cubicBezTo>
                    <a:pt x="339883" y="4045948"/>
                    <a:pt x="361131" y="4073370"/>
                    <a:pt x="381652" y="4099884"/>
                  </a:cubicBezTo>
                  <a:lnTo>
                    <a:pt x="393547" y="4115230"/>
                  </a:lnTo>
                  <a:lnTo>
                    <a:pt x="399540" y="4122676"/>
                  </a:lnTo>
                  <a:cubicBezTo>
                    <a:pt x="422604" y="4151187"/>
                    <a:pt x="446303" y="4180698"/>
                    <a:pt x="470547" y="4208756"/>
                  </a:cubicBezTo>
                  <a:cubicBezTo>
                    <a:pt x="523848" y="4271228"/>
                    <a:pt x="578692" y="4330430"/>
                    <a:pt x="633445" y="4384730"/>
                  </a:cubicBezTo>
                  <a:cubicBezTo>
                    <a:pt x="750035" y="4499776"/>
                    <a:pt x="872708" y="4598296"/>
                    <a:pt x="997833" y="4677384"/>
                  </a:cubicBezTo>
                  <a:cubicBezTo>
                    <a:pt x="1068659" y="4721786"/>
                    <a:pt x="1134218" y="4757653"/>
                    <a:pt x="1198505" y="4786982"/>
                  </a:cubicBezTo>
                  <a:lnTo>
                    <a:pt x="1198687" y="4787073"/>
                  </a:lnTo>
                  <a:lnTo>
                    <a:pt x="1198869" y="4787164"/>
                  </a:lnTo>
                  <a:cubicBezTo>
                    <a:pt x="1264246" y="4817945"/>
                    <a:pt x="1335525" y="4845821"/>
                    <a:pt x="1410709" y="4869975"/>
                  </a:cubicBezTo>
                  <a:cubicBezTo>
                    <a:pt x="1479900" y="4892221"/>
                    <a:pt x="1554358" y="4911562"/>
                    <a:pt x="1631902" y="4927271"/>
                  </a:cubicBezTo>
                  <a:cubicBezTo>
                    <a:pt x="1667588" y="4934353"/>
                    <a:pt x="1705452" y="4940709"/>
                    <a:pt x="1744134" y="4946157"/>
                  </a:cubicBezTo>
                  <a:cubicBezTo>
                    <a:pt x="1780454" y="4951243"/>
                    <a:pt x="1818409" y="4955510"/>
                    <a:pt x="1856819" y="4958961"/>
                  </a:cubicBezTo>
                  <a:cubicBezTo>
                    <a:pt x="1930277" y="4965680"/>
                    <a:pt x="2006551" y="4968949"/>
                    <a:pt x="2090089" y="4969130"/>
                  </a:cubicBezTo>
                  <a:lnTo>
                    <a:pt x="2101802" y="4969130"/>
                  </a:lnTo>
                  <a:cubicBezTo>
                    <a:pt x="2106978" y="4969221"/>
                    <a:pt x="2112063" y="4969221"/>
                    <a:pt x="2117238" y="4969221"/>
                  </a:cubicBezTo>
                  <a:cubicBezTo>
                    <a:pt x="2129678" y="4969221"/>
                    <a:pt x="2138940" y="4969130"/>
                    <a:pt x="2147294" y="4968767"/>
                  </a:cubicBezTo>
                  <a:lnTo>
                    <a:pt x="2147566" y="4968767"/>
                  </a:lnTo>
                  <a:lnTo>
                    <a:pt x="2147838" y="4968767"/>
                  </a:lnTo>
                  <a:lnTo>
                    <a:pt x="2176078" y="4968041"/>
                  </a:lnTo>
                  <a:lnTo>
                    <a:pt x="2204499" y="4966588"/>
                  </a:lnTo>
                  <a:cubicBezTo>
                    <a:pt x="2236824" y="4965135"/>
                    <a:pt x="2271238" y="4962138"/>
                    <a:pt x="2315822" y="4956872"/>
                  </a:cubicBezTo>
                  <a:cubicBezTo>
                    <a:pt x="2460651" y="4939166"/>
                    <a:pt x="2605480" y="4900030"/>
                    <a:pt x="2746222" y="4840555"/>
                  </a:cubicBezTo>
                  <a:cubicBezTo>
                    <a:pt x="2810783" y="4813587"/>
                    <a:pt x="2877613" y="4780444"/>
                    <a:pt x="2950617" y="4739220"/>
                  </a:cubicBezTo>
                  <a:cubicBezTo>
                    <a:pt x="3013452" y="4703989"/>
                    <a:pt x="3078285" y="4663492"/>
                    <a:pt x="3148929" y="4615367"/>
                  </a:cubicBezTo>
                  <a:cubicBezTo>
                    <a:pt x="3207042" y="4575777"/>
                    <a:pt x="3268696" y="4531012"/>
                    <a:pt x="3342791" y="4474533"/>
                  </a:cubicBezTo>
                  <a:cubicBezTo>
                    <a:pt x="3375298" y="4449835"/>
                    <a:pt x="3408077" y="4423956"/>
                    <a:pt x="3438496" y="4399894"/>
                  </a:cubicBezTo>
                  <a:lnTo>
                    <a:pt x="3536108" y="4321804"/>
                  </a:lnTo>
                  <a:cubicBezTo>
                    <a:pt x="3591043" y="4278219"/>
                    <a:pt x="3646795" y="4234907"/>
                    <a:pt x="3700641" y="4192956"/>
                  </a:cubicBezTo>
                  <a:cubicBezTo>
                    <a:pt x="3775643" y="4134571"/>
                    <a:pt x="3853279" y="4074187"/>
                    <a:pt x="3927282" y="4014258"/>
                  </a:cubicBezTo>
                  <a:cubicBezTo>
                    <a:pt x="4077741" y="3892493"/>
                    <a:pt x="4186340" y="3793610"/>
                    <a:pt x="4279230" y="3693909"/>
                  </a:cubicBezTo>
                  <a:cubicBezTo>
                    <a:pt x="4335800" y="3632800"/>
                    <a:pt x="4383471" y="3574959"/>
                    <a:pt x="4424785" y="3517209"/>
                  </a:cubicBezTo>
                  <a:cubicBezTo>
                    <a:pt x="4471367" y="3451559"/>
                    <a:pt x="4508959" y="3388725"/>
                    <a:pt x="4539922" y="3324800"/>
                  </a:cubicBezTo>
                  <a:cubicBezTo>
                    <a:pt x="4604664" y="3192774"/>
                    <a:pt x="4645162" y="3047763"/>
                    <a:pt x="4660234" y="2893945"/>
                  </a:cubicBezTo>
                  <a:cubicBezTo>
                    <a:pt x="4663776" y="2857443"/>
                    <a:pt x="4666046" y="2818671"/>
                    <a:pt x="4667045" y="2779081"/>
                  </a:cubicBezTo>
                  <a:lnTo>
                    <a:pt x="4667135" y="2774632"/>
                  </a:lnTo>
                  <a:cubicBezTo>
                    <a:pt x="4667408" y="2756834"/>
                    <a:pt x="4667680" y="2738583"/>
                    <a:pt x="4667408" y="2719787"/>
                  </a:cubicBezTo>
                  <a:cubicBezTo>
                    <a:pt x="4667408" y="2713976"/>
                    <a:pt x="4667317" y="2708256"/>
                    <a:pt x="4667317" y="2702444"/>
                  </a:cubicBezTo>
                  <a:cubicBezTo>
                    <a:pt x="4667317" y="2688188"/>
                    <a:pt x="4667226" y="2673569"/>
                    <a:pt x="4666772" y="2658950"/>
                  </a:cubicBezTo>
                  <a:cubicBezTo>
                    <a:pt x="4665228" y="2576139"/>
                    <a:pt x="4661142" y="2494599"/>
                    <a:pt x="4654787" y="2416691"/>
                  </a:cubicBezTo>
                  <a:cubicBezTo>
                    <a:pt x="4640531" y="2247618"/>
                    <a:pt x="4616014" y="2086263"/>
                    <a:pt x="4581781" y="1936985"/>
                  </a:cubicBezTo>
                  <a:cubicBezTo>
                    <a:pt x="4544280" y="1773814"/>
                    <a:pt x="4494884" y="1618361"/>
                    <a:pt x="4435046" y="1474894"/>
                  </a:cubicBezTo>
                  <a:cubicBezTo>
                    <a:pt x="4419519" y="1437484"/>
                    <a:pt x="4402993" y="1400164"/>
                    <a:pt x="4386104" y="1364116"/>
                  </a:cubicBezTo>
                  <a:cubicBezTo>
                    <a:pt x="4369578" y="1329248"/>
                    <a:pt x="4351236" y="1292837"/>
                    <a:pt x="4331623" y="1255698"/>
                  </a:cubicBezTo>
                  <a:cubicBezTo>
                    <a:pt x="4294757" y="1186054"/>
                    <a:pt x="4252988" y="1116318"/>
                    <a:pt x="4206861" y="1048216"/>
                  </a:cubicBezTo>
                  <a:cubicBezTo>
                    <a:pt x="4117058" y="913920"/>
                    <a:pt x="4012273" y="790612"/>
                    <a:pt x="3895592" y="681922"/>
                  </a:cubicBezTo>
                  <a:cubicBezTo>
                    <a:pt x="3836662" y="627441"/>
                    <a:pt x="3774281" y="576319"/>
                    <a:pt x="3710356" y="530192"/>
                  </a:cubicBezTo>
                  <a:cubicBezTo>
                    <a:pt x="3642437" y="481795"/>
                    <a:pt x="3574335" y="439299"/>
                    <a:pt x="3507777" y="403705"/>
                  </a:cubicBezTo>
                  <a:cubicBezTo>
                    <a:pt x="3371575" y="329974"/>
                    <a:pt x="3222932" y="272406"/>
                    <a:pt x="3065936" y="232543"/>
                  </a:cubicBezTo>
                  <a:cubicBezTo>
                    <a:pt x="2990933" y="213475"/>
                    <a:pt x="2913116" y="198220"/>
                    <a:pt x="2834573" y="187233"/>
                  </a:cubicBezTo>
                  <a:cubicBezTo>
                    <a:pt x="2758208" y="176610"/>
                    <a:pt x="2679756" y="169799"/>
                    <a:pt x="2601212" y="166894"/>
                  </a:cubicBezTo>
                  <a:cubicBezTo>
                    <a:pt x="2567434" y="165441"/>
                    <a:pt x="2533201" y="164715"/>
                    <a:pt x="2499332" y="164715"/>
                  </a:cubicBezTo>
                  <a:cubicBezTo>
                    <a:pt x="2378294" y="164715"/>
                    <a:pt x="2254531" y="173886"/>
                    <a:pt x="2131857" y="192046"/>
                  </a:cubicBezTo>
                  <a:cubicBezTo>
                    <a:pt x="2052043" y="204304"/>
                    <a:pt x="1974407" y="219468"/>
                    <a:pt x="1901130" y="237084"/>
                  </a:cubicBezTo>
                  <a:cubicBezTo>
                    <a:pt x="1822314" y="256334"/>
                    <a:pt x="1746040" y="278035"/>
                    <a:pt x="1674579" y="301553"/>
                  </a:cubicBezTo>
                  <a:cubicBezTo>
                    <a:pt x="1599849" y="326069"/>
                    <a:pt x="1525483" y="353764"/>
                    <a:pt x="1453477" y="383819"/>
                  </a:cubicBezTo>
                  <a:cubicBezTo>
                    <a:pt x="1381199" y="414147"/>
                    <a:pt x="1309011" y="447653"/>
                    <a:pt x="1238821" y="483338"/>
                  </a:cubicBezTo>
                  <a:cubicBezTo>
                    <a:pt x="1097715" y="555162"/>
                    <a:pt x="960695" y="637338"/>
                    <a:pt x="831666" y="727777"/>
                  </a:cubicBezTo>
                  <a:cubicBezTo>
                    <a:pt x="805061" y="746573"/>
                    <a:pt x="770102" y="771543"/>
                    <a:pt x="735416" y="798148"/>
                  </a:cubicBezTo>
                  <a:lnTo>
                    <a:pt x="735234" y="798330"/>
                  </a:lnTo>
                  <a:lnTo>
                    <a:pt x="735053" y="798511"/>
                  </a:lnTo>
                  <a:cubicBezTo>
                    <a:pt x="721796" y="808318"/>
                    <a:pt x="708448" y="818669"/>
                    <a:pt x="695554" y="828748"/>
                  </a:cubicBezTo>
                  <a:lnTo>
                    <a:pt x="687563" y="835014"/>
                  </a:lnTo>
                  <a:cubicBezTo>
                    <a:pt x="670765" y="847817"/>
                    <a:pt x="654784" y="860892"/>
                    <a:pt x="641254" y="871970"/>
                  </a:cubicBezTo>
                  <a:cubicBezTo>
                    <a:pt x="574061" y="926996"/>
                    <a:pt x="515131" y="978753"/>
                    <a:pt x="461013" y="1030147"/>
                  </a:cubicBezTo>
                  <a:cubicBezTo>
                    <a:pt x="343152" y="1141288"/>
                    <a:pt x="235189" y="1261782"/>
                    <a:pt x="139938" y="1388360"/>
                  </a:cubicBezTo>
                  <a:cubicBezTo>
                    <a:pt x="90632" y="1453919"/>
                    <a:pt x="44596" y="1521021"/>
                    <a:pt x="3281" y="1587670"/>
                  </a:cubicBezTo>
                  <a:lnTo>
                    <a:pt x="0" y="1593348"/>
                  </a:lnTo>
                  <a:lnTo>
                    <a:pt x="0" y="1287136"/>
                  </a:lnTo>
                  <a:lnTo>
                    <a:pt x="83949" y="1148949"/>
                  </a:lnTo>
                  <a:cubicBezTo>
                    <a:pt x="552260" y="455747"/>
                    <a:pt x="1345344" y="0"/>
                    <a:pt x="2244906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8202B-C19D-0C78-39F9-9EA9CE3E0D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In the context of communicable disease control, two approaches are useful in achieving </a:t>
            </a:r>
            <a:r>
              <a:rPr lang="en-US" sz="2400" b="1" dirty="0">
                <a:solidFill>
                  <a:schemeClr val="tx2"/>
                </a:solidFill>
              </a:rPr>
              <a:t>primary prevention: </a:t>
            </a:r>
            <a:endParaRPr lang="en-US" sz="1800" b="1" dirty="0">
              <a:solidFill>
                <a:schemeClr val="tx2"/>
              </a:solidFill>
            </a:endParaRPr>
          </a:p>
          <a:p>
            <a:r>
              <a:rPr lang="en-US" sz="1800" b="1" dirty="0">
                <a:solidFill>
                  <a:srgbClr val="FF0000"/>
                </a:solidFill>
              </a:rPr>
              <a:t>immunizations</a:t>
            </a:r>
          </a:p>
          <a:p>
            <a:r>
              <a:rPr lang="en-US" sz="1800" b="1" dirty="0">
                <a:solidFill>
                  <a:schemeClr val="tx2"/>
                </a:solidFill>
              </a:rPr>
              <a:t>education using mass media with targeted health messages to aggregates.</a:t>
            </a:r>
          </a:p>
        </p:txBody>
      </p:sp>
    </p:spTree>
    <p:extLst>
      <p:ext uri="{BB962C8B-B14F-4D97-AF65-F5344CB8AC3E}">
        <p14:creationId xmlns:p14="http://schemas.microsoft.com/office/powerpoint/2010/main" val="2820818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2BD6D-BAA0-C835-3DEB-89544E6A7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38036"/>
            <a:ext cx="4085665" cy="1402470"/>
          </a:xfrm>
        </p:spPr>
        <p:txBody>
          <a:bodyPr anchor="t">
            <a:normAutofit/>
          </a:bodyPr>
          <a:lstStyle/>
          <a:p>
            <a:r>
              <a:rPr lang="en-US" sz="3200" dirty="0"/>
              <a:t>Immunization &amp; Vaccination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AC205-8AA6-049C-1449-AE062CC46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551176"/>
            <a:ext cx="4085665" cy="35912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Immunization</a:t>
            </a:r>
            <a:r>
              <a:rPr lang="en-US" sz="2400" dirty="0"/>
              <a:t>: A process by which a person becomes protected against a disease through vaccination. This term is often used interchangeably with vaccination or inoculation</a:t>
            </a:r>
          </a:p>
          <a:p>
            <a:pPr marL="0" indent="0">
              <a:buNone/>
            </a:pPr>
            <a:r>
              <a:rPr lang="en-US" sz="2400" b="1" dirty="0"/>
              <a:t>Vaccination</a:t>
            </a:r>
            <a:r>
              <a:rPr lang="en-US" sz="2400" dirty="0"/>
              <a:t>: The act of introducing a vaccine into the body to produce protection from a specific disease</a:t>
            </a:r>
          </a:p>
        </p:txBody>
      </p:sp>
      <p:pic>
        <p:nvPicPr>
          <p:cNvPr id="5" name="Picture 4" descr="Needle and vial">
            <a:extLst>
              <a:ext uri="{FF2B5EF4-FFF2-40B4-BE49-F238E27FC236}">
                <a16:creationId xmlns:a16="http://schemas.microsoft.com/office/drawing/2014/main" id="{B7AB56D6-D755-B96F-E5CF-3D0AFD70D08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528" r="16806" b="-1"/>
          <a:stretch/>
        </p:blipFill>
        <p:spPr>
          <a:xfrm>
            <a:off x="5650992" y="10"/>
            <a:ext cx="6541008" cy="68579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A9F43E-401A-9B18-5204-D6B9FF108839}"/>
              </a:ext>
            </a:extLst>
          </p:cNvPr>
          <p:cNvSpPr txBox="1"/>
          <p:nvPr/>
        </p:nvSpPr>
        <p:spPr>
          <a:xfrm>
            <a:off x="5848578" y="409481"/>
            <a:ext cx="6096000" cy="923330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US" sz="1800" dirty="0"/>
              <a:t>The extended life expectancy that has been enjoyed during the 20th century was largely due to the expansion of immunization programs that are provided to families</a:t>
            </a:r>
          </a:p>
        </p:txBody>
      </p:sp>
    </p:spTree>
    <p:extLst>
      <p:ext uri="{BB962C8B-B14F-4D97-AF65-F5344CB8AC3E}">
        <p14:creationId xmlns:p14="http://schemas.microsoft.com/office/powerpoint/2010/main" val="569106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0DF40B2-80F7-4E71-B46C-284163F36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80A6B2-2DF1-B64E-786A-56DB91923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48464"/>
            <a:ext cx="3807187" cy="2228074"/>
          </a:xfrm>
        </p:spPr>
        <p:txBody>
          <a:bodyPr>
            <a:normAutofit/>
          </a:bodyPr>
          <a:lstStyle/>
          <a:p>
            <a:r>
              <a:rPr lang="en-US" sz="4000" dirty="0"/>
              <a:t>Vaccine Preventable Diseases (VPD)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95CBB7D-6FA1-0656-E806-3EB363C28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962279"/>
            <a:ext cx="3799425" cy="3143241"/>
          </a:xfrm>
        </p:spPr>
        <p:txBody>
          <a:bodyPr>
            <a:normAutofit/>
          </a:bodyPr>
          <a:lstStyle/>
          <a:p>
            <a:endParaRPr lang="en-US" sz="2000"/>
          </a:p>
        </p:txBody>
      </p:sp>
      <p:pic>
        <p:nvPicPr>
          <p:cNvPr id="5" name="Content Placeholder 4" descr="A list of diseases with text&#10;&#10;Description automatically generated with medium confidence">
            <a:extLst>
              <a:ext uri="{FF2B5EF4-FFF2-40B4-BE49-F238E27FC236}">
                <a16:creationId xmlns:a16="http://schemas.microsoft.com/office/drawing/2014/main" id="{98BCB0C7-AA1C-44AB-27DF-2DB4841723D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-2" b="1644"/>
          <a:stretch/>
        </p:blipFill>
        <p:spPr>
          <a:xfrm>
            <a:off x="5010386" y="10"/>
            <a:ext cx="7181613" cy="685799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4679678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9D4EED-2BA7-AABC-DD6D-41D3441FF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en-US" sz="5200" dirty="0"/>
              <a:t>Role of Community Health Nurse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51D594A-CA70-886A-779A-2A509C1F2F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984551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52706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0DF40B2-80F7-4E71-B46C-284163F36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15A5C0-5D1C-E965-E01A-6CF19A0A5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48464"/>
            <a:ext cx="3807187" cy="2228074"/>
          </a:xfrm>
        </p:spPr>
        <p:txBody>
          <a:bodyPr>
            <a:normAutofit/>
          </a:bodyPr>
          <a:lstStyle/>
          <a:p>
            <a:r>
              <a:rPr lang="en-US" sz="4000" dirty="0"/>
              <a:t>Immunizations Schedule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928D8D5-C498-988C-FECA-999523EF6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962279"/>
            <a:ext cx="3799425" cy="3143241"/>
          </a:xfrm>
        </p:spPr>
        <p:txBody>
          <a:bodyPr>
            <a:normAutofit/>
          </a:bodyPr>
          <a:lstStyle/>
          <a:p>
            <a:endParaRPr lang="en-US" sz="200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BF973C-76B1-15BC-246B-4AD7B2E35F6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-2" b="9995"/>
          <a:stretch/>
        </p:blipFill>
        <p:spPr>
          <a:xfrm>
            <a:off x="5010386" y="10"/>
            <a:ext cx="7181613" cy="685799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2745330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0DA13-F3A6-60A2-E73C-8DC3764AB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112434" cy="1325563"/>
          </a:xfrm>
        </p:spPr>
        <p:txBody>
          <a:bodyPr/>
          <a:lstStyle/>
          <a:p>
            <a:r>
              <a:rPr lang="en-US" sz="4400" dirty="0"/>
              <a:t>Immunizations Schedule 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C2767ED-BD9E-40E0-6217-7EDFAE6CBF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5359791"/>
            <a:ext cx="6644146" cy="150677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EB3EE7-8CA2-F8CB-6757-FBEAB7AE1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0813" y="-32102"/>
            <a:ext cx="7451188" cy="6898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5683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CCA5F87-1D1E-45CB-8D83-FC7EEFAD9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Needle and vial">
            <a:extLst>
              <a:ext uri="{FF2B5EF4-FFF2-40B4-BE49-F238E27FC236}">
                <a16:creationId xmlns:a16="http://schemas.microsoft.com/office/drawing/2014/main" id="{DC275374-A455-04F4-8DC4-F0EE7A8381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94" r="14533" b="-1"/>
          <a:stretch/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CCFC2C6-6238-4A2F-93DE-2ADF74AF6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238A83D-12C4-B9B3-1B59-5360E9AF4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8600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Safe Administration of Vaccines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30B2A1-541D-D5E4-8676-587962A2FA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48600" y="4872922"/>
            <a:ext cx="4023360" cy="1208141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33233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A3266B8-11BC-B549-58C5-6F24CDB5C43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500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48DD4C-6D8C-C4BE-F788-20B0F07C2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Administering Vaccines 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6088228B-EB62-121B-78CB-1841E1B848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760460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5735617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3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8D678A-CAAF-5149-F998-8CAA440CF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r>
              <a:rPr lang="en-US" sz="5200" dirty="0"/>
              <a:t>Possible Vaccine Side Effects </a:t>
            </a:r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C760062D-9B08-4612-30F0-8F3BFB2F11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716359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116290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380AD67-C5CA-4918-B4BB-C359BB03E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32D0CF-57E0-1811-7F66-CC6965F97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216" y="1076324"/>
            <a:ext cx="6272784" cy="1535051"/>
          </a:xfrm>
        </p:spPr>
        <p:txBody>
          <a:bodyPr anchor="b">
            <a:normAutofit/>
          </a:bodyPr>
          <a:lstStyle/>
          <a:p>
            <a:r>
              <a:rPr lang="en-US" sz="5200" dirty="0"/>
              <a:t>General Vaccine Contradictions - MOH</a:t>
            </a:r>
          </a:p>
        </p:txBody>
      </p:sp>
      <p:pic>
        <p:nvPicPr>
          <p:cNvPr id="7" name="Picture 4" descr="Line of vials">
            <a:extLst>
              <a:ext uri="{FF2B5EF4-FFF2-40B4-BE49-F238E27FC236}">
                <a16:creationId xmlns:a16="http://schemas.microsoft.com/office/drawing/2014/main" id="{019B7FE3-4B33-D56B-2C13-8A5C2886C26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330" r="18818" b="-1"/>
          <a:stretch/>
        </p:blipFill>
        <p:spPr>
          <a:xfrm>
            <a:off x="20" y="10"/>
            <a:ext cx="4505305" cy="6857990"/>
          </a:xfrm>
          <a:prstGeom prst="rect">
            <a:avLst/>
          </a:prstGeom>
        </p:spPr>
      </p:pic>
      <p:sp>
        <p:nvSpPr>
          <p:cNvPr id="11" name="!!accent">
            <a:extLst>
              <a:ext uri="{FF2B5EF4-FFF2-40B4-BE49-F238E27FC236}">
                <a16:creationId xmlns:a16="http://schemas.microsoft.com/office/drawing/2014/main" id="{EABAD4DA-87BA-4F70-9EF0-45C6BCF17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17960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5128D9-2797-47FA-B6FE-EC24E6B84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99266" y="2935541"/>
            <a:ext cx="62179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5ADF1-A85E-DA54-644E-9123E1D3D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216" y="3351276"/>
            <a:ext cx="6272784" cy="2825686"/>
          </a:xfrm>
        </p:spPr>
        <p:txBody>
          <a:bodyPr>
            <a:normAutofit/>
          </a:bodyPr>
          <a:lstStyle/>
          <a:p>
            <a:r>
              <a:rPr lang="en-US" sz="2000" dirty="0"/>
              <a:t>The vaccine is contraindicated in case of severe allergic reaction to vaccine component following a prior dose.</a:t>
            </a:r>
          </a:p>
          <a:p>
            <a:r>
              <a:rPr lang="en-US" sz="2000" dirty="0"/>
              <a:t>Fitness certificate from treating physician is recommended for immunocompromised and cancer patients.</a:t>
            </a:r>
          </a:p>
          <a:p>
            <a:r>
              <a:rPr lang="en-US" sz="2000" dirty="0"/>
              <a:t>Moderate to severe illness at the time of vaccination.</a:t>
            </a:r>
          </a:p>
          <a:p>
            <a:r>
              <a:rPr lang="en-US" sz="2000" dirty="0"/>
              <a:t>BCG vaccination should not be given to persons who are immunosuppressed</a:t>
            </a:r>
          </a:p>
        </p:txBody>
      </p:sp>
    </p:spTree>
    <p:extLst>
      <p:ext uri="{BB962C8B-B14F-4D97-AF65-F5344CB8AC3E}">
        <p14:creationId xmlns:p14="http://schemas.microsoft.com/office/powerpoint/2010/main" val="31263125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6" name="Rectangle 1035">
            <a:extLst>
              <a:ext uri="{FF2B5EF4-FFF2-40B4-BE49-F238E27FC236}">
                <a16:creationId xmlns:a16="http://schemas.microsoft.com/office/drawing/2014/main" id="{55C01129-3453-464D-A870-ED71C6E89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9D2781A6-5C82-4764-B489-F9A599C0A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11782" y="685800"/>
            <a:ext cx="4994335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906646-95A4-B4C6-7E04-2B8B67A89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9396" y="1084521"/>
            <a:ext cx="4019107" cy="1292027"/>
          </a:xfrm>
        </p:spPr>
        <p:txBody>
          <a:bodyPr anchor="b">
            <a:normAutofit/>
          </a:bodyPr>
          <a:lstStyle/>
          <a:p>
            <a:pPr algn="ctr"/>
            <a:r>
              <a:rPr lang="en-US" sz="2800" dirty="0">
                <a:solidFill>
                  <a:srgbClr val="595959"/>
                </a:solidFill>
              </a:rPr>
              <a:t>Vaccine Routes and sites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D65D76-06B5-08F9-78CE-4037F2AFB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0661" y="2678654"/>
            <a:ext cx="3976577" cy="3137355"/>
          </a:xfrm>
        </p:spPr>
        <p:txBody>
          <a:bodyPr anchor="t">
            <a:normAutofit/>
          </a:bodyPr>
          <a:lstStyle/>
          <a:p>
            <a:pPr algn="ctr"/>
            <a:r>
              <a:rPr lang="en-US" sz="2000" dirty="0">
                <a:solidFill>
                  <a:srgbClr val="595959"/>
                </a:solidFill>
              </a:rPr>
              <a:t>Each vaccine has a recommended administration </a:t>
            </a:r>
            <a:r>
              <a:rPr lang="en-US" sz="2000" b="1" dirty="0">
                <a:solidFill>
                  <a:srgbClr val="595959"/>
                </a:solidFill>
              </a:rPr>
              <a:t>route</a:t>
            </a:r>
            <a:r>
              <a:rPr lang="en-US" sz="2000" dirty="0">
                <a:solidFill>
                  <a:srgbClr val="595959"/>
                </a:solidFill>
              </a:rPr>
              <a:t> and site. This information is included in the manufacturer’s package. </a:t>
            </a:r>
          </a:p>
          <a:p>
            <a:pPr algn="ctr"/>
            <a:r>
              <a:rPr lang="en-US" sz="2000" dirty="0">
                <a:solidFill>
                  <a:srgbClr val="595959"/>
                </a:solidFill>
              </a:rPr>
              <a:t>Deviation from the recommended route may reduce vaccine efficacy or increase local adverse reactions.</a:t>
            </a:r>
          </a:p>
          <a:p>
            <a:pPr algn="ctr"/>
            <a:endParaRPr lang="en-US" sz="2000" dirty="0">
              <a:solidFill>
                <a:srgbClr val="595959"/>
              </a:solidFill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87447C77-20AF-0916-0CB5-E67C3393E4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0" r="26882"/>
          <a:stretch/>
        </p:blipFill>
        <p:spPr bwMode="auto">
          <a:xfrm>
            <a:off x="8606117" y="685808"/>
            <a:ext cx="2905400" cy="5486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Vastus Lateralis Muscle Injection Site">
            <a:extLst>
              <a:ext uri="{FF2B5EF4-FFF2-40B4-BE49-F238E27FC236}">
                <a16:creationId xmlns:a16="http://schemas.microsoft.com/office/drawing/2014/main" id="{5D44BA88-6B21-32CC-479C-A65CA9F42B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82" r="-503"/>
          <a:stretch/>
        </p:blipFill>
        <p:spPr bwMode="auto">
          <a:xfrm>
            <a:off x="290287" y="685792"/>
            <a:ext cx="3809110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76990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94D283-8B16-B90C-B60C-94FDC3A9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388" y="891540"/>
            <a:ext cx="5224523" cy="1578308"/>
          </a:xfrm>
        </p:spPr>
        <p:txBody>
          <a:bodyPr>
            <a:normAutofit/>
          </a:bodyPr>
          <a:lstStyle/>
          <a:p>
            <a:r>
              <a:rPr lang="en-US" sz="4000" dirty="0"/>
              <a:t>Managing Acute Vaccine Reactions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BC75C-A339-9333-D747-F911CA0AB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390" y="2630161"/>
            <a:ext cx="5224521" cy="33324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700" dirty="0"/>
              <a:t>measures should be taken to prevent injuries if a patient becomes weak or dizzy or loses consciousness</a:t>
            </a:r>
          </a:p>
          <a:p>
            <a:r>
              <a:rPr lang="en-US" sz="1700" dirty="0"/>
              <a:t>Have the patient seated.</a:t>
            </a:r>
          </a:p>
          <a:p>
            <a:r>
              <a:rPr lang="en-US" sz="1700" dirty="0"/>
              <a:t>Be aware of symptoms that precede fainting (e.g., weakness, dizziness, pallor).</a:t>
            </a:r>
          </a:p>
          <a:p>
            <a:r>
              <a:rPr lang="en-US" sz="1700" dirty="0"/>
              <a:t>Provide supportive care and take appropriate measures to prevent injuries if such symptoms occur.</a:t>
            </a:r>
          </a:p>
          <a:p>
            <a:r>
              <a:rPr lang="en-US" sz="1700" dirty="0"/>
              <a:t>Observe recipients after vaccination to decrease the risk for injury should they faint. For most vaccines a 15-minute observation period is recommended. </a:t>
            </a:r>
          </a:p>
        </p:txBody>
      </p:sp>
      <p:pic>
        <p:nvPicPr>
          <p:cNvPr id="5" name="Picture 4" descr="Adhesive bandages">
            <a:extLst>
              <a:ext uri="{FF2B5EF4-FFF2-40B4-BE49-F238E27FC236}">
                <a16:creationId xmlns:a16="http://schemas.microsoft.com/office/drawing/2014/main" id="{27ED66B8-DC5B-1AA4-1015-9A87DE83DAE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3971"/>
          <a:stretch/>
        </p:blipFill>
        <p:spPr>
          <a:xfrm>
            <a:off x="6415922" y="891540"/>
            <a:ext cx="5776079" cy="5071110"/>
          </a:xfrm>
          <a:prstGeom prst="rect">
            <a:avLst/>
          </a:prstGeom>
          <a:effectLst>
            <a:outerShdw blurRad="406400" dist="317500" dir="5400000" sx="89000" sy="89000" rotWithShape="0">
              <a:prstClr val="black">
                <a:alpha val="15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276729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3F18E02-9FC0-49C2-BE57-195BEE392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65F492-2CEB-5AC4-FD00-21C453FDD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8560" y="2743013"/>
            <a:ext cx="4805996" cy="1401448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9600" b="1" dirty="0">
                <a:solidFill>
                  <a:schemeClr val="accent4">
                    <a:lumMod val="50000"/>
                  </a:schemeClr>
                </a:solidFill>
              </a:rPr>
              <a:t>Thank you </a:t>
            </a:r>
          </a:p>
        </p:txBody>
      </p:sp>
      <p:pic>
        <p:nvPicPr>
          <p:cNvPr id="5" name="Picture 4" descr="Magnifying glass on clear background">
            <a:extLst>
              <a:ext uri="{FF2B5EF4-FFF2-40B4-BE49-F238E27FC236}">
                <a16:creationId xmlns:a16="http://schemas.microsoft.com/office/drawing/2014/main" id="{A913E788-267E-7441-824D-56C2961BDA7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l="34134" r="7858" b="2"/>
          <a:stretch/>
        </p:blipFill>
        <p:spPr>
          <a:xfrm>
            <a:off x="20" y="760563"/>
            <a:ext cx="5298663" cy="6097089"/>
          </a:xfrm>
          <a:custGeom>
            <a:avLst/>
            <a:gdLst/>
            <a:ahLst/>
            <a:cxnLst/>
            <a:rect l="l" t="t" r="r" b="b"/>
            <a:pathLst>
              <a:path w="5298683" h="6097438">
                <a:moveTo>
                  <a:pt x="2178155" y="0"/>
                </a:moveTo>
                <a:cubicBezTo>
                  <a:pt x="3901575" y="0"/>
                  <a:pt x="5298683" y="1397108"/>
                  <a:pt x="5298683" y="3120527"/>
                </a:cubicBezTo>
                <a:cubicBezTo>
                  <a:pt x="5298683" y="4413092"/>
                  <a:pt x="4512810" y="5522106"/>
                  <a:pt x="3392805" y="5995828"/>
                </a:cubicBezTo>
                <a:lnTo>
                  <a:pt x="3115184" y="6097438"/>
                </a:lnTo>
                <a:lnTo>
                  <a:pt x="1241127" y="6097438"/>
                </a:lnTo>
                <a:lnTo>
                  <a:pt x="963506" y="5995828"/>
                </a:lnTo>
                <a:cubicBezTo>
                  <a:pt x="683504" y="5877397"/>
                  <a:pt x="424387" y="5719261"/>
                  <a:pt x="193210" y="5528477"/>
                </a:cubicBezTo>
                <a:lnTo>
                  <a:pt x="0" y="5352876"/>
                </a:lnTo>
                <a:lnTo>
                  <a:pt x="0" y="888178"/>
                </a:lnTo>
                <a:lnTo>
                  <a:pt x="193210" y="712577"/>
                </a:lnTo>
                <a:cubicBezTo>
                  <a:pt x="732621" y="267415"/>
                  <a:pt x="1424159" y="0"/>
                  <a:pt x="2178155" y="0"/>
                </a:cubicBezTo>
                <a:close/>
              </a:path>
            </a:pathLst>
          </a:custGeom>
          <a:effectLst>
            <a:softEdge rad="0"/>
          </a:effec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DC9608D4-CD9C-4B8B-88DC-8055C0325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511966"/>
            <a:ext cx="5736223" cy="6346033"/>
            <a:chOff x="4529137" y="1695450"/>
            <a:chExt cx="3134106" cy="3467289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7B5C029-26B7-46E5-A729-AB2CB6EB6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529137" y="1811422"/>
              <a:ext cx="2961539" cy="3351127"/>
            </a:xfrm>
            <a:custGeom>
              <a:avLst/>
              <a:gdLst>
                <a:gd name="connsiteX0" fmla="*/ 2918460 w 2961539"/>
                <a:gd name="connsiteY0" fmla="*/ 1324969 h 3351127"/>
                <a:gd name="connsiteX1" fmla="*/ 2906649 w 2961539"/>
                <a:gd name="connsiteY1" fmla="*/ 1284393 h 3351127"/>
                <a:gd name="connsiteX2" fmla="*/ 2893314 w 2961539"/>
                <a:gd name="connsiteY2" fmla="*/ 1244388 h 3351127"/>
                <a:gd name="connsiteX3" fmla="*/ 2878741 w 2961539"/>
                <a:gd name="connsiteY3" fmla="*/ 1204859 h 3351127"/>
                <a:gd name="connsiteX4" fmla="*/ 2811209 w 2961539"/>
                <a:gd name="connsiteY4" fmla="*/ 1051316 h 3351127"/>
                <a:gd name="connsiteX5" fmla="*/ 2636711 w 2961539"/>
                <a:gd name="connsiteY5" fmla="*/ 768709 h 3351127"/>
                <a:gd name="connsiteX6" fmla="*/ 2418683 w 2961539"/>
                <a:gd name="connsiteY6" fmla="*/ 522202 h 3351127"/>
                <a:gd name="connsiteX7" fmla="*/ 2165699 w 2961539"/>
                <a:gd name="connsiteY7" fmla="*/ 314748 h 3351127"/>
                <a:gd name="connsiteX8" fmla="*/ 2027873 w 2961539"/>
                <a:gd name="connsiteY8" fmla="*/ 227213 h 3351127"/>
                <a:gd name="connsiteX9" fmla="*/ 1883474 w 2961539"/>
                <a:gd name="connsiteY9" fmla="*/ 151203 h 3351127"/>
                <a:gd name="connsiteX10" fmla="*/ 1576483 w 2961539"/>
                <a:gd name="connsiteY10" fmla="*/ 40618 h 3351127"/>
                <a:gd name="connsiteX11" fmla="*/ 1415415 w 2961539"/>
                <a:gd name="connsiteY11" fmla="*/ 10233 h 3351127"/>
                <a:gd name="connsiteX12" fmla="*/ 1251204 w 2961539"/>
                <a:gd name="connsiteY12" fmla="*/ 42 h 3351127"/>
                <a:gd name="connsiteX13" fmla="*/ 927163 w 2961539"/>
                <a:gd name="connsiteY13" fmla="*/ 29855 h 3351127"/>
                <a:gd name="connsiteX14" fmla="*/ 610362 w 2961539"/>
                <a:gd name="connsiteY14" fmla="*/ 116151 h 3351127"/>
                <a:gd name="connsiteX15" fmla="*/ 315468 w 2961539"/>
                <a:gd name="connsiteY15" fmla="*/ 267408 h 3351127"/>
                <a:gd name="connsiteX16" fmla="*/ 182975 w 2961539"/>
                <a:gd name="connsiteY16" fmla="*/ 368183 h 3351127"/>
                <a:gd name="connsiteX17" fmla="*/ 64294 w 2961539"/>
                <a:gd name="connsiteY17" fmla="*/ 484674 h 3351127"/>
                <a:gd name="connsiteX18" fmla="*/ 0 w 2961539"/>
                <a:gd name="connsiteY18" fmla="*/ 556778 h 3351127"/>
                <a:gd name="connsiteX19" fmla="*/ 0 w 2961539"/>
                <a:gd name="connsiteY19" fmla="*/ 956066 h 3351127"/>
                <a:gd name="connsiteX20" fmla="*/ 227552 w 2961539"/>
                <a:gd name="connsiteY20" fmla="*/ 636597 h 3351127"/>
                <a:gd name="connsiteX21" fmla="*/ 331756 w 2961539"/>
                <a:gd name="connsiteY21" fmla="*/ 534966 h 3351127"/>
                <a:gd name="connsiteX22" fmla="*/ 441770 w 2961539"/>
                <a:gd name="connsiteY22" fmla="*/ 439620 h 3351127"/>
                <a:gd name="connsiteX23" fmla="*/ 683419 w 2961539"/>
                <a:gd name="connsiteY23" fmla="*/ 274457 h 3351127"/>
                <a:gd name="connsiteX24" fmla="*/ 956596 w 2961539"/>
                <a:gd name="connsiteY24" fmla="*/ 161300 h 3351127"/>
                <a:gd name="connsiteX25" fmla="*/ 1251490 w 2961539"/>
                <a:gd name="connsiteY25" fmla="*/ 123009 h 3351127"/>
                <a:gd name="connsiteX26" fmla="*/ 1398175 w 2961539"/>
                <a:gd name="connsiteY26" fmla="*/ 135297 h 3351127"/>
                <a:gd name="connsiteX27" fmla="*/ 1542383 w 2961539"/>
                <a:gd name="connsiteY27" fmla="*/ 167967 h 3351127"/>
                <a:gd name="connsiteX28" fmla="*/ 1681925 w 2961539"/>
                <a:gd name="connsiteY28" fmla="*/ 218450 h 3351127"/>
                <a:gd name="connsiteX29" fmla="*/ 1715929 w 2961539"/>
                <a:gd name="connsiteY29" fmla="*/ 233595 h 3351127"/>
                <a:gd name="connsiteX30" fmla="*/ 1749552 w 2961539"/>
                <a:gd name="connsiteY30" fmla="*/ 249597 h 3351127"/>
                <a:gd name="connsiteX31" fmla="*/ 1782604 w 2961539"/>
                <a:gd name="connsiteY31" fmla="*/ 266646 h 3351127"/>
                <a:gd name="connsiteX32" fmla="*/ 1815275 w 2961539"/>
                <a:gd name="connsiteY32" fmla="*/ 284553 h 3351127"/>
                <a:gd name="connsiteX33" fmla="*/ 2059400 w 2961539"/>
                <a:gd name="connsiteY33" fmla="*/ 454765 h 3351127"/>
                <a:gd name="connsiteX34" fmla="*/ 2270284 w 2961539"/>
                <a:gd name="connsiteY34" fmla="*/ 663648 h 3351127"/>
                <a:gd name="connsiteX35" fmla="*/ 2362581 w 2961539"/>
                <a:gd name="connsiteY35" fmla="*/ 779091 h 3351127"/>
                <a:gd name="connsiteX36" fmla="*/ 2445353 w 2961539"/>
                <a:gd name="connsiteY36" fmla="*/ 900726 h 3351127"/>
                <a:gd name="connsiteX37" fmla="*/ 2581180 w 2961539"/>
                <a:gd name="connsiteY37" fmla="*/ 1158663 h 3351127"/>
                <a:gd name="connsiteX38" fmla="*/ 2673382 w 2961539"/>
                <a:gd name="connsiteY38" fmla="*/ 1430601 h 3351127"/>
                <a:gd name="connsiteX39" fmla="*/ 2707291 w 2961539"/>
                <a:gd name="connsiteY39" fmla="*/ 1569095 h 3351127"/>
                <a:gd name="connsiteX40" fmla="*/ 2728913 w 2961539"/>
                <a:gd name="connsiteY40" fmla="*/ 1710065 h 3351127"/>
                <a:gd name="connsiteX41" fmla="*/ 2738342 w 2961539"/>
                <a:gd name="connsiteY41" fmla="*/ 1853321 h 3351127"/>
                <a:gd name="connsiteX42" fmla="*/ 2733294 w 2961539"/>
                <a:gd name="connsiteY42" fmla="*/ 1998482 h 3351127"/>
                <a:gd name="connsiteX43" fmla="*/ 2704433 w 2961539"/>
                <a:gd name="connsiteY43" fmla="*/ 2140785 h 3351127"/>
                <a:gd name="connsiteX44" fmla="*/ 2645759 w 2961539"/>
                <a:gd name="connsiteY44" fmla="*/ 2264515 h 3351127"/>
                <a:gd name="connsiteX45" fmla="*/ 2552986 w 2961539"/>
                <a:gd name="connsiteY45" fmla="*/ 2354717 h 3351127"/>
                <a:gd name="connsiteX46" fmla="*/ 2492026 w 2961539"/>
                <a:gd name="connsiteY46" fmla="*/ 2389769 h 3351127"/>
                <a:gd name="connsiteX47" fmla="*/ 2423541 w 2961539"/>
                <a:gd name="connsiteY47" fmla="*/ 2423583 h 3351127"/>
                <a:gd name="connsiteX48" fmla="*/ 2278475 w 2961539"/>
                <a:gd name="connsiteY48" fmla="*/ 2502640 h 3351127"/>
                <a:gd name="connsiteX49" fmla="*/ 2143697 w 2961539"/>
                <a:gd name="connsiteY49" fmla="*/ 2606463 h 3351127"/>
                <a:gd name="connsiteX50" fmla="*/ 2113312 w 2961539"/>
                <a:gd name="connsiteY50" fmla="*/ 2635514 h 3351127"/>
                <a:gd name="connsiteX51" fmla="*/ 2084927 w 2961539"/>
                <a:gd name="connsiteY51" fmla="*/ 2664184 h 3351127"/>
                <a:gd name="connsiteX52" fmla="*/ 2030349 w 2961539"/>
                <a:gd name="connsiteY52" fmla="*/ 2722573 h 3351127"/>
                <a:gd name="connsiteX53" fmla="*/ 1929098 w 2961539"/>
                <a:gd name="connsiteY53" fmla="*/ 2842683 h 3351127"/>
                <a:gd name="connsiteX54" fmla="*/ 1880045 w 2961539"/>
                <a:gd name="connsiteY54" fmla="*/ 2902309 h 3351127"/>
                <a:gd name="connsiteX55" fmla="*/ 1831086 w 2961539"/>
                <a:gd name="connsiteY55" fmla="*/ 2960888 h 3351127"/>
                <a:gd name="connsiteX56" fmla="*/ 1730121 w 2961539"/>
                <a:gd name="connsiteY56" fmla="*/ 3071854 h 3351127"/>
                <a:gd name="connsiteX57" fmla="*/ 1620488 w 2961539"/>
                <a:gd name="connsiteY57" fmla="*/ 3169200 h 3351127"/>
                <a:gd name="connsiteX58" fmla="*/ 1497616 w 2961539"/>
                <a:gd name="connsiteY58" fmla="*/ 3244447 h 3351127"/>
                <a:gd name="connsiteX59" fmla="*/ 1361313 w 2961539"/>
                <a:gd name="connsiteY59" fmla="*/ 3288739 h 3351127"/>
                <a:gd name="connsiteX60" fmla="*/ 1289590 w 2961539"/>
                <a:gd name="connsiteY60" fmla="*/ 3297978 h 3351127"/>
                <a:gd name="connsiteX61" fmla="*/ 1253204 w 2961539"/>
                <a:gd name="connsiteY61" fmla="*/ 3299407 h 3351127"/>
                <a:gd name="connsiteX62" fmla="*/ 1215676 w 2961539"/>
                <a:gd name="connsiteY62" fmla="*/ 3299216 h 3351127"/>
                <a:gd name="connsiteX63" fmla="*/ 918972 w 2961539"/>
                <a:gd name="connsiteY63" fmla="*/ 3254639 h 3351127"/>
                <a:gd name="connsiteX64" fmla="*/ 642557 w 2961539"/>
                <a:gd name="connsiteY64" fmla="*/ 3139672 h 3351127"/>
                <a:gd name="connsiteX65" fmla="*/ 515112 w 2961539"/>
                <a:gd name="connsiteY65" fmla="*/ 3061853 h 3351127"/>
                <a:gd name="connsiteX66" fmla="*/ 484442 w 2961539"/>
                <a:gd name="connsiteY66" fmla="*/ 3040612 h 3351127"/>
                <a:gd name="connsiteX67" fmla="*/ 454343 w 2961539"/>
                <a:gd name="connsiteY67" fmla="*/ 3018610 h 3351127"/>
                <a:gd name="connsiteX68" fmla="*/ 424625 w 2961539"/>
                <a:gd name="connsiteY68" fmla="*/ 2996131 h 3351127"/>
                <a:gd name="connsiteX69" fmla="*/ 395478 w 2961539"/>
                <a:gd name="connsiteY69" fmla="*/ 2973080 h 3351127"/>
                <a:gd name="connsiteX70" fmla="*/ 181547 w 2961539"/>
                <a:gd name="connsiteY70" fmla="*/ 2767626 h 3351127"/>
                <a:gd name="connsiteX71" fmla="*/ 134112 w 2961539"/>
                <a:gd name="connsiteY71" fmla="*/ 2710761 h 3351127"/>
                <a:gd name="connsiteX72" fmla="*/ 89821 w 2961539"/>
                <a:gd name="connsiteY72" fmla="*/ 2652087 h 3351127"/>
                <a:gd name="connsiteX73" fmla="*/ 10096 w 2961539"/>
                <a:gd name="connsiteY73" fmla="*/ 2529025 h 3351127"/>
                <a:gd name="connsiteX74" fmla="*/ 191 w 2961539"/>
                <a:gd name="connsiteY74" fmla="*/ 2511499 h 3351127"/>
                <a:gd name="connsiteX75" fmla="*/ 191 w 2961539"/>
                <a:gd name="connsiteY75" fmla="*/ 2835063 h 3351127"/>
                <a:gd name="connsiteX76" fmla="*/ 50959 w 2961539"/>
                <a:gd name="connsiteY76" fmla="*/ 2888879 h 3351127"/>
                <a:gd name="connsiteX77" fmla="*/ 300038 w 2961539"/>
                <a:gd name="connsiteY77" fmla="*/ 3100525 h 3351127"/>
                <a:gd name="connsiteX78" fmla="*/ 438150 w 2961539"/>
                <a:gd name="connsiteY78" fmla="*/ 3186916 h 3351127"/>
                <a:gd name="connsiteX79" fmla="*/ 584264 w 2961539"/>
                <a:gd name="connsiteY79" fmla="*/ 3258830 h 3351127"/>
                <a:gd name="connsiteX80" fmla="*/ 862965 w 2961539"/>
                <a:gd name="connsiteY80" fmla="*/ 3351127 h 3351127"/>
                <a:gd name="connsiteX81" fmla="*/ 1534478 w 2961539"/>
                <a:gd name="connsiteY81" fmla="*/ 3351127 h 3351127"/>
                <a:gd name="connsiteX82" fmla="*/ 1540955 w 2961539"/>
                <a:gd name="connsiteY82" fmla="*/ 3348841 h 3351127"/>
                <a:gd name="connsiteX83" fmla="*/ 1691831 w 2961539"/>
                <a:gd name="connsiteY83" fmla="*/ 3275403 h 3351127"/>
                <a:gd name="connsiteX84" fmla="*/ 1827086 w 2961539"/>
                <a:gd name="connsiteY84" fmla="*/ 3179963 h 3351127"/>
                <a:gd name="connsiteX85" fmla="*/ 1948625 w 2961539"/>
                <a:gd name="connsiteY85" fmla="*/ 3072426 h 3351127"/>
                <a:gd name="connsiteX86" fmla="*/ 2005584 w 2961539"/>
                <a:gd name="connsiteY86" fmla="*/ 3016514 h 3351127"/>
                <a:gd name="connsiteX87" fmla="*/ 2060639 w 2961539"/>
                <a:gd name="connsiteY87" fmla="*/ 2959935 h 3351127"/>
                <a:gd name="connsiteX88" fmla="*/ 2167223 w 2961539"/>
                <a:gd name="connsiteY88" fmla="*/ 2847350 h 3351127"/>
                <a:gd name="connsiteX89" fmla="*/ 2218754 w 2961539"/>
                <a:gd name="connsiteY89" fmla="*/ 2791438 h 3351127"/>
                <a:gd name="connsiteX90" fmla="*/ 2244471 w 2961539"/>
                <a:gd name="connsiteY90" fmla="*/ 2763911 h 3351127"/>
                <a:gd name="connsiteX91" fmla="*/ 2269427 w 2961539"/>
                <a:gd name="connsiteY91" fmla="*/ 2738098 h 3351127"/>
                <a:gd name="connsiteX92" fmla="*/ 2321243 w 2961539"/>
                <a:gd name="connsiteY92" fmla="*/ 2689807 h 3351127"/>
                <a:gd name="connsiteX93" fmla="*/ 2376297 w 2961539"/>
                <a:gd name="connsiteY93" fmla="*/ 2645230 h 3351127"/>
                <a:gd name="connsiteX94" fmla="*/ 2499265 w 2961539"/>
                <a:gd name="connsiteY94" fmla="*/ 2564934 h 3351127"/>
                <a:gd name="connsiteX95" fmla="*/ 2639187 w 2961539"/>
                <a:gd name="connsiteY95" fmla="*/ 2476732 h 3351127"/>
                <a:gd name="connsiteX96" fmla="*/ 2674239 w 2961539"/>
                <a:gd name="connsiteY96" fmla="*/ 2448729 h 3351127"/>
                <a:gd name="connsiteX97" fmla="*/ 2707481 w 2961539"/>
                <a:gd name="connsiteY97" fmla="*/ 2417487 h 3351127"/>
                <a:gd name="connsiteX98" fmla="*/ 2765298 w 2961539"/>
                <a:gd name="connsiteY98" fmla="*/ 2347097 h 3351127"/>
                <a:gd name="connsiteX99" fmla="*/ 2810447 w 2961539"/>
                <a:gd name="connsiteY99" fmla="*/ 2270802 h 3351127"/>
                <a:gd name="connsiteX100" fmla="*/ 2845499 w 2961539"/>
                <a:gd name="connsiteY100" fmla="*/ 2192411 h 3351127"/>
                <a:gd name="connsiteX101" fmla="*/ 2901315 w 2961539"/>
                <a:gd name="connsiteY101" fmla="*/ 2034772 h 3351127"/>
                <a:gd name="connsiteX102" fmla="*/ 2943130 w 2961539"/>
                <a:gd name="connsiteY102" fmla="*/ 1871704 h 3351127"/>
                <a:gd name="connsiteX103" fmla="*/ 2961037 w 2961539"/>
                <a:gd name="connsiteY103" fmla="*/ 1703302 h 3351127"/>
                <a:gd name="connsiteX104" fmla="*/ 2928842 w 2961539"/>
                <a:gd name="connsiteY104" fmla="*/ 1366308 h 3351127"/>
                <a:gd name="connsiteX105" fmla="*/ 2918460 w 2961539"/>
                <a:gd name="connsiteY105" fmla="*/ 1324969 h 3351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</a:cxnLst>
              <a:rect l="l" t="t" r="r" b="b"/>
              <a:pathLst>
                <a:path w="2961539" h="3351127">
                  <a:moveTo>
                    <a:pt x="2918460" y="1324969"/>
                  </a:moveTo>
                  <a:lnTo>
                    <a:pt x="2906649" y="1284393"/>
                  </a:lnTo>
                  <a:lnTo>
                    <a:pt x="2893314" y="1244388"/>
                  </a:lnTo>
                  <a:cubicBezTo>
                    <a:pt x="2888837" y="1231053"/>
                    <a:pt x="2883694" y="1218004"/>
                    <a:pt x="2878741" y="1204859"/>
                  </a:cubicBezTo>
                  <a:cubicBezTo>
                    <a:pt x="2858453" y="1152567"/>
                    <a:pt x="2836069" y="1101227"/>
                    <a:pt x="2811209" y="1051316"/>
                  </a:cubicBezTo>
                  <a:cubicBezTo>
                    <a:pt x="2761107" y="951684"/>
                    <a:pt x="2702814" y="857006"/>
                    <a:pt x="2636711" y="768709"/>
                  </a:cubicBezTo>
                  <a:cubicBezTo>
                    <a:pt x="2570798" y="680412"/>
                    <a:pt x="2497455" y="598212"/>
                    <a:pt x="2418683" y="522202"/>
                  </a:cubicBezTo>
                  <a:cubicBezTo>
                    <a:pt x="2339912" y="446193"/>
                    <a:pt x="2254949" y="377232"/>
                    <a:pt x="2165699" y="314748"/>
                  </a:cubicBezTo>
                  <a:cubicBezTo>
                    <a:pt x="2121122" y="283506"/>
                    <a:pt x="2075021" y="254359"/>
                    <a:pt x="2027873" y="227213"/>
                  </a:cubicBezTo>
                  <a:cubicBezTo>
                    <a:pt x="1980914" y="199781"/>
                    <a:pt x="1932623" y="174635"/>
                    <a:pt x="1883474" y="151203"/>
                  </a:cubicBezTo>
                  <a:cubicBezTo>
                    <a:pt x="1785176" y="104721"/>
                    <a:pt x="1682496" y="67002"/>
                    <a:pt x="1576483" y="40618"/>
                  </a:cubicBezTo>
                  <a:cubicBezTo>
                    <a:pt x="1523524" y="27474"/>
                    <a:pt x="1469803" y="16901"/>
                    <a:pt x="1415415" y="10233"/>
                  </a:cubicBezTo>
                  <a:cubicBezTo>
                    <a:pt x="1361123" y="3185"/>
                    <a:pt x="1306163" y="-435"/>
                    <a:pt x="1251204" y="42"/>
                  </a:cubicBezTo>
                  <a:cubicBezTo>
                    <a:pt x="1142714" y="804"/>
                    <a:pt x="1034415" y="10805"/>
                    <a:pt x="927163" y="29855"/>
                  </a:cubicBezTo>
                  <a:cubicBezTo>
                    <a:pt x="820007" y="49095"/>
                    <a:pt x="713423" y="76813"/>
                    <a:pt x="610362" y="116151"/>
                  </a:cubicBezTo>
                  <a:cubicBezTo>
                    <a:pt x="507301" y="155394"/>
                    <a:pt x="407861" y="205782"/>
                    <a:pt x="315468" y="267408"/>
                  </a:cubicBezTo>
                  <a:cubicBezTo>
                    <a:pt x="269367" y="298269"/>
                    <a:pt x="224504" y="331226"/>
                    <a:pt x="182975" y="368183"/>
                  </a:cubicBezTo>
                  <a:cubicBezTo>
                    <a:pt x="141542" y="405140"/>
                    <a:pt x="102489" y="444573"/>
                    <a:pt x="64294" y="484674"/>
                  </a:cubicBezTo>
                  <a:cubicBezTo>
                    <a:pt x="42291" y="508105"/>
                    <a:pt x="20860" y="532203"/>
                    <a:pt x="0" y="556778"/>
                  </a:cubicBezTo>
                  <a:lnTo>
                    <a:pt x="0" y="956066"/>
                  </a:lnTo>
                  <a:cubicBezTo>
                    <a:pt x="62579" y="840909"/>
                    <a:pt x="138970" y="733276"/>
                    <a:pt x="227552" y="636597"/>
                  </a:cubicBezTo>
                  <a:cubicBezTo>
                    <a:pt x="260223" y="600593"/>
                    <a:pt x="295466" y="567160"/>
                    <a:pt x="331756" y="534966"/>
                  </a:cubicBezTo>
                  <a:cubicBezTo>
                    <a:pt x="367951" y="502771"/>
                    <a:pt x="403955" y="470196"/>
                    <a:pt x="441770" y="439620"/>
                  </a:cubicBezTo>
                  <a:cubicBezTo>
                    <a:pt x="517208" y="378375"/>
                    <a:pt x="597503" y="322177"/>
                    <a:pt x="683419" y="274457"/>
                  </a:cubicBezTo>
                  <a:cubicBezTo>
                    <a:pt x="769239" y="226832"/>
                    <a:pt x="860679" y="187208"/>
                    <a:pt x="956596" y="161300"/>
                  </a:cubicBezTo>
                  <a:cubicBezTo>
                    <a:pt x="1052322" y="135201"/>
                    <a:pt x="1151954" y="122247"/>
                    <a:pt x="1251490" y="123009"/>
                  </a:cubicBezTo>
                  <a:cubicBezTo>
                    <a:pt x="1300448" y="123581"/>
                    <a:pt x="1349502" y="127772"/>
                    <a:pt x="1398175" y="135297"/>
                  </a:cubicBezTo>
                  <a:cubicBezTo>
                    <a:pt x="1446752" y="143107"/>
                    <a:pt x="1495044" y="153870"/>
                    <a:pt x="1542383" y="167967"/>
                  </a:cubicBezTo>
                  <a:cubicBezTo>
                    <a:pt x="1589723" y="182160"/>
                    <a:pt x="1636490" y="198733"/>
                    <a:pt x="1681925" y="218450"/>
                  </a:cubicBezTo>
                  <a:cubicBezTo>
                    <a:pt x="1693259" y="223498"/>
                    <a:pt x="1704689" y="228261"/>
                    <a:pt x="1715929" y="233595"/>
                  </a:cubicBezTo>
                  <a:lnTo>
                    <a:pt x="1749552" y="249597"/>
                  </a:lnTo>
                  <a:lnTo>
                    <a:pt x="1782604" y="266646"/>
                  </a:lnTo>
                  <a:cubicBezTo>
                    <a:pt x="1793558" y="272457"/>
                    <a:pt x="1804416" y="278553"/>
                    <a:pt x="1815275" y="284553"/>
                  </a:cubicBezTo>
                  <a:cubicBezTo>
                    <a:pt x="1901762" y="333321"/>
                    <a:pt x="1983486" y="390662"/>
                    <a:pt x="2059400" y="454765"/>
                  </a:cubicBezTo>
                  <a:cubicBezTo>
                    <a:pt x="2135410" y="518583"/>
                    <a:pt x="2205990" y="588687"/>
                    <a:pt x="2270284" y="663648"/>
                  </a:cubicBezTo>
                  <a:cubicBezTo>
                    <a:pt x="2302574" y="701082"/>
                    <a:pt x="2333530" y="739372"/>
                    <a:pt x="2362581" y="779091"/>
                  </a:cubicBezTo>
                  <a:cubicBezTo>
                    <a:pt x="2391632" y="818811"/>
                    <a:pt x="2419255" y="859387"/>
                    <a:pt x="2445353" y="900726"/>
                  </a:cubicBezTo>
                  <a:cubicBezTo>
                    <a:pt x="2497455" y="983593"/>
                    <a:pt x="2542889" y="1069890"/>
                    <a:pt x="2581180" y="1158663"/>
                  </a:cubicBezTo>
                  <a:cubicBezTo>
                    <a:pt x="2619470" y="1247436"/>
                    <a:pt x="2648617" y="1338876"/>
                    <a:pt x="2673382" y="1430601"/>
                  </a:cubicBezTo>
                  <a:cubicBezTo>
                    <a:pt x="2685764" y="1476512"/>
                    <a:pt x="2697480" y="1522518"/>
                    <a:pt x="2707291" y="1569095"/>
                  </a:cubicBezTo>
                  <a:cubicBezTo>
                    <a:pt x="2717197" y="1615672"/>
                    <a:pt x="2724245" y="1662726"/>
                    <a:pt x="2728913" y="1710065"/>
                  </a:cubicBezTo>
                  <a:cubicBezTo>
                    <a:pt x="2733485" y="1757404"/>
                    <a:pt x="2736818" y="1805124"/>
                    <a:pt x="2738342" y="1853321"/>
                  </a:cubicBezTo>
                  <a:cubicBezTo>
                    <a:pt x="2739390" y="1901422"/>
                    <a:pt x="2738247" y="1950000"/>
                    <a:pt x="2733294" y="1998482"/>
                  </a:cubicBezTo>
                  <a:cubicBezTo>
                    <a:pt x="2728151" y="2046774"/>
                    <a:pt x="2718911" y="2095542"/>
                    <a:pt x="2704433" y="2140785"/>
                  </a:cubicBezTo>
                  <a:cubicBezTo>
                    <a:pt x="2689860" y="2186029"/>
                    <a:pt x="2670429" y="2228320"/>
                    <a:pt x="2645759" y="2264515"/>
                  </a:cubicBezTo>
                  <a:cubicBezTo>
                    <a:pt x="2620899" y="2300710"/>
                    <a:pt x="2590514" y="2330047"/>
                    <a:pt x="2552986" y="2354717"/>
                  </a:cubicBezTo>
                  <a:cubicBezTo>
                    <a:pt x="2534317" y="2367195"/>
                    <a:pt x="2513838" y="2378530"/>
                    <a:pt x="2492026" y="2389769"/>
                  </a:cubicBezTo>
                  <a:cubicBezTo>
                    <a:pt x="2470309" y="2401009"/>
                    <a:pt x="2447258" y="2412058"/>
                    <a:pt x="2423541" y="2423583"/>
                  </a:cubicBezTo>
                  <a:cubicBezTo>
                    <a:pt x="2376107" y="2446633"/>
                    <a:pt x="2326100" y="2472065"/>
                    <a:pt x="2278475" y="2502640"/>
                  </a:cubicBezTo>
                  <a:cubicBezTo>
                    <a:pt x="2230850" y="2533120"/>
                    <a:pt x="2185130" y="2567982"/>
                    <a:pt x="2143697" y="2606463"/>
                  </a:cubicBezTo>
                  <a:cubicBezTo>
                    <a:pt x="2133410" y="2615988"/>
                    <a:pt x="2122837" y="2625989"/>
                    <a:pt x="2113312" y="2635514"/>
                  </a:cubicBezTo>
                  <a:lnTo>
                    <a:pt x="2084927" y="2664184"/>
                  </a:lnTo>
                  <a:cubicBezTo>
                    <a:pt x="2066258" y="2683425"/>
                    <a:pt x="2048066" y="2702951"/>
                    <a:pt x="2030349" y="2722573"/>
                  </a:cubicBezTo>
                  <a:cubicBezTo>
                    <a:pt x="1995011" y="2762101"/>
                    <a:pt x="1962055" y="2802773"/>
                    <a:pt x="1929098" y="2842683"/>
                  </a:cubicBezTo>
                  <a:lnTo>
                    <a:pt x="1880045" y="2902309"/>
                  </a:lnTo>
                  <a:cubicBezTo>
                    <a:pt x="1863757" y="2922026"/>
                    <a:pt x="1847564" y="2941648"/>
                    <a:pt x="1831086" y="2960888"/>
                  </a:cubicBezTo>
                  <a:cubicBezTo>
                    <a:pt x="1798130" y="2999178"/>
                    <a:pt x="1764983" y="3036707"/>
                    <a:pt x="1730121" y="3071854"/>
                  </a:cubicBezTo>
                  <a:cubicBezTo>
                    <a:pt x="1695355" y="3107001"/>
                    <a:pt x="1659160" y="3140053"/>
                    <a:pt x="1620488" y="3169200"/>
                  </a:cubicBezTo>
                  <a:cubicBezTo>
                    <a:pt x="1581912" y="3198442"/>
                    <a:pt x="1541145" y="3224254"/>
                    <a:pt x="1497616" y="3244447"/>
                  </a:cubicBezTo>
                  <a:cubicBezTo>
                    <a:pt x="1454277" y="3264735"/>
                    <a:pt x="1408462" y="3279690"/>
                    <a:pt x="1361313" y="3288739"/>
                  </a:cubicBezTo>
                  <a:cubicBezTo>
                    <a:pt x="1337691" y="3293406"/>
                    <a:pt x="1313688" y="3296168"/>
                    <a:pt x="1289590" y="3297978"/>
                  </a:cubicBezTo>
                  <a:cubicBezTo>
                    <a:pt x="1277493" y="3298740"/>
                    <a:pt x="1265396" y="3299216"/>
                    <a:pt x="1253204" y="3299407"/>
                  </a:cubicBezTo>
                  <a:lnTo>
                    <a:pt x="1215676" y="3299216"/>
                  </a:lnTo>
                  <a:cubicBezTo>
                    <a:pt x="1115378" y="3296930"/>
                    <a:pt x="1015365" y="3281785"/>
                    <a:pt x="918972" y="3254639"/>
                  </a:cubicBezTo>
                  <a:cubicBezTo>
                    <a:pt x="822484" y="3227302"/>
                    <a:pt x="729996" y="3187583"/>
                    <a:pt x="642557" y="3139672"/>
                  </a:cubicBezTo>
                  <a:cubicBezTo>
                    <a:pt x="598837" y="3115765"/>
                    <a:pt x="556451" y="3089571"/>
                    <a:pt x="515112" y="3061853"/>
                  </a:cubicBezTo>
                  <a:lnTo>
                    <a:pt x="484442" y="3040612"/>
                  </a:lnTo>
                  <a:lnTo>
                    <a:pt x="454343" y="3018610"/>
                  </a:lnTo>
                  <a:lnTo>
                    <a:pt x="424625" y="2996131"/>
                  </a:lnTo>
                  <a:cubicBezTo>
                    <a:pt x="414719" y="2988606"/>
                    <a:pt x="405194" y="2980605"/>
                    <a:pt x="395478" y="2973080"/>
                  </a:cubicBezTo>
                  <a:cubicBezTo>
                    <a:pt x="318230" y="2910882"/>
                    <a:pt x="246507" y="2842111"/>
                    <a:pt x="181547" y="2767626"/>
                  </a:cubicBezTo>
                  <a:cubicBezTo>
                    <a:pt x="165259" y="2749052"/>
                    <a:pt x="149543" y="2730002"/>
                    <a:pt x="134112" y="2710761"/>
                  </a:cubicBezTo>
                  <a:cubicBezTo>
                    <a:pt x="118967" y="2691521"/>
                    <a:pt x="104013" y="2672090"/>
                    <a:pt x="89821" y="2652087"/>
                  </a:cubicBezTo>
                  <a:cubicBezTo>
                    <a:pt x="61246" y="2612273"/>
                    <a:pt x="34766" y="2571220"/>
                    <a:pt x="10096" y="2529025"/>
                  </a:cubicBezTo>
                  <a:cubicBezTo>
                    <a:pt x="6668" y="2523214"/>
                    <a:pt x="3429" y="2517309"/>
                    <a:pt x="191" y="2511499"/>
                  </a:cubicBezTo>
                  <a:lnTo>
                    <a:pt x="191" y="2835063"/>
                  </a:lnTo>
                  <a:cubicBezTo>
                    <a:pt x="16764" y="2853351"/>
                    <a:pt x="33719" y="2871353"/>
                    <a:pt x="50959" y="2888879"/>
                  </a:cubicBezTo>
                  <a:cubicBezTo>
                    <a:pt x="127635" y="2966698"/>
                    <a:pt x="210788" y="3037945"/>
                    <a:pt x="300038" y="3100525"/>
                  </a:cubicBezTo>
                  <a:cubicBezTo>
                    <a:pt x="344424" y="3131671"/>
                    <a:pt x="390525" y="3160627"/>
                    <a:pt x="438150" y="3186916"/>
                  </a:cubicBezTo>
                  <a:cubicBezTo>
                    <a:pt x="485585" y="3213491"/>
                    <a:pt x="534543" y="3237303"/>
                    <a:pt x="584264" y="3258830"/>
                  </a:cubicBezTo>
                  <a:cubicBezTo>
                    <a:pt x="674561" y="3297597"/>
                    <a:pt x="767906" y="3328362"/>
                    <a:pt x="862965" y="3351127"/>
                  </a:cubicBezTo>
                  <a:lnTo>
                    <a:pt x="1534478" y="3351127"/>
                  </a:lnTo>
                  <a:cubicBezTo>
                    <a:pt x="1536668" y="3350365"/>
                    <a:pt x="1538764" y="3349603"/>
                    <a:pt x="1540955" y="3348841"/>
                  </a:cubicBezTo>
                  <a:cubicBezTo>
                    <a:pt x="1593628" y="3329220"/>
                    <a:pt x="1644110" y="3304169"/>
                    <a:pt x="1691831" y="3275403"/>
                  </a:cubicBezTo>
                  <a:cubicBezTo>
                    <a:pt x="1739551" y="3246543"/>
                    <a:pt x="1784509" y="3214253"/>
                    <a:pt x="1827086" y="3179963"/>
                  </a:cubicBezTo>
                  <a:cubicBezTo>
                    <a:pt x="1869662" y="3145578"/>
                    <a:pt x="1910143" y="3109573"/>
                    <a:pt x="1948625" y="3072426"/>
                  </a:cubicBezTo>
                  <a:cubicBezTo>
                    <a:pt x="1967960" y="3053852"/>
                    <a:pt x="1986915" y="3035278"/>
                    <a:pt x="2005584" y="3016514"/>
                  </a:cubicBezTo>
                  <a:cubicBezTo>
                    <a:pt x="2024158" y="2997655"/>
                    <a:pt x="2042541" y="2978890"/>
                    <a:pt x="2060639" y="2959935"/>
                  </a:cubicBezTo>
                  <a:cubicBezTo>
                    <a:pt x="2096834" y="2922121"/>
                    <a:pt x="2132552" y="2884783"/>
                    <a:pt x="2167223" y="2847350"/>
                  </a:cubicBezTo>
                  <a:lnTo>
                    <a:pt x="2218754" y="2791438"/>
                  </a:lnTo>
                  <a:lnTo>
                    <a:pt x="2244471" y="2763911"/>
                  </a:lnTo>
                  <a:cubicBezTo>
                    <a:pt x="2253044" y="2754862"/>
                    <a:pt x="2260949" y="2746576"/>
                    <a:pt x="2269427" y="2738098"/>
                  </a:cubicBezTo>
                  <a:cubicBezTo>
                    <a:pt x="2286191" y="2721430"/>
                    <a:pt x="2303336" y="2705142"/>
                    <a:pt x="2321243" y="2689807"/>
                  </a:cubicBezTo>
                  <a:cubicBezTo>
                    <a:pt x="2338959" y="2674281"/>
                    <a:pt x="2357247" y="2659326"/>
                    <a:pt x="2376297" y="2645230"/>
                  </a:cubicBezTo>
                  <a:cubicBezTo>
                    <a:pt x="2414302" y="2616750"/>
                    <a:pt x="2454974" y="2590937"/>
                    <a:pt x="2499265" y="2564934"/>
                  </a:cubicBezTo>
                  <a:cubicBezTo>
                    <a:pt x="2543270" y="2538645"/>
                    <a:pt x="2591562" y="2512165"/>
                    <a:pt x="2639187" y="2476732"/>
                  </a:cubicBezTo>
                  <a:cubicBezTo>
                    <a:pt x="2650998" y="2467874"/>
                    <a:pt x="2662809" y="2458635"/>
                    <a:pt x="2674239" y="2448729"/>
                  </a:cubicBezTo>
                  <a:cubicBezTo>
                    <a:pt x="2685669" y="2438823"/>
                    <a:pt x="2696718" y="2428345"/>
                    <a:pt x="2707481" y="2417487"/>
                  </a:cubicBezTo>
                  <a:cubicBezTo>
                    <a:pt x="2728817" y="2395675"/>
                    <a:pt x="2748248" y="2371862"/>
                    <a:pt x="2765298" y="2347097"/>
                  </a:cubicBezTo>
                  <a:cubicBezTo>
                    <a:pt x="2782538" y="2322427"/>
                    <a:pt x="2797112" y="2296614"/>
                    <a:pt x="2810447" y="2270802"/>
                  </a:cubicBezTo>
                  <a:cubicBezTo>
                    <a:pt x="2823496" y="2244799"/>
                    <a:pt x="2834926" y="2218605"/>
                    <a:pt x="2845499" y="2192411"/>
                  </a:cubicBezTo>
                  <a:cubicBezTo>
                    <a:pt x="2866739" y="2139928"/>
                    <a:pt x="2884551" y="2088017"/>
                    <a:pt x="2901315" y="2034772"/>
                  </a:cubicBezTo>
                  <a:cubicBezTo>
                    <a:pt x="2918079" y="1981528"/>
                    <a:pt x="2932653" y="1927140"/>
                    <a:pt x="2943130" y="1871704"/>
                  </a:cubicBezTo>
                  <a:cubicBezTo>
                    <a:pt x="2953607" y="1816269"/>
                    <a:pt x="2959608" y="1759785"/>
                    <a:pt x="2961037" y="1703302"/>
                  </a:cubicBezTo>
                  <a:cubicBezTo>
                    <a:pt x="2963895" y="1590241"/>
                    <a:pt x="2954750" y="1476226"/>
                    <a:pt x="2928842" y="1366308"/>
                  </a:cubicBezTo>
                  <a:cubicBezTo>
                    <a:pt x="2925413" y="1352306"/>
                    <a:pt x="2922270" y="1338590"/>
                    <a:pt x="2918460" y="1324969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54AB4E0-C436-423A-9AF4-705F9D929C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529137" y="1784984"/>
              <a:ext cx="2972634" cy="3377565"/>
            </a:xfrm>
            <a:custGeom>
              <a:avLst/>
              <a:gdLst>
                <a:gd name="connsiteX0" fmla="*/ 1247966 w 2972634"/>
                <a:gd name="connsiteY0" fmla="*/ 0 h 3377565"/>
                <a:gd name="connsiteX1" fmla="*/ 0 w 2972634"/>
                <a:gd name="connsiteY1" fmla="*/ 557308 h 3377565"/>
                <a:gd name="connsiteX2" fmla="*/ 0 w 2972634"/>
                <a:gd name="connsiteY2" fmla="*/ 1091660 h 3377565"/>
                <a:gd name="connsiteX3" fmla="*/ 264414 w 2972634"/>
                <a:gd name="connsiteY3" fmla="*/ 717423 h 3377565"/>
                <a:gd name="connsiteX4" fmla="*/ 1247966 w 2972634"/>
                <a:gd name="connsiteY4" fmla="*/ 302324 h 3377565"/>
                <a:gd name="connsiteX5" fmla="*/ 1843850 w 2972634"/>
                <a:gd name="connsiteY5" fmla="*/ 472916 h 3377565"/>
                <a:gd name="connsiteX6" fmla="*/ 2372106 w 2972634"/>
                <a:gd name="connsiteY6" fmla="*/ 934688 h 3377565"/>
                <a:gd name="connsiteX7" fmla="*/ 2635377 w 2972634"/>
                <a:gd name="connsiteY7" fmla="*/ 1471041 h 3377565"/>
                <a:gd name="connsiteX8" fmla="*/ 2630996 w 2972634"/>
                <a:gd name="connsiteY8" fmla="*/ 2037112 h 3377565"/>
                <a:gd name="connsiteX9" fmla="*/ 2555558 w 2972634"/>
                <a:gd name="connsiteY9" fmla="*/ 2200085 h 3377565"/>
                <a:gd name="connsiteX10" fmla="*/ 2429828 w 2972634"/>
                <a:gd name="connsiteY10" fmla="*/ 2280285 h 3377565"/>
                <a:gd name="connsiteX11" fmla="*/ 2040255 w 2972634"/>
                <a:gd name="connsiteY11" fmla="*/ 2560892 h 3377565"/>
                <a:gd name="connsiteX12" fmla="*/ 1873377 w 2972634"/>
                <a:gd name="connsiteY12" fmla="*/ 2739295 h 3377565"/>
                <a:gd name="connsiteX13" fmla="*/ 1553147 w 2972634"/>
                <a:gd name="connsiteY13" fmla="*/ 3048476 h 3377565"/>
                <a:gd name="connsiteX14" fmla="*/ 1247966 w 2972634"/>
                <a:gd name="connsiteY14" fmla="*/ 3149822 h 3377565"/>
                <a:gd name="connsiteX15" fmla="*/ 662083 w 2972634"/>
                <a:gd name="connsiteY15" fmla="*/ 3018377 h 3377565"/>
                <a:gd name="connsiteX16" fmla="*/ 197263 w 2972634"/>
                <a:gd name="connsiteY16" fmla="*/ 2661476 h 3377565"/>
                <a:gd name="connsiteX17" fmla="*/ 0 w 2972634"/>
                <a:gd name="connsiteY17" fmla="*/ 2360581 h 3377565"/>
                <a:gd name="connsiteX18" fmla="*/ 0 w 2972634"/>
                <a:gd name="connsiteY18" fmla="*/ 2894933 h 3377565"/>
                <a:gd name="connsiteX19" fmla="*/ 753428 w 2972634"/>
                <a:gd name="connsiteY19" fmla="*/ 3377565 h 3377565"/>
                <a:gd name="connsiteX20" fmla="*/ 1587341 w 2972634"/>
                <a:gd name="connsiteY20" fmla="*/ 3377565 h 3377565"/>
                <a:gd name="connsiteX21" fmla="*/ 2255996 w 2972634"/>
                <a:gd name="connsiteY21" fmla="*/ 2772823 h 3377565"/>
                <a:gd name="connsiteX22" fmla="*/ 2922270 w 2972634"/>
                <a:gd name="connsiteY22" fmla="*/ 2118551 h 3377565"/>
                <a:gd name="connsiteX23" fmla="*/ 1247966 w 2972634"/>
                <a:gd name="connsiteY23" fmla="*/ 0 h 3377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972634" h="3377565">
                  <a:moveTo>
                    <a:pt x="1247966" y="0"/>
                  </a:moveTo>
                  <a:cubicBezTo>
                    <a:pt x="754285" y="0"/>
                    <a:pt x="309944" y="214694"/>
                    <a:pt x="0" y="557308"/>
                  </a:cubicBezTo>
                  <a:lnTo>
                    <a:pt x="0" y="1091660"/>
                  </a:lnTo>
                  <a:cubicBezTo>
                    <a:pt x="67437" y="953357"/>
                    <a:pt x="156019" y="827723"/>
                    <a:pt x="264414" y="717423"/>
                  </a:cubicBezTo>
                  <a:cubicBezTo>
                    <a:pt x="527399" y="449771"/>
                    <a:pt x="876776" y="302324"/>
                    <a:pt x="1247966" y="302324"/>
                  </a:cubicBezTo>
                  <a:cubicBezTo>
                    <a:pt x="1438370" y="302324"/>
                    <a:pt x="1644491" y="361283"/>
                    <a:pt x="1843850" y="472916"/>
                  </a:cubicBezTo>
                  <a:cubicBezTo>
                    <a:pt x="2046161" y="586169"/>
                    <a:pt x="2228755" y="745808"/>
                    <a:pt x="2372106" y="934688"/>
                  </a:cubicBezTo>
                  <a:cubicBezTo>
                    <a:pt x="2498884" y="1101757"/>
                    <a:pt x="2589848" y="1287209"/>
                    <a:pt x="2635377" y="1471041"/>
                  </a:cubicBezTo>
                  <a:cubicBezTo>
                    <a:pt x="2683288" y="1664779"/>
                    <a:pt x="2681859" y="1855279"/>
                    <a:pt x="2630996" y="2037112"/>
                  </a:cubicBezTo>
                  <a:cubicBezTo>
                    <a:pt x="2608993" y="2115788"/>
                    <a:pt x="2583656" y="2170557"/>
                    <a:pt x="2555558" y="2200085"/>
                  </a:cubicBezTo>
                  <a:cubicBezTo>
                    <a:pt x="2531650" y="2225135"/>
                    <a:pt x="2494121" y="2245900"/>
                    <a:pt x="2429828" y="2280285"/>
                  </a:cubicBezTo>
                  <a:cubicBezTo>
                    <a:pt x="2328482" y="2334578"/>
                    <a:pt x="2189607" y="2408873"/>
                    <a:pt x="2040255" y="2560892"/>
                  </a:cubicBezTo>
                  <a:cubicBezTo>
                    <a:pt x="1981486" y="2620709"/>
                    <a:pt x="1926527" y="2681002"/>
                    <a:pt x="1873377" y="2739295"/>
                  </a:cubicBezTo>
                  <a:cubicBezTo>
                    <a:pt x="1763839" y="2859405"/>
                    <a:pt x="1660398" y="2972943"/>
                    <a:pt x="1553147" y="3048476"/>
                  </a:cubicBezTo>
                  <a:cubicBezTo>
                    <a:pt x="1453610" y="3118580"/>
                    <a:pt x="1359503" y="3149822"/>
                    <a:pt x="1247966" y="3149822"/>
                  </a:cubicBezTo>
                  <a:cubicBezTo>
                    <a:pt x="1043178" y="3149822"/>
                    <a:pt x="846011" y="3105626"/>
                    <a:pt x="662083" y="3018377"/>
                  </a:cubicBezTo>
                  <a:cubicBezTo>
                    <a:pt x="486156" y="2934938"/>
                    <a:pt x="325374" y="2811494"/>
                    <a:pt x="197263" y="2661476"/>
                  </a:cubicBezTo>
                  <a:cubicBezTo>
                    <a:pt x="118682" y="2569464"/>
                    <a:pt x="52673" y="2468594"/>
                    <a:pt x="0" y="2360581"/>
                  </a:cubicBezTo>
                  <a:lnTo>
                    <a:pt x="0" y="2894933"/>
                  </a:lnTo>
                  <a:cubicBezTo>
                    <a:pt x="201930" y="3118104"/>
                    <a:pt x="460915" y="3286982"/>
                    <a:pt x="753428" y="3377565"/>
                  </a:cubicBezTo>
                  <a:lnTo>
                    <a:pt x="1587341" y="3377565"/>
                  </a:lnTo>
                  <a:cubicBezTo>
                    <a:pt x="1849850" y="3254312"/>
                    <a:pt x="2033492" y="2999327"/>
                    <a:pt x="2255996" y="2772823"/>
                  </a:cubicBezTo>
                  <a:cubicBezTo>
                    <a:pt x="2562892" y="2460498"/>
                    <a:pt x="2794159" y="2577084"/>
                    <a:pt x="2922270" y="2118551"/>
                  </a:cubicBezTo>
                  <a:cubicBezTo>
                    <a:pt x="3213830" y="1075182"/>
                    <a:pt x="2184654" y="0"/>
                    <a:pt x="1247966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837BBAD-3D46-42DA-AB99-AB6C9739DB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529137" y="1784984"/>
              <a:ext cx="2972700" cy="3377755"/>
            </a:xfrm>
            <a:custGeom>
              <a:avLst/>
              <a:gdLst>
                <a:gd name="connsiteX0" fmla="*/ 1247966 w 2972700"/>
                <a:gd name="connsiteY0" fmla="*/ 0 h 3377755"/>
                <a:gd name="connsiteX1" fmla="*/ 0 w 2972700"/>
                <a:gd name="connsiteY1" fmla="*/ 557308 h 3377755"/>
                <a:gd name="connsiteX2" fmla="*/ 0 w 2972700"/>
                <a:gd name="connsiteY2" fmla="*/ 1245489 h 3377755"/>
                <a:gd name="connsiteX3" fmla="*/ 20288 w 2972700"/>
                <a:gd name="connsiteY3" fmla="*/ 1193387 h 3377755"/>
                <a:gd name="connsiteX4" fmla="*/ 307467 w 2972700"/>
                <a:gd name="connsiteY4" fmla="*/ 759809 h 3377755"/>
                <a:gd name="connsiteX5" fmla="*/ 1247966 w 2972700"/>
                <a:gd name="connsiteY5" fmla="*/ 362903 h 3377755"/>
                <a:gd name="connsiteX6" fmla="*/ 1814322 w 2972700"/>
                <a:gd name="connsiteY6" fmla="*/ 525780 h 3377755"/>
                <a:gd name="connsiteX7" fmla="*/ 2324005 w 2972700"/>
                <a:gd name="connsiteY7" fmla="*/ 971360 h 3377755"/>
                <a:gd name="connsiteX8" fmla="*/ 2576703 w 2972700"/>
                <a:gd name="connsiteY8" fmla="*/ 1485710 h 3377755"/>
                <a:gd name="connsiteX9" fmla="*/ 2572798 w 2972700"/>
                <a:gd name="connsiteY9" fmla="*/ 2021015 h 3377755"/>
                <a:gd name="connsiteX10" fmla="*/ 2511838 w 2972700"/>
                <a:gd name="connsiteY10" fmla="*/ 2158556 h 3377755"/>
                <a:gd name="connsiteX11" fmla="*/ 2401348 w 2972700"/>
                <a:gd name="connsiteY11" fmla="*/ 2227136 h 3377755"/>
                <a:gd name="connsiteX12" fmla="*/ 1997107 w 2972700"/>
                <a:gd name="connsiteY12" fmla="*/ 2518696 h 3377755"/>
                <a:gd name="connsiteX13" fmla="*/ 1828705 w 2972700"/>
                <a:gd name="connsiteY13" fmla="*/ 2698718 h 3377755"/>
                <a:gd name="connsiteX14" fmla="*/ 1247966 w 2972700"/>
                <a:gd name="connsiteY14" fmla="*/ 3089529 h 3377755"/>
                <a:gd name="connsiteX15" fmla="*/ 687991 w 2972700"/>
                <a:gd name="connsiteY15" fmla="*/ 2963894 h 3377755"/>
                <a:gd name="connsiteX16" fmla="*/ 243269 w 2972700"/>
                <a:gd name="connsiteY16" fmla="*/ 2622328 h 3377755"/>
                <a:gd name="connsiteX17" fmla="*/ 2477 w 2972700"/>
                <a:gd name="connsiteY17" fmla="*/ 2213610 h 3377755"/>
                <a:gd name="connsiteX18" fmla="*/ 95 w 2972700"/>
                <a:gd name="connsiteY18" fmla="*/ 2206943 h 3377755"/>
                <a:gd name="connsiteX19" fmla="*/ 95 w 2972700"/>
                <a:gd name="connsiteY19" fmla="*/ 2895124 h 3377755"/>
                <a:gd name="connsiteX20" fmla="*/ 753523 w 2972700"/>
                <a:gd name="connsiteY20" fmla="*/ 3377756 h 3377755"/>
                <a:gd name="connsiteX21" fmla="*/ 1587437 w 2972700"/>
                <a:gd name="connsiteY21" fmla="*/ 3377756 h 3377755"/>
                <a:gd name="connsiteX22" fmla="*/ 2256092 w 2972700"/>
                <a:gd name="connsiteY22" fmla="*/ 2773013 h 3377755"/>
                <a:gd name="connsiteX23" fmla="*/ 2922365 w 2972700"/>
                <a:gd name="connsiteY23" fmla="*/ 2118741 h 3377755"/>
                <a:gd name="connsiteX24" fmla="*/ 1247966 w 2972700"/>
                <a:gd name="connsiteY24" fmla="*/ 0 h 3377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972700" h="3377755">
                  <a:moveTo>
                    <a:pt x="1247966" y="0"/>
                  </a:moveTo>
                  <a:cubicBezTo>
                    <a:pt x="754285" y="0"/>
                    <a:pt x="309944" y="214694"/>
                    <a:pt x="0" y="557308"/>
                  </a:cubicBezTo>
                  <a:lnTo>
                    <a:pt x="0" y="1245489"/>
                  </a:lnTo>
                  <a:cubicBezTo>
                    <a:pt x="6477" y="1228058"/>
                    <a:pt x="13145" y="1210628"/>
                    <a:pt x="20288" y="1193387"/>
                  </a:cubicBezTo>
                  <a:cubicBezTo>
                    <a:pt x="87821" y="1030891"/>
                    <a:pt x="184404" y="885063"/>
                    <a:pt x="307467" y="759809"/>
                  </a:cubicBezTo>
                  <a:cubicBezTo>
                    <a:pt x="559118" y="503873"/>
                    <a:pt x="893064" y="362903"/>
                    <a:pt x="1247966" y="362903"/>
                  </a:cubicBezTo>
                  <a:cubicBezTo>
                    <a:pt x="1428083" y="362903"/>
                    <a:pt x="1623917" y="419195"/>
                    <a:pt x="1814322" y="525780"/>
                  </a:cubicBezTo>
                  <a:cubicBezTo>
                    <a:pt x="2009394" y="634937"/>
                    <a:pt x="2185607" y="789051"/>
                    <a:pt x="2324005" y="971360"/>
                  </a:cubicBezTo>
                  <a:cubicBezTo>
                    <a:pt x="2445830" y="1131856"/>
                    <a:pt x="2533174" y="1309688"/>
                    <a:pt x="2576703" y="1485710"/>
                  </a:cubicBezTo>
                  <a:cubicBezTo>
                    <a:pt x="2622042" y="1669161"/>
                    <a:pt x="2620804" y="1849279"/>
                    <a:pt x="2572798" y="2021015"/>
                  </a:cubicBezTo>
                  <a:cubicBezTo>
                    <a:pt x="2554034" y="2088071"/>
                    <a:pt x="2532412" y="2136934"/>
                    <a:pt x="2511838" y="2158556"/>
                  </a:cubicBezTo>
                  <a:cubicBezTo>
                    <a:pt x="2493455" y="2177796"/>
                    <a:pt x="2452878" y="2199608"/>
                    <a:pt x="2401348" y="2227136"/>
                  </a:cubicBezTo>
                  <a:cubicBezTo>
                    <a:pt x="2296573" y="2283238"/>
                    <a:pt x="2153031" y="2360010"/>
                    <a:pt x="1997107" y="2518696"/>
                  </a:cubicBezTo>
                  <a:cubicBezTo>
                    <a:pt x="1937576" y="2579370"/>
                    <a:pt x="1882235" y="2640044"/>
                    <a:pt x="1828705" y="2698718"/>
                  </a:cubicBezTo>
                  <a:cubicBezTo>
                    <a:pt x="1594580" y="2955512"/>
                    <a:pt x="1462468" y="3089529"/>
                    <a:pt x="1247966" y="3089529"/>
                  </a:cubicBezTo>
                  <a:cubicBezTo>
                    <a:pt x="1052227" y="3089529"/>
                    <a:pt x="863822" y="3047238"/>
                    <a:pt x="687991" y="2963894"/>
                  </a:cubicBezTo>
                  <a:cubicBezTo>
                    <a:pt x="519684" y="2884075"/>
                    <a:pt x="365855" y="2765965"/>
                    <a:pt x="243269" y="2622328"/>
                  </a:cubicBezTo>
                  <a:cubicBezTo>
                    <a:pt x="139541" y="2500884"/>
                    <a:pt x="58484" y="2363343"/>
                    <a:pt x="2477" y="2213610"/>
                  </a:cubicBezTo>
                  <a:cubicBezTo>
                    <a:pt x="1619" y="2211419"/>
                    <a:pt x="857" y="2209133"/>
                    <a:pt x="95" y="2206943"/>
                  </a:cubicBezTo>
                  <a:lnTo>
                    <a:pt x="95" y="2895124"/>
                  </a:lnTo>
                  <a:cubicBezTo>
                    <a:pt x="202025" y="3118295"/>
                    <a:pt x="461010" y="3287173"/>
                    <a:pt x="753523" y="3377756"/>
                  </a:cubicBezTo>
                  <a:lnTo>
                    <a:pt x="1587437" y="3377756"/>
                  </a:lnTo>
                  <a:cubicBezTo>
                    <a:pt x="1849946" y="3254502"/>
                    <a:pt x="2033588" y="2999518"/>
                    <a:pt x="2256092" y="2773013"/>
                  </a:cubicBezTo>
                  <a:cubicBezTo>
                    <a:pt x="2562987" y="2460689"/>
                    <a:pt x="2794254" y="2577275"/>
                    <a:pt x="2922365" y="2118741"/>
                  </a:cubicBezTo>
                  <a:cubicBezTo>
                    <a:pt x="3213830" y="1075182"/>
                    <a:pt x="2184654" y="0"/>
                    <a:pt x="1247966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3E86000F-91FB-495F-B2DF-F27198A430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529137" y="1695450"/>
              <a:ext cx="3134106" cy="3467100"/>
            </a:xfrm>
            <a:custGeom>
              <a:avLst/>
              <a:gdLst>
                <a:gd name="connsiteX0" fmla="*/ 1262253 w 3134106"/>
                <a:gd name="connsiteY0" fmla="*/ 0 h 3467100"/>
                <a:gd name="connsiteX1" fmla="*/ 0 w 3134106"/>
                <a:gd name="connsiteY1" fmla="*/ 482156 h 3467100"/>
                <a:gd name="connsiteX2" fmla="*/ 0 w 3134106"/>
                <a:gd name="connsiteY2" fmla="*/ 777526 h 3467100"/>
                <a:gd name="connsiteX3" fmla="*/ 106966 w 3134106"/>
                <a:gd name="connsiteY3" fmla="*/ 645319 h 3467100"/>
                <a:gd name="connsiteX4" fmla="*/ 621316 w 3134106"/>
                <a:gd name="connsiteY4" fmla="*/ 259556 h 3467100"/>
                <a:gd name="connsiteX5" fmla="*/ 658749 w 3134106"/>
                <a:gd name="connsiteY5" fmla="*/ 242888 h 3467100"/>
                <a:gd name="connsiteX6" fmla="*/ 696468 w 3134106"/>
                <a:gd name="connsiteY6" fmla="*/ 226790 h 3467100"/>
                <a:gd name="connsiteX7" fmla="*/ 734854 w 3134106"/>
                <a:gd name="connsiteY7" fmla="*/ 212217 h 3467100"/>
                <a:gd name="connsiteX8" fmla="*/ 773525 w 3134106"/>
                <a:gd name="connsiteY8" fmla="*/ 198215 h 3467100"/>
                <a:gd name="connsiteX9" fmla="*/ 812768 w 3134106"/>
                <a:gd name="connsiteY9" fmla="*/ 185642 h 3467100"/>
                <a:gd name="connsiteX10" fmla="*/ 852202 w 3134106"/>
                <a:gd name="connsiteY10" fmla="*/ 173736 h 3467100"/>
                <a:gd name="connsiteX11" fmla="*/ 892112 w 3134106"/>
                <a:gd name="connsiteY11" fmla="*/ 163354 h 3467100"/>
                <a:gd name="connsiteX12" fmla="*/ 912114 w 3134106"/>
                <a:gd name="connsiteY12" fmla="*/ 158210 h 3467100"/>
                <a:gd name="connsiteX13" fmla="*/ 922115 w 3134106"/>
                <a:gd name="connsiteY13" fmla="*/ 155639 h 3467100"/>
                <a:gd name="connsiteX14" fmla="*/ 932212 w 3134106"/>
                <a:gd name="connsiteY14" fmla="*/ 153543 h 3467100"/>
                <a:gd name="connsiteX15" fmla="*/ 1260634 w 3134106"/>
                <a:gd name="connsiteY15" fmla="*/ 117062 h 3467100"/>
                <a:gd name="connsiteX16" fmla="*/ 1587341 w 3134106"/>
                <a:gd name="connsiteY16" fmla="*/ 161544 h 3467100"/>
                <a:gd name="connsiteX17" fmla="*/ 1743647 w 3134106"/>
                <a:gd name="connsiteY17" fmla="*/ 213741 h 3467100"/>
                <a:gd name="connsiteX18" fmla="*/ 1892808 w 3134106"/>
                <a:gd name="connsiteY18" fmla="*/ 282702 h 3467100"/>
                <a:gd name="connsiteX19" fmla="*/ 2033683 w 3134106"/>
                <a:gd name="connsiteY19" fmla="*/ 365950 h 3467100"/>
                <a:gd name="connsiteX20" fmla="*/ 2165509 w 3134106"/>
                <a:gd name="connsiteY20" fmla="*/ 461677 h 3467100"/>
                <a:gd name="connsiteX21" fmla="*/ 2288286 w 3134106"/>
                <a:gd name="connsiteY21" fmla="*/ 567500 h 3467100"/>
                <a:gd name="connsiteX22" fmla="*/ 2401348 w 3134106"/>
                <a:gd name="connsiteY22" fmla="*/ 682371 h 3467100"/>
                <a:gd name="connsiteX23" fmla="*/ 2505075 w 3134106"/>
                <a:gd name="connsiteY23" fmla="*/ 804577 h 3467100"/>
                <a:gd name="connsiteX24" fmla="*/ 2598801 w 3134106"/>
                <a:gd name="connsiteY24" fmla="*/ 933355 h 3467100"/>
                <a:gd name="connsiteX25" fmla="*/ 2682240 w 3134106"/>
                <a:gd name="connsiteY25" fmla="*/ 1067943 h 3467100"/>
                <a:gd name="connsiteX26" fmla="*/ 2754725 w 3134106"/>
                <a:gd name="connsiteY26" fmla="*/ 1207770 h 3467100"/>
                <a:gd name="connsiteX27" fmla="*/ 2861596 w 3134106"/>
                <a:gd name="connsiteY27" fmla="*/ 1501140 h 3467100"/>
                <a:gd name="connsiteX28" fmla="*/ 2893314 w 3134106"/>
                <a:gd name="connsiteY28" fmla="*/ 1653254 h 3467100"/>
                <a:gd name="connsiteX29" fmla="*/ 2898743 w 3134106"/>
                <a:gd name="connsiteY29" fmla="*/ 1691640 h 3467100"/>
                <a:gd name="connsiteX30" fmla="*/ 2903220 w 3134106"/>
                <a:gd name="connsiteY30" fmla="*/ 1730216 h 3467100"/>
                <a:gd name="connsiteX31" fmla="*/ 2906840 w 3134106"/>
                <a:gd name="connsiteY31" fmla="*/ 1768888 h 3467100"/>
                <a:gd name="connsiteX32" fmla="*/ 2909221 w 3134106"/>
                <a:gd name="connsiteY32" fmla="*/ 1807655 h 3467100"/>
                <a:gd name="connsiteX33" fmla="*/ 2907506 w 3134106"/>
                <a:gd name="connsiteY33" fmla="*/ 1963007 h 3467100"/>
                <a:gd name="connsiteX34" fmla="*/ 2904458 w 3134106"/>
                <a:gd name="connsiteY34" fmla="*/ 2001869 h 3467100"/>
                <a:gd name="connsiteX35" fmla="*/ 2900267 w 3134106"/>
                <a:gd name="connsiteY35" fmla="*/ 2040636 h 3467100"/>
                <a:gd name="connsiteX36" fmla="*/ 2894648 w 3134106"/>
                <a:gd name="connsiteY36" fmla="*/ 2079308 h 3467100"/>
                <a:gd name="connsiteX37" fmla="*/ 2888075 w 3134106"/>
                <a:gd name="connsiteY37" fmla="*/ 2117884 h 3467100"/>
                <a:gd name="connsiteX38" fmla="*/ 2849785 w 3134106"/>
                <a:gd name="connsiteY38" fmla="*/ 2268855 h 3467100"/>
                <a:gd name="connsiteX39" fmla="*/ 2785491 w 3134106"/>
                <a:gd name="connsiteY39" fmla="*/ 2404777 h 3467100"/>
                <a:gd name="connsiteX40" fmla="*/ 2682049 w 3134106"/>
                <a:gd name="connsiteY40" fmla="*/ 2511647 h 3467100"/>
                <a:gd name="connsiteX41" fmla="*/ 2544318 w 3134106"/>
                <a:gd name="connsiteY41" fmla="*/ 2596229 h 3467100"/>
                <a:gd name="connsiteX42" fmla="*/ 2270474 w 3134106"/>
                <a:gd name="connsiteY42" fmla="*/ 2796349 h 3467100"/>
                <a:gd name="connsiteX43" fmla="*/ 2211896 w 3134106"/>
                <a:gd name="connsiteY43" fmla="*/ 2856357 h 3467100"/>
                <a:gd name="connsiteX44" fmla="*/ 2155127 w 3134106"/>
                <a:gd name="connsiteY44" fmla="*/ 2916936 h 3467100"/>
                <a:gd name="connsiteX45" fmla="*/ 2042636 w 3134106"/>
                <a:gd name="connsiteY45" fmla="*/ 3038094 h 3467100"/>
                <a:gd name="connsiteX46" fmla="*/ 1985963 w 3134106"/>
                <a:gd name="connsiteY46" fmla="*/ 3097721 h 3467100"/>
                <a:gd name="connsiteX47" fmla="*/ 1928051 w 3134106"/>
                <a:gd name="connsiteY47" fmla="*/ 3155728 h 3467100"/>
                <a:gd name="connsiteX48" fmla="*/ 1806702 w 3134106"/>
                <a:gd name="connsiteY48" fmla="*/ 3264313 h 3467100"/>
                <a:gd name="connsiteX49" fmla="*/ 1674400 w 3134106"/>
                <a:gd name="connsiteY49" fmla="*/ 3356134 h 3467100"/>
                <a:gd name="connsiteX50" fmla="*/ 1529906 w 3134106"/>
                <a:gd name="connsiteY50" fmla="*/ 3422333 h 3467100"/>
                <a:gd name="connsiteX51" fmla="*/ 1492187 w 3134106"/>
                <a:gd name="connsiteY51" fmla="*/ 3434048 h 3467100"/>
                <a:gd name="connsiteX52" fmla="*/ 1453896 w 3134106"/>
                <a:gd name="connsiteY52" fmla="*/ 3443669 h 3467100"/>
                <a:gd name="connsiteX53" fmla="*/ 1415129 w 3134106"/>
                <a:gd name="connsiteY53" fmla="*/ 3451003 h 3467100"/>
                <a:gd name="connsiteX54" fmla="*/ 1376077 w 3134106"/>
                <a:gd name="connsiteY54" fmla="*/ 3456241 h 3467100"/>
                <a:gd name="connsiteX55" fmla="*/ 1336834 w 3134106"/>
                <a:gd name="connsiteY55" fmla="*/ 3459480 h 3467100"/>
                <a:gd name="connsiteX56" fmla="*/ 1297496 w 3134106"/>
                <a:gd name="connsiteY56" fmla="*/ 3460718 h 3467100"/>
                <a:gd name="connsiteX57" fmla="*/ 1258062 w 3134106"/>
                <a:gd name="connsiteY57" fmla="*/ 3460052 h 3467100"/>
                <a:gd name="connsiteX58" fmla="*/ 1217676 w 3134106"/>
                <a:gd name="connsiteY58" fmla="*/ 3457480 h 3467100"/>
                <a:gd name="connsiteX59" fmla="*/ 900113 w 3134106"/>
                <a:gd name="connsiteY59" fmla="*/ 3406426 h 3467100"/>
                <a:gd name="connsiteX60" fmla="*/ 823246 w 3134106"/>
                <a:gd name="connsiteY60" fmla="*/ 3383947 h 3467100"/>
                <a:gd name="connsiteX61" fmla="*/ 747808 w 3134106"/>
                <a:gd name="connsiteY61" fmla="*/ 3357753 h 3467100"/>
                <a:gd name="connsiteX62" fmla="*/ 710660 w 3134106"/>
                <a:gd name="connsiteY62" fmla="*/ 3343370 h 3467100"/>
                <a:gd name="connsiteX63" fmla="*/ 673799 w 3134106"/>
                <a:gd name="connsiteY63" fmla="*/ 3328321 h 3467100"/>
                <a:gd name="connsiteX64" fmla="*/ 655415 w 3134106"/>
                <a:gd name="connsiteY64" fmla="*/ 3320796 h 3467100"/>
                <a:gd name="connsiteX65" fmla="*/ 637413 w 3134106"/>
                <a:gd name="connsiteY65" fmla="*/ 3312319 h 3467100"/>
                <a:gd name="connsiteX66" fmla="*/ 601409 w 3134106"/>
                <a:gd name="connsiteY66" fmla="*/ 3295460 h 3467100"/>
                <a:gd name="connsiteX67" fmla="*/ 96012 w 3134106"/>
                <a:gd name="connsiteY67" fmla="*/ 2922746 h 3467100"/>
                <a:gd name="connsiteX68" fmla="*/ 0 w 3134106"/>
                <a:gd name="connsiteY68" fmla="*/ 2808256 h 3467100"/>
                <a:gd name="connsiteX69" fmla="*/ 0 w 3134106"/>
                <a:gd name="connsiteY69" fmla="*/ 3204020 h 3467100"/>
                <a:gd name="connsiteX70" fmla="*/ 376523 w 3134106"/>
                <a:gd name="connsiteY70" fmla="*/ 3467100 h 3467100"/>
                <a:gd name="connsiteX71" fmla="*/ 2147983 w 3134106"/>
                <a:gd name="connsiteY71" fmla="*/ 3467100 h 3467100"/>
                <a:gd name="connsiteX72" fmla="*/ 3134106 w 3134106"/>
                <a:gd name="connsiteY72" fmla="*/ 1843088 h 3467100"/>
                <a:gd name="connsiteX73" fmla="*/ 1262253 w 3134106"/>
                <a:gd name="connsiteY73" fmla="*/ 0 h 3467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3134106" h="3467100">
                  <a:moveTo>
                    <a:pt x="1262253" y="0"/>
                  </a:moveTo>
                  <a:cubicBezTo>
                    <a:pt x="775907" y="0"/>
                    <a:pt x="332804" y="182690"/>
                    <a:pt x="0" y="482156"/>
                  </a:cubicBezTo>
                  <a:lnTo>
                    <a:pt x="0" y="777526"/>
                  </a:lnTo>
                  <a:cubicBezTo>
                    <a:pt x="33338" y="731901"/>
                    <a:pt x="68961" y="687705"/>
                    <a:pt x="106966" y="645319"/>
                  </a:cubicBezTo>
                  <a:cubicBezTo>
                    <a:pt x="248603" y="486632"/>
                    <a:pt x="423100" y="351854"/>
                    <a:pt x="621316" y="259556"/>
                  </a:cubicBezTo>
                  <a:lnTo>
                    <a:pt x="658749" y="242888"/>
                  </a:lnTo>
                  <a:cubicBezTo>
                    <a:pt x="671322" y="237458"/>
                    <a:pt x="683609" y="231362"/>
                    <a:pt x="696468" y="226790"/>
                  </a:cubicBezTo>
                  <a:lnTo>
                    <a:pt x="734854" y="212217"/>
                  </a:lnTo>
                  <a:cubicBezTo>
                    <a:pt x="747713" y="207550"/>
                    <a:pt x="760381" y="202121"/>
                    <a:pt x="773525" y="198215"/>
                  </a:cubicBezTo>
                  <a:lnTo>
                    <a:pt x="812768" y="185642"/>
                  </a:lnTo>
                  <a:cubicBezTo>
                    <a:pt x="825913" y="181547"/>
                    <a:pt x="838867" y="176879"/>
                    <a:pt x="852202" y="173736"/>
                  </a:cubicBezTo>
                  <a:lnTo>
                    <a:pt x="892112" y="163354"/>
                  </a:lnTo>
                  <a:lnTo>
                    <a:pt x="912114" y="158210"/>
                  </a:lnTo>
                  <a:lnTo>
                    <a:pt x="922115" y="155639"/>
                  </a:lnTo>
                  <a:lnTo>
                    <a:pt x="932212" y="153543"/>
                  </a:lnTo>
                  <a:cubicBezTo>
                    <a:pt x="1039749" y="129635"/>
                    <a:pt x="1150144" y="117443"/>
                    <a:pt x="1260634" y="117062"/>
                  </a:cubicBezTo>
                  <a:cubicBezTo>
                    <a:pt x="1370933" y="116967"/>
                    <a:pt x="1481138" y="132874"/>
                    <a:pt x="1587341" y="161544"/>
                  </a:cubicBezTo>
                  <a:cubicBezTo>
                    <a:pt x="1640491" y="175831"/>
                    <a:pt x="1692688" y="193358"/>
                    <a:pt x="1743647" y="213741"/>
                  </a:cubicBezTo>
                  <a:cubicBezTo>
                    <a:pt x="1794796" y="233744"/>
                    <a:pt x="1844421" y="257175"/>
                    <a:pt x="1892808" y="282702"/>
                  </a:cubicBezTo>
                  <a:cubicBezTo>
                    <a:pt x="1941290" y="308134"/>
                    <a:pt x="1988153" y="336233"/>
                    <a:pt x="2033683" y="365950"/>
                  </a:cubicBezTo>
                  <a:cubicBezTo>
                    <a:pt x="2079117" y="395954"/>
                    <a:pt x="2123027" y="428054"/>
                    <a:pt x="2165509" y="461677"/>
                  </a:cubicBezTo>
                  <a:cubicBezTo>
                    <a:pt x="2207990" y="495300"/>
                    <a:pt x="2248948" y="530733"/>
                    <a:pt x="2288286" y="567500"/>
                  </a:cubicBezTo>
                  <a:cubicBezTo>
                    <a:pt x="2327720" y="604266"/>
                    <a:pt x="2365153" y="642938"/>
                    <a:pt x="2401348" y="682371"/>
                  </a:cubicBezTo>
                  <a:cubicBezTo>
                    <a:pt x="2437543" y="721900"/>
                    <a:pt x="2472119" y="762667"/>
                    <a:pt x="2505075" y="804577"/>
                  </a:cubicBezTo>
                  <a:cubicBezTo>
                    <a:pt x="2537841" y="846677"/>
                    <a:pt x="2569369" y="889445"/>
                    <a:pt x="2598801" y="933355"/>
                  </a:cubicBezTo>
                  <a:cubicBezTo>
                    <a:pt x="2628329" y="977265"/>
                    <a:pt x="2656428" y="1022128"/>
                    <a:pt x="2682240" y="1067943"/>
                  </a:cubicBezTo>
                  <a:cubicBezTo>
                    <a:pt x="2708243" y="1113663"/>
                    <a:pt x="2732437" y="1160336"/>
                    <a:pt x="2754725" y="1207770"/>
                  </a:cubicBezTo>
                  <a:cubicBezTo>
                    <a:pt x="2799112" y="1302639"/>
                    <a:pt x="2835021" y="1400747"/>
                    <a:pt x="2861596" y="1501140"/>
                  </a:cubicBezTo>
                  <a:cubicBezTo>
                    <a:pt x="2874645" y="1551337"/>
                    <a:pt x="2885218" y="1602105"/>
                    <a:pt x="2893314" y="1653254"/>
                  </a:cubicBezTo>
                  <a:cubicBezTo>
                    <a:pt x="2895314" y="1666018"/>
                    <a:pt x="2897410" y="1678781"/>
                    <a:pt x="2898743" y="1691640"/>
                  </a:cubicBezTo>
                  <a:cubicBezTo>
                    <a:pt x="2900172" y="1704499"/>
                    <a:pt x="2902172" y="1717262"/>
                    <a:pt x="2903220" y="1730216"/>
                  </a:cubicBezTo>
                  <a:cubicBezTo>
                    <a:pt x="2904363" y="1743075"/>
                    <a:pt x="2905792" y="1755934"/>
                    <a:pt x="2906840" y="1768888"/>
                  </a:cubicBezTo>
                  <a:lnTo>
                    <a:pt x="2909221" y="1807655"/>
                  </a:lnTo>
                  <a:cubicBezTo>
                    <a:pt x="2911316" y="1859375"/>
                    <a:pt x="2911221" y="1911191"/>
                    <a:pt x="2907506" y="1963007"/>
                  </a:cubicBezTo>
                  <a:cubicBezTo>
                    <a:pt x="2906459" y="1975961"/>
                    <a:pt x="2906078" y="1988915"/>
                    <a:pt x="2904458" y="2001869"/>
                  </a:cubicBezTo>
                  <a:lnTo>
                    <a:pt x="2900267" y="2040636"/>
                  </a:lnTo>
                  <a:lnTo>
                    <a:pt x="2894648" y="2079308"/>
                  </a:lnTo>
                  <a:cubicBezTo>
                    <a:pt x="2892838" y="2092166"/>
                    <a:pt x="2890171" y="2104930"/>
                    <a:pt x="2888075" y="2117884"/>
                  </a:cubicBezTo>
                  <a:cubicBezTo>
                    <a:pt x="2878360" y="2169128"/>
                    <a:pt x="2866168" y="2220278"/>
                    <a:pt x="2849785" y="2268855"/>
                  </a:cubicBezTo>
                  <a:cubicBezTo>
                    <a:pt x="2833402" y="2317433"/>
                    <a:pt x="2813018" y="2363915"/>
                    <a:pt x="2785491" y="2404777"/>
                  </a:cubicBezTo>
                  <a:cubicBezTo>
                    <a:pt x="2758440" y="2446115"/>
                    <a:pt x="2723579" y="2481263"/>
                    <a:pt x="2682049" y="2511647"/>
                  </a:cubicBezTo>
                  <a:cubicBezTo>
                    <a:pt x="2640616" y="2542223"/>
                    <a:pt x="2592705" y="2568321"/>
                    <a:pt x="2544318" y="2596229"/>
                  </a:cubicBezTo>
                  <a:cubicBezTo>
                    <a:pt x="2446687" y="2650808"/>
                    <a:pt x="2350580" y="2716530"/>
                    <a:pt x="2270474" y="2796349"/>
                  </a:cubicBezTo>
                  <a:cubicBezTo>
                    <a:pt x="2250091" y="2816257"/>
                    <a:pt x="2230946" y="2836164"/>
                    <a:pt x="2211896" y="2856357"/>
                  </a:cubicBezTo>
                  <a:lnTo>
                    <a:pt x="2155127" y="2916936"/>
                  </a:lnTo>
                  <a:cubicBezTo>
                    <a:pt x="2117503" y="2957417"/>
                    <a:pt x="2080260" y="2998089"/>
                    <a:pt x="2042636" y="3038094"/>
                  </a:cubicBezTo>
                  <a:cubicBezTo>
                    <a:pt x="2023872" y="3058097"/>
                    <a:pt x="2005013" y="3078099"/>
                    <a:pt x="1985963" y="3097721"/>
                  </a:cubicBezTo>
                  <a:cubicBezTo>
                    <a:pt x="1966913" y="3117342"/>
                    <a:pt x="1947577" y="3136678"/>
                    <a:pt x="1928051" y="3155728"/>
                  </a:cubicBezTo>
                  <a:cubicBezTo>
                    <a:pt x="1889093" y="3193828"/>
                    <a:pt x="1848707" y="3230309"/>
                    <a:pt x="1806702" y="3264313"/>
                  </a:cubicBezTo>
                  <a:cubicBezTo>
                    <a:pt x="1764792" y="3298412"/>
                    <a:pt x="1720406" y="3329083"/>
                    <a:pt x="1674400" y="3356134"/>
                  </a:cubicBezTo>
                  <a:cubicBezTo>
                    <a:pt x="1628204" y="3382804"/>
                    <a:pt x="1579912" y="3405473"/>
                    <a:pt x="1529906" y="3422333"/>
                  </a:cubicBezTo>
                  <a:cubicBezTo>
                    <a:pt x="1517428" y="3426714"/>
                    <a:pt x="1504664" y="3430048"/>
                    <a:pt x="1492187" y="3434048"/>
                  </a:cubicBezTo>
                  <a:cubicBezTo>
                    <a:pt x="1479518" y="3437478"/>
                    <a:pt x="1466660" y="3440430"/>
                    <a:pt x="1453896" y="3443669"/>
                  </a:cubicBezTo>
                  <a:cubicBezTo>
                    <a:pt x="1440942" y="3446145"/>
                    <a:pt x="1428083" y="3448717"/>
                    <a:pt x="1415129" y="3451003"/>
                  </a:cubicBezTo>
                  <a:cubicBezTo>
                    <a:pt x="1402080" y="3452717"/>
                    <a:pt x="1389126" y="3454813"/>
                    <a:pt x="1376077" y="3456241"/>
                  </a:cubicBezTo>
                  <a:cubicBezTo>
                    <a:pt x="1362932" y="3457289"/>
                    <a:pt x="1349978" y="3458718"/>
                    <a:pt x="1336834" y="3459480"/>
                  </a:cubicBezTo>
                  <a:cubicBezTo>
                    <a:pt x="1323689" y="3459861"/>
                    <a:pt x="1310640" y="3460623"/>
                    <a:pt x="1297496" y="3460718"/>
                  </a:cubicBezTo>
                  <a:cubicBezTo>
                    <a:pt x="1284351" y="3460433"/>
                    <a:pt x="1271302" y="3460528"/>
                    <a:pt x="1258062" y="3460052"/>
                  </a:cubicBezTo>
                  <a:lnTo>
                    <a:pt x="1217676" y="3457480"/>
                  </a:lnTo>
                  <a:cubicBezTo>
                    <a:pt x="1110044" y="3450717"/>
                    <a:pt x="1003554" y="3433286"/>
                    <a:pt x="900113" y="3406426"/>
                  </a:cubicBezTo>
                  <a:lnTo>
                    <a:pt x="823246" y="3383947"/>
                  </a:lnTo>
                  <a:cubicBezTo>
                    <a:pt x="797909" y="3375660"/>
                    <a:pt x="772954" y="3366326"/>
                    <a:pt x="747808" y="3357753"/>
                  </a:cubicBezTo>
                  <a:cubicBezTo>
                    <a:pt x="735140" y="3353753"/>
                    <a:pt x="722948" y="3348323"/>
                    <a:pt x="710660" y="3343370"/>
                  </a:cubicBezTo>
                  <a:lnTo>
                    <a:pt x="673799" y="3328321"/>
                  </a:lnTo>
                  <a:lnTo>
                    <a:pt x="655415" y="3320796"/>
                  </a:lnTo>
                  <a:lnTo>
                    <a:pt x="637413" y="3312319"/>
                  </a:lnTo>
                  <a:lnTo>
                    <a:pt x="601409" y="3295460"/>
                  </a:lnTo>
                  <a:cubicBezTo>
                    <a:pt x="410909" y="3202877"/>
                    <a:pt x="238125" y="3076575"/>
                    <a:pt x="96012" y="2922746"/>
                  </a:cubicBezTo>
                  <a:cubicBezTo>
                    <a:pt x="62103" y="2886075"/>
                    <a:pt x="30194" y="2847785"/>
                    <a:pt x="0" y="2808256"/>
                  </a:cubicBezTo>
                  <a:lnTo>
                    <a:pt x="0" y="3204020"/>
                  </a:lnTo>
                  <a:cubicBezTo>
                    <a:pt x="113538" y="3306223"/>
                    <a:pt x="239935" y="3394710"/>
                    <a:pt x="376523" y="3467100"/>
                  </a:cubicBezTo>
                  <a:lnTo>
                    <a:pt x="2147983" y="3467100"/>
                  </a:lnTo>
                  <a:cubicBezTo>
                    <a:pt x="2735009" y="3156014"/>
                    <a:pt x="3134106" y="2545461"/>
                    <a:pt x="3134106" y="1843088"/>
                  </a:cubicBezTo>
                  <a:cubicBezTo>
                    <a:pt x="3134106" y="825151"/>
                    <a:pt x="2296097" y="0"/>
                    <a:pt x="1262253" y="0"/>
                  </a:cubicBez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942699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380AD67-C5CA-4918-B4BB-C359BB03E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32D0CF-57E0-1811-7F66-CC6965F97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216" y="1076324"/>
            <a:ext cx="6272784" cy="1535051"/>
          </a:xfrm>
        </p:spPr>
        <p:txBody>
          <a:bodyPr anchor="b">
            <a:normAutofit/>
          </a:bodyPr>
          <a:lstStyle/>
          <a:p>
            <a:r>
              <a:rPr lang="en-US" sz="5200" dirty="0"/>
              <a:t>Modes of Transmission</a:t>
            </a:r>
          </a:p>
        </p:txBody>
      </p:sp>
      <p:pic>
        <p:nvPicPr>
          <p:cNvPr id="7" name="Picture 4" descr="Line of vials">
            <a:extLst>
              <a:ext uri="{FF2B5EF4-FFF2-40B4-BE49-F238E27FC236}">
                <a16:creationId xmlns:a16="http://schemas.microsoft.com/office/drawing/2014/main" id="{019B7FE3-4B33-D56B-2C13-8A5C2886C26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330" r="18818" b="-1"/>
          <a:stretch/>
        </p:blipFill>
        <p:spPr>
          <a:xfrm>
            <a:off x="20" y="10"/>
            <a:ext cx="4505305" cy="6857990"/>
          </a:xfrm>
          <a:prstGeom prst="rect">
            <a:avLst/>
          </a:prstGeom>
        </p:spPr>
      </p:pic>
      <p:sp>
        <p:nvSpPr>
          <p:cNvPr id="11" name="!!accent">
            <a:extLst>
              <a:ext uri="{FF2B5EF4-FFF2-40B4-BE49-F238E27FC236}">
                <a16:creationId xmlns:a16="http://schemas.microsoft.com/office/drawing/2014/main" id="{EABAD4DA-87BA-4F70-9EF0-45C6BCF17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17960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5128D9-2797-47FA-B6FE-EC24E6B84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99266" y="2935541"/>
            <a:ext cx="62179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5ADF1-A85E-DA54-644E-9123E1D3D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216" y="3351276"/>
            <a:ext cx="6272784" cy="2825686"/>
          </a:xfrm>
        </p:spPr>
        <p:txBody>
          <a:bodyPr>
            <a:normAutofit/>
          </a:bodyPr>
          <a:lstStyle/>
          <a:p>
            <a:r>
              <a:rPr lang="en-US" sz="2000" dirty="0"/>
              <a:t>Communicable diseases spread through direct or indirect transmission.</a:t>
            </a:r>
          </a:p>
          <a:p>
            <a:r>
              <a:rPr lang="en-US" sz="2000" dirty="0"/>
              <a:t>Direct transmission: person-to-person or animal-to-human contact.</a:t>
            </a:r>
          </a:p>
          <a:p>
            <a:r>
              <a:rPr lang="en-US" sz="2000" dirty="0"/>
              <a:t>Indirect transmission: spread through a reservoir such as a vector, contaminated food or water, or airborne particles.</a:t>
            </a:r>
          </a:p>
          <a:p>
            <a:r>
              <a:rPr lang="en-US" sz="2000" dirty="0"/>
              <a:t>Vectors (e.g., insects) may transmit disease mechanically, carried on the body, or biologically, after the organism multiplies within the vector.</a:t>
            </a:r>
          </a:p>
        </p:txBody>
      </p:sp>
    </p:spTree>
    <p:extLst>
      <p:ext uri="{BB962C8B-B14F-4D97-AF65-F5344CB8AC3E}">
        <p14:creationId xmlns:p14="http://schemas.microsoft.com/office/powerpoint/2010/main" val="31263125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380AD67-C5CA-4918-B4BB-C359BB03E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32D0CF-57E0-1811-7F66-CC6965F97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216" y="1076324"/>
            <a:ext cx="6272784" cy="1535051"/>
          </a:xfrm>
        </p:spPr>
        <p:txBody>
          <a:bodyPr anchor="b">
            <a:normAutofit/>
          </a:bodyPr>
          <a:lstStyle/>
          <a:p>
            <a:r>
              <a:rPr lang="en-US" sz="5200" dirty="0"/>
              <a:t>Foodborne &amp; Waterborne Illness</a:t>
            </a:r>
          </a:p>
        </p:txBody>
      </p:sp>
      <p:pic>
        <p:nvPicPr>
          <p:cNvPr id="7" name="Picture 4" descr="Line of vials">
            <a:extLst>
              <a:ext uri="{FF2B5EF4-FFF2-40B4-BE49-F238E27FC236}">
                <a16:creationId xmlns:a16="http://schemas.microsoft.com/office/drawing/2014/main" id="{019B7FE3-4B33-D56B-2C13-8A5C2886C26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330" r="18818" b="-1"/>
          <a:stretch/>
        </p:blipFill>
        <p:spPr>
          <a:xfrm>
            <a:off x="20" y="10"/>
            <a:ext cx="4505305" cy="6857990"/>
          </a:xfrm>
          <a:prstGeom prst="rect">
            <a:avLst/>
          </a:prstGeom>
        </p:spPr>
      </p:pic>
      <p:sp>
        <p:nvSpPr>
          <p:cNvPr id="11" name="!!accent">
            <a:extLst>
              <a:ext uri="{FF2B5EF4-FFF2-40B4-BE49-F238E27FC236}">
                <a16:creationId xmlns:a16="http://schemas.microsoft.com/office/drawing/2014/main" id="{EABAD4DA-87BA-4F70-9EF0-45C6BCF17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17960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5128D9-2797-47FA-B6FE-EC24E6B84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99266" y="2935541"/>
            <a:ext cx="62179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5ADF1-A85E-DA54-644E-9123E1D3D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216" y="3351276"/>
            <a:ext cx="6272784" cy="2825686"/>
          </a:xfrm>
        </p:spPr>
        <p:txBody>
          <a:bodyPr>
            <a:normAutofit/>
          </a:bodyPr>
          <a:lstStyle/>
          <a:p>
            <a:r>
              <a:rPr lang="en-US" sz="2000" dirty="0"/>
              <a:t>Food- or water-related illness results from either infection (a pathogen multiplies in the GI tract) or intoxication (a bacterial toxin is ingested).</a:t>
            </a:r>
          </a:p>
          <a:p>
            <a:r>
              <a:rPr lang="en-US" sz="2000" dirty="0"/>
              <a:t>Contamination can occur at the source, through unsanitary handling, or from improper storage temperatures.</a:t>
            </a:r>
          </a:p>
          <a:p>
            <a:r>
              <a:rPr lang="en-US" sz="2000" dirty="0"/>
              <a:t>The time between exposure and symptom onset is called the incubation period.</a:t>
            </a:r>
          </a:p>
          <a:p>
            <a:r>
              <a:rPr lang="en-US" sz="2000" dirty="0"/>
              <a:t>Core prevention: handwashing, thorough cooking, safe storage and reheating, and avoiding cross-contamination between raw and cooked food.</a:t>
            </a:r>
          </a:p>
        </p:txBody>
      </p:sp>
    </p:spTree>
    <p:extLst>
      <p:ext uri="{BB962C8B-B14F-4D97-AF65-F5344CB8AC3E}">
        <p14:creationId xmlns:p14="http://schemas.microsoft.com/office/powerpoint/2010/main" val="31263125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380AD67-C5CA-4918-B4BB-C359BB03E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32D0CF-57E0-1811-7F66-CC6965F97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216" y="1076324"/>
            <a:ext cx="6272784" cy="1535051"/>
          </a:xfrm>
        </p:spPr>
        <p:txBody>
          <a:bodyPr anchor="b">
            <a:normAutofit/>
          </a:bodyPr>
          <a:lstStyle/>
          <a:p>
            <a:r>
              <a:rPr lang="en-US" sz="5200" dirty="0"/>
              <a:t>Types of Vaccines</a:t>
            </a:r>
          </a:p>
        </p:txBody>
      </p:sp>
      <p:pic>
        <p:nvPicPr>
          <p:cNvPr id="7" name="Picture 4" descr="Line of vials">
            <a:extLst>
              <a:ext uri="{FF2B5EF4-FFF2-40B4-BE49-F238E27FC236}">
                <a16:creationId xmlns:a16="http://schemas.microsoft.com/office/drawing/2014/main" id="{019B7FE3-4B33-D56B-2C13-8A5C2886C26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330" r="18818" b="-1"/>
          <a:stretch/>
        </p:blipFill>
        <p:spPr>
          <a:xfrm>
            <a:off x="20" y="10"/>
            <a:ext cx="4505305" cy="6857990"/>
          </a:xfrm>
          <a:prstGeom prst="rect">
            <a:avLst/>
          </a:prstGeom>
        </p:spPr>
      </p:pic>
      <p:sp>
        <p:nvSpPr>
          <p:cNvPr id="11" name="!!accent">
            <a:extLst>
              <a:ext uri="{FF2B5EF4-FFF2-40B4-BE49-F238E27FC236}">
                <a16:creationId xmlns:a16="http://schemas.microsoft.com/office/drawing/2014/main" id="{EABAD4DA-87BA-4F70-9EF0-45C6BCF17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17960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5128D9-2797-47FA-B6FE-EC24E6B84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99266" y="2935541"/>
            <a:ext cx="62179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5ADF1-A85E-DA54-644E-9123E1D3D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216" y="3351276"/>
            <a:ext cx="6272784" cy="2825686"/>
          </a:xfrm>
        </p:spPr>
        <p:txBody>
          <a:bodyPr>
            <a:normAutofit/>
          </a:bodyPr>
          <a:lstStyle/>
          <a:p>
            <a:r>
              <a:rPr lang="en-US" sz="2000" dirty="0"/>
              <a:t>Vaccines are prepared from either a live organism or an inactivated form of the organism.</a:t>
            </a:r>
          </a:p>
          <a:p>
            <a:r>
              <a:rPr lang="en-US" sz="2000" dirty="0"/>
              <a:t>Live attenuated vaccines use a weakened organism that can still replicate, producing a strong immune response from a small dose.</a:t>
            </a:r>
          </a:p>
          <a:p>
            <a:r>
              <a:rPr lang="en-US" sz="2000" dirty="0"/>
              <a:t>Inactivated vaccines use an organism inactivated by heat or chemicals; it cannot replicate in the recipient.</a:t>
            </a:r>
          </a:p>
          <a:p>
            <a:r>
              <a:rPr lang="en-US" sz="2000" dirty="0"/>
              <a:t>Vaccine type influences the recommended dosing schedule and storage requirements.</a:t>
            </a:r>
          </a:p>
        </p:txBody>
      </p:sp>
    </p:spTree>
    <p:extLst>
      <p:ext uri="{BB962C8B-B14F-4D97-AF65-F5344CB8AC3E}">
        <p14:creationId xmlns:p14="http://schemas.microsoft.com/office/powerpoint/2010/main" val="31263125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380AD67-C5CA-4918-B4BB-C359BB03E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32D0CF-57E0-1811-7F66-CC6965F97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216" y="1076324"/>
            <a:ext cx="6272784" cy="1535051"/>
          </a:xfrm>
        </p:spPr>
        <p:txBody>
          <a:bodyPr anchor="b">
            <a:normAutofit/>
          </a:bodyPr>
          <a:lstStyle/>
          <a:p>
            <a:r>
              <a:rPr lang="en-US" sz="5200" dirty="0"/>
              <a:t>C/PHN Role in Disease Investigation &amp; Reporting</a:t>
            </a:r>
          </a:p>
        </p:txBody>
      </p:sp>
      <p:pic>
        <p:nvPicPr>
          <p:cNvPr id="7" name="Picture 4" descr="Line of vials">
            <a:extLst>
              <a:ext uri="{FF2B5EF4-FFF2-40B4-BE49-F238E27FC236}">
                <a16:creationId xmlns:a16="http://schemas.microsoft.com/office/drawing/2014/main" id="{019B7FE3-4B33-D56B-2C13-8A5C2886C26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330" r="18818" b="-1"/>
          <a:stretch/>
        </p:blipFill>
        <p:spPr>
          <a:xfrm>
            <a:off x="20" y="10"/>
            <a:ext cx="4505305" cy="6857990"/>
          </a:xfrm>
          <a:prstGeom prst="rect">
            <a:avLst/>
          </a:prstGeom>
        </p:spPr>
      </p:pic>
      <p:sp>
        <p:nvSpPr>
          <p:cNvPr id="11" name="!!accent">
            <a:extLst>
              <a:ext uri="{FF2B5EF4-FFF2-40B4-BE49-F238E27FC236}">
                <a16:creationId xmlns:a16="http://schemas.microsoft.com/office/drawing/2014/main" id="{EABAD4DA-87BA-4F70-9EF0-45C6BCF17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17960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5128D9-2797-47FA-B6FE-EC24E6B84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99266" y="2935541"/>
            <a:ext cx="62179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5ADF1-A85E-DA54-644E-9123E1D3D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216" y="3351276"/>
            <a:ext cx="6272784" cy="2825686"/>
          </a:xfrm>
        </p:spPr>
        <p:txBody>
          <a:bodyPr>
            <a:normAutofit/>
          </a:bodyPr>
          <a:lstStyle/>
          <a:p>
            <a:r>
              <a:rPr lang="en-US" sz="2000" dirty="0"/>
              <a:t>Reportable diseases must be reported to the local or state health department; select diseases are then voluntarily shared with the CDC as notifiable diseases.</a:t>
            </a:r>
          </a:p>
          <a:p>
            <a:r>
              <a:rPr lang="en-US" sz="2000" dirty="0"/>
              <a:t>Reporting is generally an obligation of physicians, nurses, dentists, veterinarians, pharmacists, and administrators of hospitals, schools, and nursing homes.</a:t>
            </a:r>
          </a:p>
          <a:p>
            <a:r>
              <a:rPr lang="en-US" sz="2000" dirty="0"/>
              <a:t>Investigation steps: identify others who may be infected, determine the source and mode of transmission, identify at-risk contacts for screening, prevent further transmission, and monitor the response.</a:t>
            </a:r>
          </a:p>
          <a:p>
            <a:r>
              <a:rPr lang="en-US" sz="2000" dirty="0"/>
              <a:t>Interviews should be conducted with a neutral, nonjudgmental approach and assurance of confidentiality.</a:t>
            </a:r>
          </a:p>
        </p:txBody>
      </p:sp>
    </p:spTree>
    <p:extLst>
      <p:ext uri="{BB962C8B-B14F-4D97-AF65-F5344CB8AC3E}">
        <p14:creationId xmlns:p14="http://schemas.microsoft.com/office/powerpoint/2010/main" val="31263125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380AD67-C5CA-4918-B4BB-C359BB03E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32D0CF-57E0-1811-7F66-CC6965F97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216" y="1076324"/>
            <a:ext cx="6272784" cy="1535051"/>
          </a:xfrm>
        </p:spPr>
        <p:txBody>
          <a:bodyPr anchor="b">
            <a:normAutofit/>
          </a:bodyPr>
          <a:lstStyle/>
          <a:p>
            <a:r>
              <a:rPr lang="en-US" sz="5200" dirty="0"/>
              <a:t>Disease Surveillance &amp; Control</a:t>
            </a:r>
          </a:p>
        </p:txBody>
      </p:sp>
      <p:pic>
        <p:nvPicPr>
          <p:cNvPr id="7" name="Picture 4" descr="Line of vials">
            <a:extLst>
              <a:ext uri="{FF2B5EF4-FFF2-40B4-BE49-F238E27FC236}">
                <a16:creationId xmlns:a16="http://schemas.microsoft.com/office/drawing/2014/main" id="{019B7FE3-4B33-D56B-2C13-8A5C2886C26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330" r="18818" b="-1"/>
          <a:stretch/>
        </p:blipFill>
        <p:spPr>
          <a:xfrm>
            <a:off x="20" y="10"/>
            <a:ext cx="4505305" cy="6857990"/>
          </a:xfrm>
          <a:prstGeom prst="rect">
            <a:avLst/>
          </a:prstGeom>
        </p:spPr>
      </p:pic>
      <p:sp>
        <p:nvSpPr>
          <p:cNvPr id="11" name="!!accent">
            <a:extLst>
              <a:ext uri="{FF2B5EF4-FFF2-40B4-BE49-F238E27FC236}">
                <a16:creationId xmlns:a16="http://schemas.microsoft.com/office/drawing/2014/main" id="{EABAD4DA-87BA-4F70-9EF0-45C6BCF17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17960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5128D9-2797-47FA-B6FE-EC24E6B84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99266" y="2935541"/>
            <a:ext cx="62179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5ADF1-A85E-DA54-644E-9123E1D3D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216" y="3351276"/>
            <a:ext cx="6272784" cy="2825686"/>
          </a:xfrm>
        </p:spPr>
        <p:txBody>
          <a:bodyPr>
            <a:normAutofit/>
          </a:bodyPr>
          <a:lstStyle/>
          <a:p>
            <a:r>
              <a:rPr lang="en-US" sz="2000" dirty="0"/>
              <a:t>Surveillance is the ongoing, systematic collection, analysis, and interpretation of health data (WHO).</a:t>
            </a:r>
          </a:p>
          <a:p>
            <a:r>
              <a:rPr lang="en-US" sz="2000" dirty="0"/>
              <a:t>Surveillance enables early identification of public health emergencies and evaluation of intervention effectiveness.</a:t>
            </a:r>
          </a:p>
          <a:p>
            <a:r>
              <a:rPr lang="en-US" sz="2000" dirty="0"/>
              <a:t>Contact tracing identifies additional people who may have been exposed.</a:t>
            </a:r>
          </a:p>
          <a:p>
            <a:r>
              <a:rPr lang="en-US" sz="2000" dirty="0"/>
              <a:t>Disease control measures may include testing, counseling, education, environmental modification, vaccination, treatment, or prophylaxis.</a:t>
            </a:r>
          </a:p>
        </p:txBody>
      </p:sp>
    </p:spTree>
    <p:extLst>
      <p:ext uri="{BB962C8B-B14F-4D97-AF65-F5344CB8AC3E}">
        <p14:creationId xmlns:p14="http://schemas.microsoft.com/office/powerpoint/2010/main" val="31263125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380AD67-C5CA-4918-B4BB-C359BB03E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32D0CF-57E0-1811-7F66-CC6965F97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216" y="1076324"/>
            <a:ext cx="6272784" cy="1535051"/>
          </a:xfrm>
        </p:spPr>
        <p:txBody>
          <a:bodyPr anchor="b">
            <a:normAutofit/>
          </a:bodyPr>
          <a:lstStyle/>
          <a:p>
            <a:r>
              <a:rPr lang="en-US" sz="5200" dirty="0"/>
              <a:t>Factors Influencing Vaccine Timing</a:t>
            </a:r>
          </a:p>
        </p:txBody>
      </p:sp>
      <p:pic>
        <p:nvPicPr>
          <p:cNvPr id="7" name="Picture 4" descr="Line of vials">
            <a:extLst>
              <a:ext uri="{FF2B5EF4-FFF2-40B4-BE49-F238E27FC236}">
                <a16:creationId xmlns:a16="http://schemas.microsoft.com/office/drawing/2014/main" id="{019B7FE3-4B33-D56B-2C13-8A5C2886C26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330" r="18818" b="-1"/>
          <a:stretch/>
        </p:blipFill>
        <p:spPr>
          <a:xfrm>
            <a:off x="20" y="10"/>
            <a:ext cx="4505305" cy="6857990"/>
          </a:xfrm>
          <a:prstGeom prst="rect">
            <a:avLst/>
          </a:prstGeom>
        </p:spPr>
      </p:pic>
      <p:sp>
        <p:nvSpPr>
          <p:cNvPr id="11" name="!!accent">
            <a:extLst>
              <a:ext uri="{FF2B5EF4-FFF2-40B4-BE49-F238E27FC236}">
                <a16:creationId xmlns:a16="http://schemas.microsoft.com/office/drawing/2014/main" id="{EABAD4DA-87BA-4F70-9EF0-45C6BCF17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17960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5128D9-2797-47FA-B6FE-EC24E6B84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99266" y="2935541"/>
            <a:ext cx="62179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5ADF1-A85E-DA54-644E-9123E1D3D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216" y="3351276"/>
            <a:ext cx="6272784" cy="2825686"/>
          </a:xfrm>
        </p:spPr>
        <p:txBody>
          <a:bodyPr>
            <a:normAutofit/>
          </a:bodyPr>
          <a:lstStyle/>
          <a:p>
            <a:r>
              <a:rPr lang="en-US" sz="2000" dirty="0"/>
              <a:t>Age-specific risk of the disease itself.</a:t>
            </a:r>
          </a:p>
          <a:p>
            <a:r>
              <a:rPr lang="en-US" sz="2000" dirty="0"/>
              <a:t>Age-specific risk of complications from the disease.</a:t>
            </a:r>
          </a:p>
          <a:p>
            <a:r>
              <a:rPr lang="en-US" sz="2000" dirty="0"/>
              <a:t>Ability of a person at a given age to mount an adequate and lasting immune response.</a:t>
            </a:r>
          </a:p>
          <a:p>
            <a:r>
              <a:rPr lang="en-US" sz="2000" dirty="0"/>
              <a:t>Potential interference from passively transferred maternal antibodies.</a:t>
            </a:r>
          </a:p>
        </p:txBody>
      </p:sp>
    </p:spTree>
    <p:extLst>
      <p:ext uri="{BB962C8B-B14F-4D97-AF65-F5344CB8AC3E}">
        <p14:creationId xmlns:p14="http://schemas.microsoft.com/office/powerpoint/2010/main" val="31263125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380AD67-C5CA-4918-B4BB-C359BB03E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32D0CF-57E0-1811-7F66-CC6965F97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216" y="1076324"/>
            <a:ext cx="6272784" cy="1535051"/>
          </a:xfrm>
        </p:spPr>
        <p:txBody>
          <a:bodyPr anchor="b">
            <a:normAutofit/>
          </a:bodyPr>
          <a:lstStyle/>
          <a:p>
            <a:r>
              <a:rPr lang="en-US" sz="5200" dirty="0"/>
              <a:t>Vaccine Hesitancy: Addressing Parents’ Concerns</a:t>
            </a:r>
          </a:p>
        </p:txBody>
      </p:sp>
      <p:pic>
        <p:nvPicPr>
          <p:cNvPr id="7" name="Picture 4" descr="Line of vials">
            <a:extLst>
              <a:ext uri="{FF2B5EF4-FFF2-40B4-BE49-F238E27FC236}">
                <a16:creationId xmlns:a16="http://schemas.microsoft.com/office/drawing/2014/main" id="{019B7FE3-4B33-D56B-2C13-8A5C2886C26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330" r="18818" b="-1"/>
          <a:stretch/>
        </p:blipFill>
        <p:spPr>
          <a:xfrm>
            <a:off x="20" y="10"/>
            <a:ext cx="4505305" cy="6857990"/>
          </a:xfrm>
          <a:prstGeom prst="rect">
            <a:avLst/>
          </a:prstGeom>
        </p:spPr>
      </p:pic>
      <p:sp>
        <p:nvSpPr>
          <p:cNvPr id="11" name="!!accent">
            <a:extLst>
              <a:ext uri="{FF2B5EF4-FFF2-40B4-BE49-F238E27FC236}">
                <a16:creationId xmlns:a16="http://schemas.microsoft.com/office/drawing/2014/main" id="{EABAD4DA-87BA-4F70-9EF0-45C6BCF17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17960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5128D9-2797-47FA-B6FE-EC24E6B84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99266" y="2935541"/>
            <a:ext cx="62179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5ADF1-A85E-DA54-644E-9123E1D3D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216" y="3351276"/>
            <a:ext cx="6272784" cy="2825686"/>
          </a:xfrm>
        </p:spPr>
        <p:txBody>
          <a:bodyPr>
            <a:normAutofit/>
          </a:bodyPr>
          <a:lstStyle/>
          <a:p>
            <a:r>
              <a:rPr lang="en-US" sz="2000" dirty="0"/>
              <a:t>“Are the vaccines safe?” – explain the required safety trials and how to manage possible side effects.</a:t>
            </a:r>
          </a:p>
          <a:p>
            <a:r>
              <a:rPr lang="en-US" sz="2000" dirty="0"/>
              <a:t>“Why so many vaccines at once?” – reassure that vaccine antigen exposure is far less than everyday environmental exposure.</a:t>
            </a:r>
          </a:p>
          <a:p>
            <a:r>
              <a:rPr lang="en-US" sz="2000" dirty="0"/>
              <a:t>“Why give vaccines so young?” – explain that early protection reduces the window of vulnerability to serious disease.</a:t>
            </a:r>
          </a:p>
          <a:p>
            <a:r>
              <a:rPr lang="en-US" sz="2000" dirty="0"/>
              <a:t>Nurses should provide accurate, evidence-based information, since online misinformation can strongly influence parents’ vaccination decisions.</a:t>
            </a:r>
          </a:p>
        </p:txBody>
      </p:sp>
    </p:spTree>
    <p:extLst>
      <p:ext uri="{BB962C8B-B14F-4D97-AF65-F5344CB8AC3E}">
        <p14:creationId xmlns:p14="http://schemas.microsoft.com/office/powerpoint/2010/main" val="3126312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763899EB7218148ABC9BC5B0430BABF" ma:contentTypeVersion="0" ma:contentTypeDescription="Create a new document." ma:contentTypeScope="" ma:versionID="55ce4a50c4cdcf9ac8a474fe6390b72b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4b795196365d0a2ba85bf44c386000f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05327B7-ED80-4A78-96EE-67F60BC2B935}"/>
</file>

<file path=customXml/itemProps2.xml><?xml version="1.0" encoding="utf-8"?>
<ds:datastoreItem xmlns:ds="http://schemas.openxmlformats.org/officeDocument/2006/customXml" ds:itemID="{653FB61D-5917-4FFF-ABED-ED612D17B328}"/>
</file>

<file path=customXml/itemProps3.xml><?xml version="1.0" encoding="utf-8"?>
<ds:datastoreItem xmlns:ds="http://schemas.openxmlformats.org/officeDocument/2006/customXml" ds:itemID="{D6806602-D449-410D-A0B9-B6C34257837D}"/>
</file>

<file path=docMetadata/LabelInfo.xml><?xml version="1.0" encoding="utf-8"?>
<clbl:labelList xmlns:clbl="http://schemas.microsoft.com/office/2020/mipLabelMetadata">
  <clbl:label id="{de069c64-97de-41b1-b6a5-363c07bccaa3}" enabled="1" method="Standard" siteId="{026137b5-e313-46d1-9b2f-026ecb50c84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268</TotalTime>
  <Words>975</Words>
  <Application>Microsoft Office PowerPoint</Application>
  <PresentationFormat>Widescreen</PresentationFormat>
  <Paragraphs>98</Paragraphs>
  <Slides>22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Immunity &amp; Communicable Diseases</vt:lpstr>
      <vt:lpstr>Objectives</vt:lpstr>
      <vt:lpstr>Immunity</vt:lpstr>
      <vt:lpstr>Types of Immunity - Passive Immunity </vt:lpstr>
      <vt:lpstr>Types of Immunity - Active Immunity </vt:lpstr>
      <vt:lpstr>Types of Immunity - Cross-Immunity</vt:lpstr>
      <vt:lpstr>Types of Immunity - Herd Immunity</vt:lpstr>
      <vt:lpstr>Communicable Diseases</vt:lpstr>
      <vt:lpstr>PowerPoint Presentation</vt:lpstr>
      <vt:lpstr>Prevention of communicable diseases  </vt:lpstr>
      <vt:lpstr>Immunization &amp; Vaccination </vt:lpstr>
      <vt:lpstr>Vaccine Preventable Diseases (VPD)</vt:lpstr>
      <vt:lpstr>Role of Community Health Nurse </vt:lpstr>
      <vt:lpstr>Immunizations Schedule </vt:lpstr>
      <vt:lpstr>Immunizations Schedule </vt:lpstr>
      <vt:lpstr>Safe Administration of Vaccines</vt:lpstr>
      <vt:lpstr>Administering Vaccines </vt:lpstr>
      <vt:lpstr>Possible Vaccine Side Effects </vt:lpstr>
      <vt:lpstr>General Vaccine Contradictions - MOH</vt:lpstr>
      <vt:lpstr>Vaccine Routes and sites</vt:lpstr>
      <vt:lpstr>Managing Acute Vaccine Reactions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Immunity &amp; Communicable Diseases</dc:title>
  <dc:creator>Marwan Kamal Altheeb</dc:creator>
  <cp:lastModifiedBy>Dr.TOQA JAMEEL ABBAS BUSEBAIA</cp:lastModifiedBy>
  <cp:revision>1</cp:revision>
  <dcterms:created xsi:type="dcterms:W3CDTF">2023-09-23T22:55:52Z</dcterms:created>
  <dcterms:modified xsi:type="dcterms:W3CDTF">2026-09-07T07:35:49Z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0x010100B763899EB7218148ABC9BC5B0430BABF</vt:lpwstr>
  </property>
</Properties>
</file>