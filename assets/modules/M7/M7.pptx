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316" r:id="rId3"/>
    <p:sldId id="441" r:id="rId4"/>
    <p:sldId id="282" r:id="rId5"/>
    <p:sldId id="442" r:id="rId6"/>
    <p:sldId id="443" r:id="rId7"/>
    <p:sldId id="444" r:id="rId8"/>
    <p:sldId id="446" r:id="rId9"/>
    <p:sldId id="445" r:id="rId10"/>
    <p:sldId id="447" r:id="rId11"/>
    <p:sldId id="448" r:id="rId12"/>
    <p:sldId id="449" r:id="rId13"/>
    <p:sldId id="450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40" r:id="rId22"/>
    <p:sldId id="26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78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99725-57A7-4882-930D-171A7FF0B24E}" v="98" dt="2025-11-12T09:52:05.360"/>
  </p1510:revLst>
</p1510:revInfo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5" autoAdjust="0"/>
    <p:restoredTop sz="70346" autoAdjust="0"/>
  </p:normalViewPr>
  <p:slideViewPr>
    <p:cSldViewPr snapToGrid="0">
      <p:cViewPr varScale="1">
        <p:scale>
          <a:sx n="58" d="100"/>
          <a:sy n="58" d="100"/>
        </p:scale>
        <p:origin x="1488" y="48"/>
      </p:cViewPr>
      <p:guideLst/>
    </p:cSldViewPr>
  </p:slideViewPr>
  <p:outlineViewPr>
    <p:cViewPr>
      <p:scale>
        <a:sx n="33" d="100"/>
        <a:sy n="33" d="100"/>
      </p:scale>
      <p:origin x="0" y="-1234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Hashem El-Monshed" userId="9838a0a2-a515-498b-b6a4-a4fb6da264fd" providerId="ADAL" clId="{BB1EC5F3-9575-4DB7-A81E-A4EDB8BADBBB}"/>
    <pc:docChg chg="undo custSel addSld delSld modSld sldOrd">
      <pc:chgData name="Ahmed Hashem El-Monshed" userId="9838a0a2-a515-498b-b6a4-a4fb6da264fd" providerId="ADAL" clId="{BB1EC5F3-9575-4DB7-A81E-A4EDB8BADBBB}" dt="2025-11-12T09:52:11.504" v="682" actId="404"/>
      <pc:docMkLst>
        <pc:docMk/>
      </pc:docMkLst>
      <pc:sldChg chg="del">
        <pc:chgData name="Ahmed Hashem El-Monshed" userId="9838a0a2-a515-498b-b6a4-a4fb6da264fd" providerId="ADAL" clId="{BB1EC5F3-9575-4DB7-A81E-A4EDB8BADBBB}" dt="2025-11-11T07:37:22.665" v="317" actId="47"/>
        <pc:sldMkLst>
          <pc:docMk/>
          <pc:sldMk cId="1738585930" sldId="256"/>
        </pc:sldMkLst>
      </pc:sldChg>
      <pc:sldChg chg="addSp modSp mod">
        <pc:chgData name="Ahmed Hashem El-Monshed" userId="9838a0a2-a515-498b-b6a4-a4fb6da264fd" providerId="ADAL" clId="{BB1EC5F3-9575-4DB7-A81E-A4EDB8BADBBB}" dt="2025-11-11T07:03:03.618" v="74" actId="207"/>
        <pc:sldMkLst>
          <pc:docMk/>
          <pc:sldMk cId="242639826" sldId="282"/>
        </pc:sldMkLst>
        <pc:spChg chg="add">
          <ac:chgData name="Ahmed Hashem El-Monshed" userId="9838a0a2-a515-498b-b6a4-a4fb6da264fd" providerId="ADAL" clId="{BB1EC5F3-9575-4DB7-A81E-A4EDB8BADBBB}" dt="2025-11-11T07:01:07.359" v="36"/>
          <ac:spMkLst>
            <pc:docMk/>
            <pc:sldMk cId="242639826" sldId="282"/>
            <ac:spMk id="2" creationId="{CB01D47C-6C9F-3367-B9DA-983161F4CEBF}"/>
          </ac:spMkLst>
        </pc:spChg>
        <pc:spChg chg="mod">
          <ac:chgData name="Ahmed Hashem El-Monshed" userId="9838a0a2-a515-498b-b6a4-a4fb6da264fd" providerId="ADAL" clId="{BB1EC5F3-9575-4DB7-A81E-A4EDB8BADBBB}" dt="2025-11-11T07:03:03.618" v="74" actId="207"/>
          <ac:spMkLst>
            <pc:docMk/>
            <pc:sldMk cId="242639826" sldId="282"/>
            <ac:spMk id="3" creationId="{11743115-C21D-4126-90AC-9B40CA788945}"/>
          </ac:spMkLst>
        </pc:spChg>
      </pc:sldChg>
      <pc:sldChg chg="addSp delSp modSp mod">
        <pc:chgData name="Ahmed Hashem El-Monshed" userId="9838a0a2-a515-498b-b6a4-a4fb6da264fd" providerId="ADAL" clId="{BB1EC5F3-9575-4DB7-A81E-A4EDB8BADBBB}" dt="2025-11-12T09:46:42.694" v="676" actId="1076"/>
        <pc:sldMkLst>
          <pc:docMk/>
          <pc:sldMk cId="0" sldId="316"/>
        </pc:sldMkLst>
        <pc:spChg chg="mod">
          <ac:chgData name="Ahmed Hashem El-Monshed" userId="9838a0a2-a515-498b-b6a4-a4fb6da264fd" providerId="ADAL" clId="{BB1EC5F3-9575-4DB7-A81E-A4EDB8BADBBB}" dt="2025-11-12T09:46:42.694" v="676" actId="1076"/>
          <ac:spMkLst>
            <pc:docMk/>
            <pc:sldMk cId="0" sldId="316"/>
            <ac:spMk id="8" creationId="{81F0A9E2-7498-35E0-9EEA-806A206D5E33}"/>
          </ac:spMkLst>
        </pc:spChg>
        <pc:spChg chg="mod">
          <ac:chgData name="Ahmed Hashem El-Monshed" userId="9838a0a2-a515-498b-b6a4-a4fb6da264fd" providerId="ADAL" clId="{BB1EC5F3-9575-4DB7-A81E-A4EDB8BADBBB}" dt="2025-11-12T09:46:18.202" v="666" actId="403"/>
          <ac:spMkLst>
            <pc:docMk/>
            <pc:sldMk cId="0" sldId="316"/>
            <ac:spMk id="9" creationId="{9C2B09AD-0CA9-D01E-D17A-45189DB4D3D4}"/>
          </ac:spMkLst>
        </pc:spChg>
        <pc:picChg chg="del">
          <ac:chgData name="Ahmed Hashem El-Monshed" userId="9838a0a2-a515-498b-b6a4-a4fb6da264fd" providerId="ADAL" clId="{BB1EC5F3-9575-4DB7-A81E-A4EDB8BADBBB}" dt="2025-11-11T06:56:09.247" v="14" actId="478"/>
          <ac:picMkLst>
            <pc:docMk/>
            <pc:sldMk cId="0" sldId="316"/>
            <ac:picMk id="2" creationId="{F7BBD505-48C4-992D-1212-A36833186FD4}"/>
          </ac:picMkLst>
        </pc:picChg>
        <pc:picChg chg="add del mod">
          <ac:chgData name="Ahmed Hashem El-Monshed" userId="9838a0a2-a515-498b-b6a4-a4fb6da264fd" providerId="ADAL" clId="{BB1EC5F3-9575-4DB7-A81E-A4EDB8BADBBB}" dt="2025-11-12T09:46:20.734" v="667" actId="478"/>
          <ac:picMkLst>
            <pc:docMk/>
            <pc:sldMk cId="0" sldId="316"/>
            <ac:picMk id="1026" creationId="{130451F1-4346-4BD5-3A47-7B376EE9208B}"/>
          </ac:picMkLst>
        </pc:picChg>
        <pc:picChg chg="add mod">
          <ac:chgData name="Ahmed Hashem El-Monshed" userId="9838a0a2-a515-498b-b6a4-a4fb6da264fd" providerId="ADAL" clId="{BB1EC5F3-9575-4DB7-A81E-A4EDB8BADBBB}" dt="2025-11-12T09:46:24.535" v="669" actId="1076"/>
          <ac:picMkLst>
            <pc:docMk/>
            <pc:sldMk cId="0" sldId="316"/>
            <ac:picMk id="1028" creationId="{04CC1B60-74B7-6BCB-1F7B-A779ACE44026}"/>
          </ac:picMkLst>
        </pc:picChg>
      </pc:sldChg>
      <pc:sldChg chg="del">
        <pc:chgData name="Ahmed Hashem El-Monshed" userId="9838a0a2-a515-498b-b6a4-a4fb6da264fd" providerId="ADAL" clId="{BB1EC5F3-9575-4DB7-A81E-A4EDB8BADBBB}" dt="2025-11-11T07:37:04.858" v="286" actId="47"/>
        <pc:sldMkLst>
          <pc:docMk/>
          <pc:sldMk cId="67758245" sldId="317"/>
        </pc:sldMkLst>
      </pc:sldChg>
      <pc:sldChg chg="del">
        <pc:chgData name="Ahmed Hashem El-Monshed" userId="9838a0a2-a515-498b-b6a4-a4fb6da264fd" providerId="ADAL" clId="{BB1EC5F3-9575-4DB7-A81E-A4EDB8BADBBB}" dt="2025-11-11T07:37:05.479" v="287" actId="47"/>
        <pc:sldMkLst>
          <pc:docMk/>
          <pc:sldMk cId="941147077" sldId="318"/>
        </pc:sldMkLst>
      </pc:sldChg>
      <pc:sldChg chg="del">
        <pc:chgData name="Ahmed Hashem El-Monshed" userId="9838a0a2-a515-498b-b6a4-a4fb6da264fd" providerId="ADAL" clId="{BB1EC5F3-9575-4DB7-A81E-A4EDB8BADBBB}" dt="2025-11-11T07:37:06.002" v="288" actId="47"/>
        <pc:sldMkLst>
          <pc:docMk/>
          <pc:sldMk cId="2008023306" sldId="319"/>
        </pc:sldMkLst>
      </pc:sldChg>
      <pc:sldChg chg="del">
        <pc:chgData name="Ahmed Hashem El-Monshed" userId="9838a0a2-a515-498b-b6a4-a4fb6da264fd" providerId="ADAL" clId="{BB1EC5F3-9575-4DB7-A81E-A4EDB8BADBBB}" dt="2025-11-11T07:37:06.417" v="289" actId="47"/>
        <pc:sldMkLst>
          <pc:docMk/>
          <pc:sldMk cId="4177179284" sldId="320"/>
        </pc:sldMkLst>
      </pc:sldChg>
      <pc:sldChg chg="del">
        <pc:chgData name="Ahmed Hashem El-Monshed" userId="9838a0a2-a515-498b-b6a4-a4fb6da264fd" providerId="ADAL" clId="{BB1EC5F3-9575-4DB7-A81E-A4EDB8BADBBB}" dt="2025-11-11T07:37:06.768" v="290" actId="47"/>
        <pc:sldMkLst>
          <pc:docMk/>
          <pc:sldMk cId="2034784057" sldId="321"/>
        </pc:sldMkLst>
      </pc:sldChg>
      <pc:sldChg chg="del">
        <pc:chgData name="Ahmed Hashem El-Monshed" userId="9838a0a2-a515-498b-b6a4-a4fb6da264fd" providerId="ADAL" clId="{BB1EC5F3-9575-4DB7-A81E-A4EDB8BADBBB}" dt="2025-11-11T07:37:07.106" v="291" actId="47"/>
        <pc:sldMkLst>
          <pc:docMk/>
          <pc:sldMk cId="1679540493" sldId="322"/>
        </pc:sldMkLst>
      </pc:sldChg>
      <pc:sldChg chg="del">
        <pc:chgData name="Ahmed Hashem El-Monshed" userId="9838a0a2-a515-498b-b6a4-a4fb6da264fd" providerId="ADAL" clId="{BB1EC5F3-9575-4DB7-A81E-A4EDB8BADBBB}" dt="2025-11-11T07:37:07.422" v="292" actId="47"/>
        <pc:sldMkLst>
          <pc:docMk/>
          <pc:sldMk cId="3950187947" sldId="323"/>
        </pc:sldMkLst>
      </pc:sldChg>
      <pc:sldChg chg="del">
        <pc:chgData name="Ahmed Hashem El-Monshed" userId="9838a0a2-a515-498b-b6a4-a4fb6da264fd" providerId="ADAL" clId="{BB1EC5F3-9575-4DB7-A81E-A4EDB8BADBBB}" dt="2025-11-11T07:37:07.754" v="293" actId="47"/>
        <pc:sldMkLst>
          <pc:docMk/>
          <pc:sldMk cId="1443587313" sldId="324"/>
        </pc:sldMkLst>
      </pc:sldChg>
      <pc:sldChg chg="del">
        <pc:chgData name="Ahmed Hashem El-Monshed" userId="9838a0a2-a515-498b-b6a4-a4fb6da264fd" providerId="ADAL" clId="{BB1EC5F3-9575-4DB7-A81E-A4EDB8BADBBB}" dt="2025-11-11T07:37:08.068" v="294" actId="47"/>
        <pc:sldMkLst>
          <pc:docMk/>
          <pc:sldMk cId="3266299255" sldId="325"/>
        </pc:sldMkLst>
      </pc:sldChg>
      <pc:sldChg chg="del">
        <pc:chgData name="Ahmed Hashem El-Monshed" userId="9838a0a2-a515-498b-b6a4-a4fb6da264fd" providerId="ADAL" clId="{BB1EC5F3-9575-4DB7-A81E-A4EDB8BADBBB}" dt="2025-11-11T07:37:08.358" v="295" actId="47"/>
        <pc:sldMkLst>
          <pc:docMk/>
          <pc:sldMk cId="841616234" sldId="326"/>
        </pc:sldMkLst>
      </pc:sldChg>
      <pc:sldChg chg="del">
        <pc:chgData name="Ahmed Hashem El-Monshed" userId="9838a0a2-a515-498b-b6a4-a4fb6da264fd" providerId="ADAL" clId="{BB1EC5F3-9575-4DB7-A81E-A4EDB8BADBBB}" dt="2025-11-11T07:37:08.718" v="296" actId="47"/>
        <pc:sldMkLst>
          <pc:docMk/>
          <pc:sldMk cId="813763798" sldId="327"/>
        </pc:sldMkLst>
      </pc:sldChg>
      <pc:sldChg chg="del">
        <pc:chgData name="Ahmed Hashem El-Monshed" userId="9838a0a2-a515-498b-b6a4-a4fb6da264fd" providerId="ADAL" clId="{BB1EC5F3-9575-4DB7-A81E-A4EDB8BADBBB}" dt="2025-11-11T07:37:09.226" v="297" actId="47"/>
        <pc:sldMkLst>
          <pc:docMk/>
          <pc:sldMk cId="1550231956" sldId="328"/>
        </pc:sldMkLst>
      </pc:sldChg>
      <pc:sldChg chg="del">
        <pc:chgData name="Ahmed Hashem El-Monshed" userId="9838a0a2-a515-498b-b6a4-a4fb6da264fd" providerId="ADAL" clId="{BB1EC5F3-9575-4DB7-A81E-A4EDB8BADBBB}" dt="2025-11-11T07:37:09.709" v="298" actId="47"/>
        <pc:sldMkLst>
          <pc:docMk/>
          <pc:sldMk cId="522518816" sldId="329"/>
        </pc:sldMkLst>
      </pc:sldChg>
      <pc:sldChg chg="del">
        <pc:chgData name="Ahmed Hashem El-Monshed" userId="9838a0a2-a515-498b-b6a4-a4fb6da264fd" providerId="ADAL" clId="{BB1EC5F3-9575-4DB7-A81E-A4EDB8BADBBB}" dt="2025-11-11T07:37:11.070" v="302" actId="47"/>
        <pc:sldMkLst>
          <pc:docMk/>
          <pc:sldMk cId="3638857199" sldId="330"/>
        </pc:sldMkLst>
      </pc:sldChg>
      <pc:sldChg chg="del">
        <pc:chgData name="Ahmed Hashem El-Monshed" userId="9838a0a2-a515-498b-b6a4-a4fb6da264fd" providerId="ADAL" clId="{BB1EC5F3-9575-4DB7-A81E-A4EDB8BADBBB}" dt="2025-11-11T07:37:10.390" v="300" actId="47"/>
        <pc:sldMkLst>
          <pc:docMk/>
          <pc:sldMk cId="254907974" sldId="331"/>
        </pc:sldMkLst>
      </pc:sldChg>
      <pc:sldChg chg="del">
        <pc:chgData name="Ahmed Hashem El-Monshed" userId="9838a0a2-a515-498b-b6a4-a4fb6da264fd" providerId="ADAL" clId="{BB1EC5F3-9575-4DB7-A81E-A4EDB8BADBBB}" dt="2025-11-11T07:37:10.717" v="301" actId="47"/>
        <pc:sldMkLst>
          <pc:docMk/>
          <pc:sldMk cId="3484060938" sldId="332"/>
        </pc:sldMkLst>
      </pc:sldChg>
      <pc:sldChg chg="del">
        <pc:chgData name="Ahmed Hashem El-Monshed" userId="9838a0a2-a515-498b-b6a4-a4fb6da264fd" providerId="ADAL" clId="{BB1EC5F3-9575-4DB7-A81E-A4EDB8BADBBB}" dt="2025-11-11T07:37:11.350" v="303" actId="47"/>
        <pc:sldMkLst>
          <pc:docMk/>
          <pc:sldMk cId="4216369534" sldId="333"/>
        </pc:sldMkLst>
      </pc:sldChg>
      <pc:sldChg chg="del">
        <pc:chgData name="Ahmed Hashem El-Monshed" userId="9838a0a2-a515-498b-b6a4-a4fb6da264fd" providerId="ADAL" clId="{BB1EC5F3-9575-4DB7-A81E-A4EDB8BADBBB}" dt="2025-11-11T07:37:11.641" v="304" actId="47"/>
        <pc:sldMkLst>
          <pc:docMk/>
          <pc:sldMk cId="2225387408" sldId="334"/>
        </pc:sldMkLst>
      </pc:sldChg>
      <pc:sldChg chg="del">
        <pc:chgData name="Ahmed Hashem El-Monshed" userId="9838a0a2-a515-498b-b6a4-a4fb6da264fd" providerId="ADAL" clId="{BB1EC5F3-9575-4DB7-A81E-A4EDB8BADBBB}" dt="2025-11-11T07:37:12.134" v="305" actId="47"/>
        <pc:sldMkLst>
          <pc:docMk/>
          <pc:sldMk cId="2227885649" sldId="336"/>
        </pc:sldMkLst>
      </pc:sldChg>
      <pc:sldChg chg="del">
        <pc:chgData name="Ahmed Hashem El-Monshed" userId="9838a0a2-a515-498b-b6a4-a4fb6da264fd" providerId="ADAL" clId="{BB1EC5F3-9575-4DB7-A81E-A4EDB8BADBBB}" dt="2025-11-11T07:37:13.701" v="307" actId="47"/>
        <pc:sldMkLst>
          <pc:docMk/>
          <pc:sldMk cId="1308573497" sldId="337"/>
        </pc:sldMkLst>
      </pc:sldChg>
      <pc:sldChg chg="del">
        <pc:chgData name="Ahmed Hashem El-Monshed" userId="9838a0a2-a515-498b-b6a4-a4fb6da264fd" providerId="ADAL" clId="{BB1EC5F3-9575-4DB7-A81E-A4EDB8BADBBB}" dt="2025-11-11T07:37:13.127" v="306" actId="47"/>
        <pc:sldMkLst>
          <pc:docMk/>
          <pc:sldMk cId="4171259256" sldId="339"/>
        </pc:sldMkLst>
      </pc:sldChg>
      <pc:sldChg chg="del">
        <pc:chgData name="Ahmed Hashem El-Monshed" userId="9838a0a2-a515-498b-b6a4-a4fb6da264fd" providerId="ADAL" clId="{BB1EC5F3-9575-4DB7-A81E-A4EDB8BADBBB}" dt="2025-11-11T07:37:14.586" v="308" actId="47"/>
        <pc:sldMkLst>
          <pc:docMk/>
          <pc:sldMk cId="4257019835" sldId="340"/>
        </pc:sldMkLst>
      </pc:sldChg>
      <pc:sldChg chg="del">
        <pc:chgData name="Ahmed Hashem El-Monshed" userId="9838a0a2-a515-498b-b6a4-a4fb6da264fd" providerId="ADAL" clId="{BB1EC5F3-9575-4DB7-A81E-A4EDB8BADBBB}" dt="2025-11-11T07:37:16.202" v="310" actId="47"/>
        <pc:sldMkLst>
          <pc:docMk/>
          <pc:sldMk cId="2717753558" sldId="341"/>
        </pc:sldMkLst>
      </pc:sldChg>
      <pc:sldChg chg="del">
        <pc:chgData name="Ahmed Hashem El-Monshed" userId="9838a0a2-a515-498b-b6a4-a4fb6da264fd" providerId="ADAL" clId="{BB1EC5F3-9575-4DB7-A81E-A4EDB8BADBBB}" dt="2025-11-11T07:37:17.065" v="311" actId="47"/>
        <pc:sldMkLst>
          <pc:docMk/>
          <pc:sldMk cId="3529232641" sldId="342"/>
        </pc:sldMkLst>
      </pc:sldChg>
      <pc:sldChg chg="del">
        <pc:chgData name="Ahmed Hashem El-Monshed" userId="9838a0a2-a515-498b-b6a4-a4fb6da264fd" providerId="ADAL" clId="{BB1EC5F3-9575-4DB7-A81E-A4EDB8BADBBB}" dt="2025-11-11T07:37:17.778" v="312" actId="47"/>
        <pc:sldMkLst>
          <pc:docMk/>
          <pc:sldMk cId="1692272446" sldId="343"/>
        </pc:sldMkLst>
      </pc:sldChg>
      <pc:sldChg chg="del">
        <pc:chgData name="Ahmed Hashem El-Monshed" userId="9838a0a2-a515-498b-b6a4-a4fb6da264fd" providerId="ADAL" clId="{BB1EC5F3-9575-4DB7-A81E-A4EDB8BADBBB}" dt="2025-11-11T07:37:15.334" v="309" actId="47"/>
        <pc:sldMkLst>
          <pc:docMk/>
          <pc:sldMk cId="3600874396" sldId="345"/>
        </pc:sldMkLst>
      </pc:sldChg>
      <pc:sldChg chg="del">
        <pc:chgData name="Ahmed Hashem El-Monshed" userId="9838a0a2-a515-498b-b6a4-a4fb6da264fd" providerId="ADAL" clId="{BB1EC5F3-9575-4DB7-A81E-A4EDB8BADBBB}" dt="2025-11-11T07:37:18.510" v="313" actId="47"/>
        <pc:sldMkLst>
          <pc:docMk/>
          <pc:sldMk cId="281720163" sldId="346"/>
        </pc:sldMkLst>
      </pc:sldChg>
      <pc:sldChg chg="del">
        <pc:chgData name="Ahmed Hashem El-Monshed" userId="9838a0a2-a515-498b-b6a4-a4fb6da264fd" providerId="ADAL" clId="{BB1EC5F3-9575-4DB7-A81E-A4EDB8BADBBB}" dt="2025-11-11T07:37:20.708" v="314" actId="47"/>
        <pc:sldMkLst>
          <pc:docMk/>
          <pc:sldMk cId="4164820646" sldId="348"/>
        </pc:sldMkLst>
      </pc:sldChg>
      <pc:sldChg chg="del">
        <pc:chgData name="Ahmed Hashem El-Monshed" userId="9838a0a2-a515-498b-b6a4-a4fb6da264fd" providerId="ADAL" clId="{BB1EC5F3-9575-4DB7-A81E-A4EDB8BADBBB}" dt="2025-11-11T07:37:10.093" v="299" actId="47"/>
        <pc:sldMkLst>
          <pc:docMk/>
          <pc:sldMk cId="361759653" sldId="349"/>
        </pc:sldMkLst>
      </pc:sldChg>
      <pc:sldChg chg="del">
        <pc:chgData name="Ahmed Hashem El-Monshed" userId="9838a0a2-a515-498b-b6a4-a4fb6da264fd" providerId="ADAL" clId="{BB1EC5F3-9575-4DB7-A81E-A4EDB8BADBBB}" dt="2025-11-11T07:37:21.947" v="316" actId="47"/>
        <pc:sldMkLst>
          <pc:docMk/>
          <pc:sldMk cId="1377018155" sldId="350"/>
        </pc:sldMkLst>
      </pc:sldChg>
      <pc:sldChg chg="del">
        <pc:chgData name="Ahmed Hashem El-Monshed" userId="9838a0a2-a515-498b-b6a4-a4fb6da264fd" providerId="ADAL" clId="{BB1EC5F3-9575-4DB7-A81E-A4EDB8BADBBB}" dt="2025-11-11T07:37:21.276" v="315" actId="47"/>
        <pc:sldMkLst>
          <pc:docMk/>
          <pc:sldMk cId="4287186248" sldId="351"/>
        </pc:sldMkLst>
      </pc:sldChg>
      <pc:sldChg chg="del">
        <pc:chgData name="Ahmed Hashem El-Monshed" userId="9838a0a2-a515-498b-b6a4-a4fb6da264fd" providerId="ADAL" clId="{BB1EC5F3-9575-4DB7-A81E-A4EDB8BADBBB}" dt="2025-11-11T07:37:23.272" v="318" actId="47"/>
        <pc:sldMkLst>
          <pc:docMk/>
          <pc:sldMk cId="2922866957" sldId="354"/>
        </pc:sldMkLst>
      </pc:sldChg>
      <pc:sldChg chg="del">
        <pc:chgData name="Ahmed Hashem El-Monshed" userId="9838a0a2-a515-498b-b6a4-a4fb6da264fd" providerId="ADAL" clId="{BB1EC5F3-9575-4DB7-A81E-A4EDB8BADBBB}" dt="2025-11-11T07:37:23.804" v="319" actId="47"/>
        <pc:sldMkLst>
          <pc:docMk/>
          <pc:sldMk cId="407605286" sldId="355"/>
        </pc:sldMkLst>
      </pc:sldChg>
      <pc:sldChg chg="del modNotesTx">
        <pc:chgData name="Ahmed Hashem El-Monshed" userId="9838a0a2-a515-498b-b6a4-a4fb6da264fd" providerId="ADAL" clId="{BB1EC5F3-9575-4DB7-A81E-A4EDB8BADBBB}" dt="2025-11-11T07:37:24.294" v="320" actId="47"/>
        <pc:sldMkLst>
          <pc:docMk/>
          <pc:sldMk cId="3205797852" sldId="356"/>
        </pc:sldMkLst>
      </pc:sldChg>
      <pc:sldChg chg="del">
        <pc:chgData name="Ahmed Hashem El-Monshed" userId="9838a0a2-a515-498b-b6a4-a4fb6da264fd" providerId="ADAL" clId="{BB1EC5F3-9575-4DB7-A81E-A4EDB8BADBBB}" dt="2025-11-11T07:37:25.608" v="322" actId="47"/>
        <pc:sldMkLst>
          <pc:docMk/>
          <pc:sldMk cId="4069232445" sldId="357"/>
        </pc:sldMkLst>
      </pc:sldChg>
      <pc:sldChg chg="del">
        <pc:chgData name="Ahmed Hashem El-Monshed" userId="9838a0a2-a515-498b-b6a4-a4fb6da264fd" providerId="ADAL" clId="{BB1EC5F3-9575-4DB7-A81E-A4EDB8BADBBB}" dt="2025-11-11T07:37:24.883" v="321" actId="47"/>
        <pc:sldMkLst>
          <pc:docMk/>
          <pc:sldMk cId="2729866992" sldId="358"/>
        </pc:sldMkLst>
      </pc:sldChg>
      <pc:sldChg chg="del">
        <pc:chgData name="Ahmed Hashem El-Monshed" userId="9838a0a2-a515-498b-b6a4-a4fb6da264fd" providerId="ADAL" clId="{BB1EC5F3-9575-4DB7-A81E-A4EDB8BADBBB}" dt="2025-11-11T07:37:26.254" v="323" actId="47"/>
        <pc:sldMkLst>
          <pc:docMk/>
          <pc:sldMk cId="2602116756" sldId="359"/>
        </pc:sldMkLst>
      </pc:sldChg>
      <pc:sldChg chg="del modNotesTx">
        <pc:chgData name="Ahmed Hashem El-Monshed" userId="9838a0a2-a515-498b-b6a4-a4fb6da264fd" providerId="ADAL" clId="{BB1EC5F3-9575-4DB7-A81E-A4EDB8BADBBB}" dt="2025-11-11T07:37:26.873" v="324" actId="47"/>
        <pc:sldMkLst>
          <pc:docMk/>
          <pc:sldMk cId="34505563" sldId="360"/>
        </pc:sldMkLst>
      </pc:sldChg>
      <pc:sldChg chg="del">
        <pc:chgData name="Ahmed Hashem El-Monshed" userId="9838a0a2-a515-498b-b6a4-a4fb6da264fd" providerId="ADAL" clId="{BB1EC5F3-9575-4DB7-A81E-A4EDB8BADBBB}" dt="2025-11-11T07:37:27.814" v="325" actId="47"/>
        <pc:sldMkLst>
          <pc:docMk/>
          <pc:sldMk cId="3324982409" sldId="364"/>
        </pc:sldMkLst>
      </pc:sldChg>
      <pc:sldChg chg="del">
        <pc:chgData name="Ahmed Hashem El-Monshed" userId="9838a0a2-a515-498b-b6a4-a4fb6da264fd" providerId="ADAL" clId="{BB1EC5F3-9575-4DB7-A81E-A4EDB8BADBBB}" dt="2025-11-11T07:37:28.552" v="326" actId="47"/>
        <pc:sldMkLst>
          <pc:docMk/>
          <pc:sldMk cId="1898367026" sldId="365"/>
        </pc:sldMkLst>
      </pc:sldChg>
      <pc:sldChg chg="del">
        <pc:chgData name="Ahmed Hashem El-Monshed" userId="9838a0a2-a515-498b-b6a4-a4fb6da264fd" providerId="ADAL" clId="{BB1EC5F3-9575-4DB7-A81E-A4EDB8BADBBB}" dt="2025-11-11T07:37:29.222" v="327" actId="47"/>
        <pc:sldMkLst>
          <pc:docMk/>
          <pc:sldMk cId="3288937482" sldId="366"/>
        </pc:sldMkLst>
      </pc:sldChg>
      <pc:sldChg chg="del">
        <pc:chgData name="Ahmed Hashem El-Monshed" userId="9838a0a2-a515-498b-b6a4-a4fb6da264fd" providerId="ADAL" clId="{BB1EC5F3-9575-4DB7-A81E-A4EDB8BADBBB}" dt="2025-11-11T07:37:29.922" v="328" actId="47"/>
        <pc:sldMkLst>
          <pc:docMk/>
          <pc:sldMk cId="947416973" sldId="367"/>
        </pc:sldMkLst>
      </pc:sldChg>
      <pc:sldChg chg="del modNotesTx">
        <pc:chgData name="Ahmed Hashem El-Monshed" userId="9838a0a2-a515-498b-b6a4-a4fb6da264fd" providerId="ADAL" clId="{BB1EC5F3-9575-4DB7-A81E-A4EDB8BADBBB}" dt="2025-11-11T07:37:30.805" v="329" actId="47"/>
        <pc:sldMkLst>
          <pc:docMk/>
          <pc:sldMk cId="3598792204" sldId="368"/>
        </pc:sldMkLst>
      </pc:sldChg>
      <pc:sldChg chg="del modNotesTx">
        <pc:chgData name="Ahmed Hashem El-Monshed" userId="9838a0a2-a515-498b-b6a4-a4fb6da264fd" providerId="ADAL" clId="{BB1EC5F3-9575-4DB7-A81E-A4EDB8BADBBB}" dt="2025-11-11T07:37:31.488" v="330" actId="47"/>
        <pc:sldMkLst>
          <pc:docMk/>
          <pc:sldMk cId="657313869" sldId="369"/>
        </pc:sldMkLst>
      </pc:sldChg>
      <pc:sldChg chg="del">
        <pc:chgData name="Ahmed Hashem El-Monshed" userId="9838a0a2-a515-498b-b6a4-a4fb6da264fd" providerId="ADAL" clId="{BB1EC5F3-9575-4DB7-A81E-A4EDB8BADBBB}" dt="2025-11-11T07:37:33.061" v="331" actId="47"/>
        <pc:sldMkLst>
          <pc:docMk/>
          <pc:sldMk cId="1939704991" sldId="370"/>
        </pc:sldMkLst>
      </pc:sldChg>
      <pc:sldChg chg="del">
        <pc:chgData name="Ahmed Hashem El-Monshed" userId="9838a0a2-a515-498b-b6a4-a4fb6da264fd" providerId="ADAL" clId="{BB1EC5F3-9575-4DB7-A81E-A4EDB8BADBBB}" dt="2025-11-11T07:37:33.547" v="332" actId="47"/>
        <pc:sldMkLst>
          <pc:docMk/>
          <pc:sldMk cId="856401068" sldId="371"/>
        </pc:sldMkLst>
      </pc:sldChg>
      <pc:sldChg chg="del">
        <pc:chgData name="Ahmed Hashem El-Monshed" userId="9838a0a2-a515-498b-b6a4-a4fb6da264fd" providerId="ADAL" clId="{BB1EC5F3-9575-4DB7-A81E-A4EDB8BADBBB}" dt="2025-11-11T07:37:34.218" v="333" actId="47"/>
        <pc:sldMkLst>
          <pc:docMk/>
          <pc:sldMk cId="1366588344" sldId="372"/>
        </pc:sldMkLst>
      </pc:sldChg>
      <pc:sldChg chg="del">
        <pc:chgData name="Ahmed Hashem El-Monshed" userId="9838a0a2-a515-498b-b6a4-a4fb6da264fd" providerId="ADAL" clId="{BB1EC5F3-9575-4DB7-A81E-A4EDB8BADBBB}" dt="2025-11-11T07:37:34.837" v="334" actId="47"/>
        <pc:sldMkLst>
          <pc:docMk/>
          <pc:sldMk cId="1332782539" sldId="374"/>
        </pc:sldMkLst>
      </pc:sldChg>
      <pc:sldChg chg="modSp del mod">
        <pc:chgData name="Ahmed Hashem El-Monshed" userId="9838a0a2-a515-498b-b6a4-a4fb6da264fd" providerId="ADAL" clId="{BB1EC5F3-9575-4DB7-A81E-A4EDB8BADBBB}" dt="2025-11-11T07:37:35.457" v="335" actId="47"/>
        <pc:sldMkLst>
          <pc:docMk/>
          <pc:sldMk cId="2446738491" sldId="375"/>
        </pc:sldMkLst>
      </pc:sldChg>
      <pc:sldChg chg="modSp mod">
        <pc:chgData name="Ahmed Hashem El-Monshed" userId="9838a0a2-a515-498b-b6a4-a4fb6da264fd" providerId="ADAL" clId="{BB1EC5F3-9575-4DB7-A81E-A4EDB8BADBBB}" dt="2025-11-12T09:52:11.504" v="682" actId="404"/>
        <pc:sldMkLst>
          <pc:docMk/>
          <pc:sldMk cId="471405909" sldId="441"/>
        </pc:sldMkLst>
        <pc:spChg chg="mod">
          <ac:chgData name="Ahmed Hashem El-Monshed" userId="9838a0a2-a515-498b-b6a4-a4fb6da264fd" providerId="ADAL" clId="{BB1EC5F3-9575-4DB7-A81E-A4EDB8BADBBB}" dt="2025-11-12T09:52:11.504" v="682" actId="404"/>
          <ac:spMkLst>
            <pc:docMk/>
            <pc:sldMk cId="471405909" sldId="441"/>
            <ac:spMk id="3" creationId="{A591CBC1-FCCD-FD65-109B-C28045D5694E}"/>
          </ac:spMkLst>
        </pc:spChg>
      </pc:sldChg>
      <pc:sldChg chg="modSp new mod">
        <pc:chgData name="Ahmed Hashem El-Monshed" userId="9838a0a2-a515-498b-b6a4-a4fb6da264fd" providerId="ADAL" clId="{BB1EC5F3-9575-4DB7-A81E-A4EDB8BADBBB}" dt="2025-11-11T07:08:59.919" v="103" actId="1076"/>
        <pc:sldMkLst>
          <pc:docMk/>
          <pc:sldMk cId="2388394203" sldId="442"/>
        </pc:sldMkLst>
        <pc:spChg chg="mod">
          <ac:chgData name="Ahmed Hashem El-Monshed" userId="9838a0a2-a515-498b-b6a4-a4fb6da264fd" providerId="ADAL" clId="{BB1EC5F3-9575-4DB7-A81E-A4EDB8BADBBB}" dt="2025-11-11T07:06:19.341" v="85" actId="1076"/>
          <ac:spMkLst>
            <pc:docMk/>
            <pc:sldMk cId="2388394203" sldId="442"/>
            <ac:spMk id="2" creationId="{D7D1C1C4-21EF-B3A3-F3EF-7E1C0DF1DC37}"/>
          </ac:spMkLst>
        </pc:spChg>
        <pc:spChg chg="mod">
          <ac:chgData name="Ahmed Hashem El-Monshed" userId="9838a0a2-a515-498b-b6a4-a4fb6da264fd" providerId="ADAL" clId="{BB1EC5F3-9575-4DB7-A81E-A4EDB8BADBBB}" dt="2025-11-11T07:08:59.919" v="103" actId="1076"/>
          <ac:spMkLst>
            <pc:docMk/>
            <pc:sldMk cId="2388394203" sldId="442"/>
            <ac:spMk id="3" creationId="{DB1FC3E5-4757-4648-EBF8-E6E495687B65}"/>
          </ac:spMkLst>
        </pc:spChg>
      </pc:sldChg>
      <pc:sldChg chg="addSp modSp add mod">
        <pc:chgData name="Ahmed Hashem El-Monshed" userId="9838a0a2-a515-498b-b6a4-a4fb6da264fd" providerId="ADAL" clId="{BB1EC5F3-9575-4DB7-A81E-A4EDB8BADBBB}" dt="2025-11-11T07:10:50.899" v="139" actId="113"/>
        <pc:sldMkLst>
          <pc:docMk/>
          <pc:sldMk cId="3154147941" sldId="443"/>
        </pc:sldMkLst>
        <pc:spChg chg="mod">
          <ac:chgData name="Ahmed Hashem El-Monshed" userId="9838a0a2-a515-498b-b6a4-a4fb6da264fd" providerId="ADAL" clId="{BB1EC5F3-9575-4DB7-A81E-A4EDB8BADBBB}" dt="2025-11-11T07:10:50.899" v="139" actId="113"/>
          <ac:spMkLst>
            <pc:docMk/>
            <pc:sldMk cId="3154147941" sldId="443"/>
            <ac:spMk id="3" creationId="{A759D4B4-3136-0BAA-644C-E079FCA298F1}"/>
          </ac:spMkLst>
        </pc:spChg>
        <pc:spChg chg="add">
          <ac:chgData name="Ahmed Hashem El-Monshed" userId="9838a0a2-a515-498b-b6a4-a4fb6da264fd" providerId="ADAL" clId="{BB1EC5F3-9575-4DB7-A81E-A4EDB8BADBBB}" dt="2025-11-11T07:10:17.481" v="109"/>
          <ac:spMkLst>
            <pc:docMk/>
            <pc:sldMk cId="3154147941" sldId="443"/>
            <ac:spMk id="4" creationId="{72A2E697-B938-7F3C-FB30-44BF9ADC728F}"/>
          </ac:spMkLst>
        </pc:spChg>
      </pc:sldChg>
      <pc:sldChg chg="addSp modSp new mod">
        <pc:chgData name="Ahmed Hashem El-Monshed" userId="9838a0a2-a515-498b-b6a4-a4fb6da264fd" providerId="ADAL" clId="{BB1EC5F3-9575-4DB7-A81E-A4EDB8BADBBB}" dt="2025-11-11T07:12:13.314" v="163" actId="1076"/>
        <pc:sldMkLst>
          <pc:docMk/>
          <pc:sldMk cId="1930306173" sldId="444"/>
        </pc:sldMkLst>
        <pc:spChg chg="mod">
          <ac:chgData name="Ahmed Hashem El-Monshed" userId="9838a0a2-a515-498b-b6a4-a4fb6da264fd" providerId="ADAL" clId="{BB1EC5F3-9575-4DB7-A81E-A4EDB8BADBBB}" dt="2025-11-11T07:12:13.314" v="163" actId="1076"/>
          <ac:spMkLst>
            <pc:docMk/>
            <pc:sldMk cId="1930306173" sldId="444"/>
            <ac:spMk id="3" creationId="{CFBFB0CB-8A21-DC5D-E982-E879732C7FA8}"/>
          </ac:spMkLst>
        </pc:spChg>
        <pc:picChg chg="add mod">
          <ac:chgData name="Ahmed Hashem El-Monshed" userId="9838a0a2-a515-498b-b6a4-a4fb6da264fd" providerId="ADAL" clId="{BB1EC5F3-9575-4DB7-A81E-A4EDB8BADBBB}" dt="2025-11-11T07:12:11.069" v="162" actId="1076"/>
          <ac:picMkLst>
            <pc:docMk/>
            <pc:sldMk cId="1930306173" sldId="444"/>
            <ac:picMk id="4098" creationId="{5840993E-9123-FCC9-B450-84EA579B130F}"/>
          </ac:picMkLst>
        </pc:picChg>
      </pc:sldChg>
      <pc:sldChg chg="addSp delSp modSp add mod ord">
        <pc:chgData name="Ahmed Hashem El-Monshed" userId="9838a0a2-a515-498b-b6a4-a4fb6da264fd" providerId="ADAL" clId="{BB1EC5F3-9575-4DB7-A81E-A4EDB8BADBBB}" dt="2025-11-11T07:31:15.332" v="215" actId="1076"/>
        <pc:sldMkLst>
          <pc:docMk/>
          <pc:sldMk cId="1386101785" sldId="445"/>
        </pc:sldMkLst>
        <pc:spChg chg="mod">
          <ac:chgData name="Ahmed Hashem El-Monshed" userId="9838a0a2-a515-498b-b6a4-a4fb6da264fd" providerId="ADAL" clId="{BB1EC5F3-9575-4DB7-A81E-A4EDB8BADBBB}" dt="2025-11-11T07:17:29.323" v="172" actId="1076"/>
          <ac:spMkLst>
            <pc:docMk/>
            <pc:sldMk cId="1386101785" sldId="445"/>
            <ac:spMk id="2" creationId="{683ACEF2-9D72-2C8A-0B91-EF32952C827B}"/>
          </ac:spMkLst>
        </pc:spChg>
        <pc:spChg chg="del mod">
          <ac:chgData name="Ahmed Hashem El-Monshed" userId="9838a0a2-a515-498b-b6a4-a4fb6da264fd" providerId="ADAL" clId="{BB1EC5F3-9575-4DB7-A81E-A4EDB8BADBBB}" dt="2025-11-11T07:29:49.795" v="202" actId="478"/>
          <ac:spMkLst>
            <pc:docMk/>
            <pc:sldMk cId="1386101785" sldId="445"/>
            <ac:spMk id="3" creationId="{CE604B9D-FB78-FC77-A9E2-74BF07D07231}"/>
          </ac:spMkLst>
        </pc:spChg>
        <pc:spChg chg="add del mod">
          <ac:chgData name="Ahmed Hashem El-Monshed" userId="9838a0a2-a515-498b-b6a4-a4fb6da264fd" providerId="ADAL" clId="{BB1EC5F3-9575-4DB7-A81E-A4EDB8BADBBB}" dt="2025-11-11T07:30:17.634" v="203" actId="478"/>
          <ac:spMkLst>
            <pc:docMk/>
            <pc:sldMk cId="1386101785" sldId="445"/>
            <ac:spMk id="6" creationId="{41D172A7-C697-52EA-2DF5-D99D3AC76713}"/>
          </ac:spMkLst>
        </pc:spChg>
        <pc:picChg chg="add del mod">
          <ac:chgData name="Ahmed Hashem El-Monshed" userId="9838a0a2-a515-498b-b6a4-a4fb6da264fd" providerId="ADAL" clId="{BB1EC5F3-9575-4DB7-A81E-A4EDB8BADBBB}" dt="2025-11-11T07:29:47.174" v="201" actId="478"/>
          <ac:picMkLst>
            <pc:docMk/>
            <pc:sldMk cId="1386101785" sldId="445"/>
            <ac:picMk id="4" creationId="{C1588BC7-C0D8-3F1D-3938-3C0303A53794}"/>
          </ac:picMkLst>
        </pc:picChg>
        <pc:picChg chg="add mod">
          <ac:chgData name="Ahmed Hashem El-Monshed" userId="9838a0a2-a515-498b-b6a4-a4fb6da264fd" providerId="ADAL" clId="{BB1EC5F3-9575-4DB7-A81E-A4EDB8BADBBB}" dt="2025-11-11T07:31:11.772" v="214" actId="1076"/>
          <ac:picMkLst>
            <pc:docMk/>
            <pc:sldMk cId="1386101785" sldId="445"/>
            <ac:picMk id="8" creationId="{4AC35525-78BE-0E55-4829-3C0E35B09D4C}"/>
          </ac:picMkLst>
        </pc:picChg>
        <pc:picChg chg="add mod">
          <ac:chgData name="Ahmed Hashem El-Monshed" userId="9838a0a2-a515-498b-b6a4-a4fb6da264fd" providerId="ADAL" clId="{BB1EC5F3-9575-4DB7-A81E-A4EDB8BADBBB}" dt="2025-11-11T07:31:15.332" v="215" actId="1076"/>
          <ac:picMkLst>
            <pc:docMk/>
            <pc:sldMk cId="1386101785" sldId="445"/>
            <ac:picMk id="10" creationId="{EAB119BA-4048-8CBD-F46F-E576F8702FB3}"/>
          </ac:picMkLst>
        </pc:picChg>
      </pc:sldChg>
      <pc:sldChg chg="modSp add mod">
        <pc:chgData name="Ahmed Hashem El-Monshed" userId="9838a0a2-a515-498b-b6a4-a4fb6da264fd" providerId="ADAL" clId="{BB1EC5F3-9575-4DB7-A81E-A4EDB8BADBBB}" dt="2025-11-11T07:19:49.292" v="198" actId="20577"/>
        <pc:sldMkLst>
          <pc:docMk/>
          <pc:sldMk cId="2980463801" sldId="446"/>
        </pc:sldMkLst>
        <pc:spChg chg="mod">
          <ac:chgData name="Ahmed Hashem El-Monshed" userId="9838a0a2-a515-498b-b6a4-a4fb6da264fd" providerId="ADAL" clId="{BB1EC5F3-9575-4DB7-A81E-A4EDB8BADBBB}" dt="2025-11-11T07:19:49.292" v="198" actId="20577"/>
          <ac:spMkLst>
            <pc:docMk/>
            <pc:sldMk cId="2980463801" sldId="446"/>
            <ac:spMk id="3" creationId="{07640412-9E6A-FB84-DB4A-1F87F6AB4C7C}"/>
          </ac:spMkLst>
        </pc:spChg>
      </pc:sldChg>
      <pc:sldChg chg="addSp modSp add mod">
        <pc:chgData name="Ahmed Hashem El-Monshed" userId="9838a0a2-a515-498b-b6a4-a4fb6da264fd" providerId="ADAL" clId="{BB1EC5F3-9575-4DB7-A81E-A4EDB8BADBBB}" dt="2025-11-11T07:35:08.789" v="284" actId="1076"/>
        <pc:sldMkLst>
          <pc:docMk/>
          <pc:sldMk cId="2514132878" sldId="447"/>
        </pc:sldMkLst>
        <pc:spChg chg="mod">
          <ac:chgData name="Ahmed Hashem El-Monshed" userId="9838a0a2-a515-498b-b6a4-a4fb6da264fd" providerId="ADAL" clId="{BB1EC5F3-9575-4DB7-A81E-A4EDB8BADBBB}" dt="2025-11-11T07:35:03.379" v="282" actId="404"/>
          <ac:spMkLst>
            <pc:docMk/>
            <pc:sldMk cId="2514132878" sldId="447"/>
            <ac:spMk id="3" creationId="{D6ED9BCF-A754-5E52-8A75-78E2FD8039E4}"/>
          </ac:spMkLst>
        </pc:spChg>
        <pc:spChg chg="add">
          <ac:chgData name="Ahmed Hashem El-Monshed" userId="9838a0a2-a515-498b-b6a4-a4fb6da264fd" providerId="ADAL" clId="{BB1EC5F3-9575-4DB7-A81E-A4EDB8BADBBB}" dt="2025-11-11T07:32:44.639" v="241"/>
          <ac:spMkLst>
            <pc:docMk/>
            <pc:sldMk cId="2514132878" sldId="447"/>
            <ac:spMk id="4" creationId="{B8DB429D-5DD4-6743-DB21-9E0D8AF5CC90}"/>
          </ac:spMkLst>
        </pc:spChg>
        <pc:graphicFrameChg chg="add mod modGraphic">
          <ac:chgData name="Ahmed Hashem El-Monshed" userId="9838a0a2-a515-498b-b6a4-a4fb6da264fd" providerId="ADAL" clId="{BB1EC5F3-9575-4DB7-A81E-A4EDB8BADBBB}" dt="2025-11-11T07:35:08.789" v="284" actId="1076"/>
          <ac:graphicFrameMkLst>
            <pc:docMk/>
            <pc:sldMk cId="2514132878" sldId="447"/>
            <ac:graphicFrameMk id="5" creationId="{7C3E56CD-40B5-66D0-FA6B-03B279C2E9DE}"/>
          </ac:graphicFrameMkLst>
        </pc:graphicFrameChg>
      </pc:sldChg>
      <pc:sldChg chg="addSp modSp add mod">
        <pc:chgData name="Ahmed Hashem El-Monshed" userId="9838a0a2-a515-498b-b6a4-a4fb6da264fd" providerId="ADAL" clId="{BB1EC5F3-9575-4DB7-A81E-A4EDB8BADBBB}" dt="2025-11-11T07:42:48.398" v="460" actId="20577"/>
        <pc:sldMkLst>
          <pc:docMk/>
          <pc:sldMk cId="785678587" sldId="448"/>
        </pc:sldMkLst>
        <pc:spChg chg="mod">
          <ac:chgData name="Ahmed Hashem El-Monshed" userId="9838a0a2-a515-498b-b6a4-a4fb6da264fd" providerId="ADAL" clId="{BB1EC5F3-9575-4DB7-A81E-A4EDB8BADBBB}" dt="2025-11-11T07:42:48.398" v="460" actId="20577"/>
          <ac:spMkLst>
            <pc:docMk/>
            <pc:sldMk cId="785678587" sldId="448"/>
            <ac:spMk id="3" creationId="{4D3433F5-68A3-7308-CD7E-DC33B5202896}"/>
          </ac:spMkLst>
        </pc:spChg>
        <pc:spChg chg="add">
          <ac:chgData name="Ahmed Hashem El-Monshed" userId="9838a0a2-a515-498b-b6a4-a4fb6da264fd" providerId="ADAL" clId="{BB1EC5F3-9575-4DB7-A81E-A4EDB8BADBBB}" dt="2025-11-11T07:38:59.067" v="378"/>
          <ac:spMkLst>
            <pc:docMk/>
            <pc:sldMk cId="785678587" sldId="448"/>
            <ac:spMk id="4" creationId="{9B4487E4-F15C-B5CD-4D0F-56A96F6C9033}"/>
          </ac:spMkLst>
        </pc:spChg>
      </pc:sldChg>
      <pc:sldChg chg="addSp modSp add mod">
        <pc:chgData name="Ahmed Hashem El-Monshed" userId="9838a0a2-a515-498b-b6a4-a4fb6da264fd" providerId="ADAL" clId="{BB1EC5F3-9575-4DB7-A81E-A4EDB8BADBBB}" dt="2025-11-11T07:44:09.648" v="468" actId="20577"/>
        <pc:sldMkLst>
          <pc:docMk/>
          <pc:sldMk cId="4288688064" sldId="449"/>
        </pc:sldMkLst>
        <pc:spChg chg="mod">
          <ac:chgData name="Ahmed Hashem El-Monshed" userId="9838a0a2-a515-498b-b6a4-a4fb6da264fd" providerId="ADAL" clId="{BB1EC5F3-9575-4DB7-A81E-A4EDB8BADBBB}" dt="2025-11-11T07:44:09.648" v="468" actId="20577"/>
          <ac:spMkLst>
            <pc:docMk/>
            <pc:sldMk cId="4288688064" sldId="449"/>
            <ac:spMk id="3" creationId="{3953E3EF-03BD-A4D1-98AA-47B85643ACEE}"/>
          </ac:spMkLst>
        </pc:spChg>
        <pc:spChg chg="add">
          <ac:chgData name="Ahmed Hashem El-Monshed" userId="9838a0a2-a515-498b-b6a4-a4fb6da264fd" providerId="ADAL" clId="{BB1EC5F3-9575-4DB7-A81E-A4EDB8BADBBB}" dt="2025-11-11T07:43:58.888" v="463"/>
          <ac:spMkLst>
            <pc:docMk/>
            <pc:sldMk cId="4288688064" sldId="449"/>
            <ac:spMk id="4" creationId="{B751625A-6D60-5D5C-DB38-197E3CFBBB26}"/>
          </ac:spMkLst>
        </pc:spChg>
      </pc:sldChg>
      <pc:sldChg chg="addSp delSp modSp add mod">
        <pc:chgData name="Ahmed Hashem El-Monshed" userId="9838a0a2-a515-498b-b6a4-a4fb6da264fd" providerId="ADAL" clId="{BB1EC5F3-9575-4DB7-A81E-A4EDB8BADBBB}" dt="2025-11-11T08:02:01.152" v="496" actId="1076"/>
        <pc:sldMkLst>
          <pc:docMk/>
          <pc:sldMk cId="3660478768" sldId="450"/>
        </pc:sldMkLst>
        <pc:spChg chg="del mod">
          <ac:chgData name="Ahmed Hashem El-Monshed" userId="9838a0a2-a515-498b-b6a4-a4fb6da264fd" providerId="ADAL" clId="{BB1EC5F3-9575-4DB7-A81E-A4EDB8BADBBB}" dt="2025-11-11T07:59:40.070" v="472" actId="478"/>
          <ac:spMkLst>
            <pc:docMk/>
            <pc:sldMk cId="3660478768" sldId="450"/>
            <ac:spMk id="3" creationId="{D9216D74-6783-6B65-0C90-E8F1CBF74191}"/>
          </ac:spMkLst>
        </pc:spChg>
        <pc:spChg chg="add mod">
          <ac:chgData name="Ahmed Hashem El-Monshed" userId="9838a0a2-a515-498b-b6a4-a4fb6da264fd" providerId="ADAL" clId="{BB1EC5F3-9575-4DB7-A81E-A4EDB8BADBBB}" dt="2025-11-11T08:02:01.152" v="496" actId="1076"/>
          <ac:spMkLst>
            <pc:docMk/>
            <pc:sldMk cId="3660478768" sldId="450"/>
            <ac:spMk id="7" creationId="{AEB05E57-8665-42A7-E9C3-945F6809A9CE}"/>
          </ac:spMkLst>
        </pc:spChg>
        <pc:picChg chg="add mod">
          <ac:chgData name="Ahmed Hashem El-Monshed" userId="9838a0a2-a515-498b-b6a4-a4fb6da264fd" providerId="ADAL" clId="{BB1EC5F3-9575-4DB7-A81E-A4EDB8BADBBB}" dt="2025-11-11T07:59:48.617" v="476" actId="1076"/>
          <ac:picMkLst>
            <pc:docMk/>
            <pc:sldMk cId="3660478768" sldId="450"/>
            <ac:picMk id="5" creationId="{169DF7B9-D984-910B-FC66-43E522C0818D}"/>
          </ac:picMkLst>
        </pc:picChg>
      </pc:sldChg>
      <pc:sldChg chg="addSp delSp modSp add mod">
        <pc:chgData name="Ahmed Hashem El-Monshed" userId="9838a0a2-a515-498b-b6a4-a4fb6da264fd" providerId="ADAL" clId="{BB1EC5F3-9575-4DB7-A81E-A4EDB8BADBBB}" dt="2025-11-11T08:04:54.267" v="537"/>
        <pc:sldMkLst>
          <pc:docMk/>
          <pc:sldMk cId="2237703318" sldId="451"/>
        </pc:sldMkLst>
        <pc:spChg chg="add mod">
          <ac:chgData name="Ahmed Hashem El-Monshed" userId="9838a0a2-a515-498b-b6a4-a4fb6da264fd" providerId="ADAL" clId="{BB1EC5F3-9575-4DB7-A81E-A4EDB8BADBBB}" dt="2025-11-11T08:04:17.371" v="531" actId="403"/>
          <ac:spMkLst>
            <pc:docMk/>
            <pc:sldMk cId="2237703318" sldId="451"/>
            <ac:spMk id="6" creationId="{E6230FDA-8A39-A5F4-9DD8-D8899E844BE4}"/>
          </ac:spMkLst>
        </pc:spChg>
        <pc:spChg chg="del mod">
          <ac:chgData name="Ahmed Hashem El-Monshed" userId="9838a0a2-a515-498b-b6a4-a4fb6da264fd" providerId="ADAL" clId="{BB1EC5F3-9575-4DB7-A81E-A4EDB8BADBBB}" dt="2025-11-11T08:03:23.054" v="515" actId="478"/>
          <ac:spMkLst>
            <pc:docMk/>
            <pc:sldMk cId="2237703318" sldId="451"/>
            <ac:spMk id="7" creationId="{5C6D888D-CEFB-00B7-77D6-E78696E2A703}"/>
          </ac:spMkLst>
        </pc:spChg>
        <pc:graphicFrameChg chg="add mod modGraphic">
          <ac:chgData name="Ahmed Hashem El-Monshed" userId="9838a0a2-a515-498b-b6a4-a4fb6da264fd" providerId="ADAL" clId="{BB1EC5F3-9575-4DB7-A81E-A4EDB8BADBBB}" dt="2025-11-11T08:04:54.267" v="537"/>
          <ac:graphicFrameMkLst>
            <pc:docMk/>
            <pc:sldMk cId="2237703318" sldId="451"/>
            <ac:graphicFrameMk id="3" creationId="{D957D05A-51EF-FE5E-E521-2798113C1C95}"/>
          </ac:graphicFrameMkLst>
        </pc:graphicFrameChg>
        <pc:picChg chg="mod">
          <ac:chgData name="Ahmed Hashem El-Monshed" userId="9838a0a2-a515-498b-b6a4-a4fb6da264fd" providerId="ADAL" clId="{BB1EC5F3-9575-4DB7-A81E-A4EDB8BADBBB}" dt="2025-11-11T08:03:43.622" v="519" actId="1076"/>
          <ac:picMkLst>
            <pc:docMk/>
            <pc:sldMk cId="2237703318" sldId="451"/>
            <ac:picMk id="5" creationId="{62D99180-B727-F3EF-A660-D0EED5DD1BC9}"/>
          </ac:picMkLst>
        </pc:picChg>
      </pc:sldChg>
      <pc:sldChg chg="add">
        <pc:chgData name="Ahmed Hashem El-Monshed" userId="9838a0a2-a515-498b-b6a4-a4fb6da264fd" providerId="ADAL" clId="{BB1EC5F3-9575-4DB7-A81E-A4EDB8BADBBB}" dt="2025-11-11T08:03:09.255" v="514"/>
        <pc:sldMkLst>
          <pc:docMk/>
          <pc:sldMk cId="1781796312" sldId="452"/>
        </pc:sldMkLst>
      </pc:sldChg>
      <pc:sldChg chg="delSp modSp add mod">
        <pc:chgData name="Ahmed Hashem El-Monshed" userId="9838a0a2-a515-498b-b6a4-a4fb6da264fd" providerId="ADAL" clId="{BB1EC5F3-9575-4DB7-A81E-A4EDB8BADBBB}" dt="2025-11-12T09:12:44.486" v="560" actId="403"/>
        <pc:sldMkLst>
          <pc:docMk/>
          <pc:sldMk cId="84329558" sldId="453"/>
        </pc:sldMkLst>
        <pc:spChg chg="mod">
          <ac:chgData name="Ahmed Hashem El-Monshed" userId="9838a0a2-a515-498b-b6a4-a4fb6da264fd" providerId="ADAL" clId="{BB1EC5F3-9575-4DB7-A81E-A4EDB8BADBBB}" dt="2025-11-12T09:12:44.486" v="560" actId="403"/>
          <ac:spMkLst>
            <pc:docMk/>
            <pc:sldMk cId="84329558" sldId="453"/>
            <ac:spMk id="7" creationId="{074CF442-02D9-5094-85F6-9033E4547B96}"/>
          </ac:spMkLst>
        </pc:spChg>
        <pc:picChg chg="del">
          <ac:chgData name="Ahmed Hashem El-Monshed" userId="9838a0a2-a515-498b-b6a4-a4fb6da264fd" providerId="ADAL" clId="{BB1EC5F3-9575-4DB7-A81E-A4EDB8BADBBB}" dt="2025-11-12T09:11:27.359" v="539" actId="478"/>
          <ac:picMkLst>
            <pc:docMk/>
            <pc:sldMk cId="84329558" sldId="453"/>
            <ac:picMk id="5" creationId="{701F7B98-8D07-4D19-406E-9A152715AF57}"/>
          </ac:picMkLst>
        </pc:picChg>
      </pc:sldChg>
      <pc:sldChg chg="add del">
        <pc:chgData name="Ahmed Hashem El-Monshed" userId="9838a0a2-a515-498b-b6a4-a4fb6da264fd" providerId="ADAL" clId="{BB1EC5F3-9575-4DB7-A81E-A4EDB8BADBBB}" dt="2025-11-12T09:11:37.365" v="542"/>
        <pc:sldMkLst>
          <pc:docMk/>
          <pc:sldMk cId="35552081" sldId="454"/>
        </pc:sldMkLst>
      </pc:sldChg>
      <pc:sldChg chg="modSp add mod">
        <pc:chgData name="Ahmed Hashem El-Monshed" userId="9838a0a2-a515-498b-b6a4-a4fb6da264fd" providerId="ADAL" clId="{BB1EC5F3-9575-4DB7-A81E-A4EDB8BADBBB}" dt="2025-11-12T09:14:12.272" v="570" actId="6549"/>
        <pc:sldMkLst>
          <pc:docMk/>
          <pc:sldMk cId="513768838" sldId="454"/>
        </pc:sldMkLst>
        <pc:spChg chg="mod">
          <ac:chgData name="Ahmed Hashem El-Monshed" userId="9838a0a2-a515-498b-b6a4-a4fb6da264fd" providerId="ADAL" clId="{BB1EC5F3-9575-4DB7-A81E-A4EDB8BADBBB}" dt="2025-11-12T09:14:12.272" v="570" actId="6549"/>
          <ac:spMkLst>
            <pc:docMk/>
            <pc:sldMk cId="513768838" sldId="454"/>
            <ac:spMk id="7" creationId="{1210F7FC-76FC-1111-E320-D274AA0E2E3E}"/>
          </ac:spMkLst>
        </pc:spChg>
      </pc:sldChg>
      <pc:sldChg chg="modSp add mod">
        <pc:chgData name="Ahmed Hashem El-Monshed" userId="9838a0a2-a515-498b-b6a4-a4fb6da264fd" providerId="ADAL" clId="{BB1EC5F3-9575-4DB7-A81E-A4EDB8BADBBB}" dt="2025-11-12T09:14:42.775" v="579" actId="12"/>
        <pc:sldMkLst>
          <pc:docMk/>
          <pc:sldMk cId="1604441567" sldId="455"/>
        </pc:sldMkLst>
        <pc:spChg chg="mod">
          <ac:chgData name="Ahmed Hashem El-Monshed" userId="9838a0a2-a515-498b-b6a4-a4fb6da264fd" providerId="ADAL" clId="{BB1EC5F3-9575-4DB7-A81E-A4EDB8BADBBB}" dt="2025-11-12T09:14:42.775" v="579" actId="12"/>
          <ac:spMkLst>
            <pc:docMk/>
            <pc:sldMk cId="1604441567" sldId="455"/>
            <ac:spMk id="7" creationId="{AC2702CA-45F7-0A22-E116-97C62266C29E}"/>
          </ac:spMkLst>
        </pc:spChg>
      </pc:sldChg>
      <pc:sldChg chg="modSp add mod">
        <pc:chgData name="Ahmed Hashem El-Monshed" userId="9838a0a2-a515-498b-b6a4-a4fb6da264fd" providerId="ADAL" clId="{BB1EC5F3-9575-4DB7-A81E-A4EDB8BADBBB}" dt="2025-11-12T09:15:35.047" v="594" actId="1076"/>
        <pc:sldMkLst>
          <pc:docMk/>
          <pc:sldMk cId="1730748541" sldId="456"/>
        </pc:sldMkLst>
        <pc:spChg chg="mod">
          <ac:chgData name="Ahmed Hashem El-Monshed" userId="9838a0a2-a515-498b-b6a4-a4fb6da264fd" providerId="ADAL" clId="{BB1EC5F3-9575-4DB7-A81E-A4EDB8BADBBB}" dt="2025-11-12T09:15:35.047" v="594" actId="1076"/>
          <ac:spMkLst>
            <pc:docMk/>
            <pc:sldMk cId="1730748541" sldId="456"/>
            <ac:spMk id="7" creationId="{5969A2B2-8D78-FB5A-2C14-C267EE70FD2B}"/>
          </ac:spMkLst>
        </pc:spChg>
      </pc:sldChg>
      <pc:sldChg chg="modSp add mod">
        <pc:chgData name="Ahmed Hashem El-Monshed" userId="9838a0a2-a515-498b-b6a4-a4fb6da264fd" providerId="ADAL" clId="{BB1EC5F3-9575-4DB7-A81E-A4EDB8BADBBB}" dt="2025-11-12T09:16:39.241" v="606" actId="12"/>
        <pc:sldMkLst>
          <pc:docMk/>
          <pc:sldMk cId="1574992028" sldId="457"/>
        </pc:sldMkLst>
        <pc:spChg chg="mod">
          <ac:chgData name="Ahmed Hashem El-Monshed" userId="9838a0a2-a515-498b-b6a4-a4fb6da264fd" providerId="ADAL" clId="{BB1EC5F3-9575-4DB7-A81E-A4EDB8BADBBB}" dt="2025-11-12T09:16:39.241" v="606" actId="12"/>
          <ac:spMkLst>
            <pc:docMk/>
            <pc:sldMk cId="1574992028" sldId="457"/>
            <ac:spMk id="7" creationId="{4464B9D7-AA51-188E-5607-4A37EDC810CC}"/>
          </ac:spMkLst>
        </pc:spChg>
      </pc:sldChg>
      <pc:sldChg chg="addSp delSp modSp add del mod ord">
        <pc:chgData name="Ahmed Hashem El-Monshed" userId="9838a0a2-a515-498b-b6a4-a4fb6da264fd" providerId="ADAL" clId="{BB1EC5F3-9575-4DB7-A81E-A4EDB8BADBBB}" dt="2025-11-12T09:45:51.895" v="656" actId="47"/>
        <pc:sldMkLst>
          <pc:docMk/>
          <pc:sldMk cId="2437736290" sldId="458"/>
        </pc:sldMkLst>
        <pc:spChg chg="mod">
          <ac:chgData name="Ahmed Hashem El-Monshed" userId="9838a0a2-a515-498b-b6a4-a4fb6da264fd" providerId="ADAL" clId="{BB1EC5F3-9575-4DB7-A81E-A4EDB8BADBBB}" dt="2025-11-12T09:26:06.982" v="620" actId="1076"/>
          <ac:spMkLst>
            <pc:docMk/>
            <pc:sldMk cId="2437736290" sldId="458"/>
            <ac:spMk id="3" creationId="{82EEC643-6EF4-EF8A-96A0-987CC6F8CD9A}"/>
          </ac:spMkLst>
        </pc:spChg>
        <pc:picChg chg="add mod">
          <ac:chgData name="Ahmed Hashem El-Monshed" userId="9838a0a2-a515-498b-b6a4-a4fb6da264fd" providerId="ADAL" clId="{BB1EC5F3-9575-4DB7-A81E-A4EDB8BADBBB}" dt="2025-11-12T09:25:40.926" v="615" actId="1076"/>
          <ac:picMkLst>
            <pc:docMk/>
            <pc:sldMk cId="2437736290" sldId="458"/>
            <ac:picMk id="4" creationId="{12A9DFE3-9EA9-522F-1369-03F160461D9C}"/>
          </ac:picMkLst>
        </pc:picChg>
        <pc:picChg chg="del">
          <ac:chgData name="Ahmed Hashem El-Monshed" userId="9838a0a2-a515-498b-b6a4-a4fb6da264fd" providerId="ADAL" clId="{BB1EC5F3-9575-4DB7-A81E-A4EDB8BADBBB}" dt="2025-11-12T09:25:31.349" v="610" actId="478"/>
          <ac:picMkLst>
            <pc:docMk/>
            <pc:sldMk cId="2437736290" sldId="458"/>
            <ac:picMk id="4098" creationId="{620A10FD-D2BC-5DD8-DC0A-8E95A13BE12C}"/>
          </ac:picMkLst>
        </pc:picChg>
      </pc:sldChg>
      <pc:sldChg chg="modSp add del mod">
        <pc:chgData name="Ahmed Hashem El-Monshed" userId="9838a0a2-a515-498b-b6a4-a4fb6da264fd" providerId="ADAL" clId="{BB1EC5F3-9575-4DB7-A81E-A4EDB8BADBBB}" dt="2025-11-12T09:46:01.743" v="659" actId="47"/>
        <pc:sldMkLst>
          <pc:docMk/>
          <pc:sldMk cId="2371031309" sldId="459"/>
        </pc:sldMkLst>
        <pc:spChg chg="mod">
          <ac:chgData name="Ahmed Hashem El-Monshed" userId="9838a0a2-a515-498b-b6a4-a4fb6da264fd" providerId="ADAL" clId="{BB1EC5F3-9575-4DB7-A81E-A4EDB8BADBBB}" dt="2025-11-12T09:26:30.611" v="623" actId="207"/>
          <ac:spMkLst>
            <pc:docMk/>
            <pc:sldMk cId="2371031309" sldId="459"/>
            <ac:spMk id="2" creationId="{F0EFF3B4-87CE-F4B0-DD7E-B6781538549A}"/>
          </ac:spMkLst>
        </pc:spChg>
        <pc:spChg chg="mod">
          <ac:chgData name="Ahmed Hashem El-Monshed" userId="9838a0a2-a515-498b-b6a4-a4fb6da264fd" providerId="ADAL" clId="{BB1EC5F3-9575-4DB7-A81E-A4EDB8BADBBB}" dt="2025-11-12T09:29:35.594" v="635" actId="207"/>
          <ac:spMkLst>
            <pc:docMk/>
            <pc:sldMk cId="2371031309" sldId="459"/>
            <ac:spMk id="7" creationId="{544FD8A1-F542-5C90-1205-F55432C3BACB}"/>
          </ac:spMkLst>
        </pc:spChg>
      </pc:sldChg>
      <pc:sldChg chg="modSp add del mod">
        <pc:chgData name="Ahmed Hashem El-Monshed" userId="9838a0a2-a515-498b-b6a4-a4fb6da264fd" providerId="ADAL" clId="{BB1EC5F3-9575-4DB7-A81E-A4EDB8BADBBB}" dt="2025-11-12T09:45:59.262" v="658" actId="47"/>
        <pc:sldMkLst>
          <pc:docMk/>
          <pc:sldMk cId="959877351" sldId="460"/>
        </pc:sldMkLst>
        <pc:spChg chg="mod">
          <ac:chgData name="Ahmed Hashem El-Monshed" userId="9838a0a2-a515-498b-b6a4-a4fb6da264fd" providerId="ADAL" clId="{BB1EC5F3-9575-4DB7-A81E-A4EDB8BADBBB}" dt="2025-11-12T09:37:59.703" v="647" actId="207"/>
          <ac:spMkLst>
            <pc:docMk/>
            <pc:sldMk cId="959877351" sldId="460"/>
            <ac:spMk id="7" creationId="{8011CCD0-7C10-4225-2CB3-21469038DCE9}"/>
          </ac:spMkLst>
        </pc:spChg>
      </pc:sldChg>
      <pc:sldChg chg="modSp add del mod">
        <pc:chgData name="Ahmed Hashem El-Monshed" userId="9838a0a2-a515-498b-b6a4-a4fb6da264fd" providerId="ADAL" clId="{BB1EC5F3-9575-4DB7-A81E-A4EDB8BADBBB}" dt="2025-11-12T09:45:57.611" v="657" actId="47"/>
        <pc:sldMkLst>
          <pc:docMk/>
          <pc:sldMk cId="3091109044" sldId="461"/>
        </pc:sldMkLst>
        <pc:spChg chg="mod">
          <ac:chgData name="Ahmed Hashem El-Monshed" userId="9838a0a2-a515-498b-b6a4-a4fb6da264fd" providerId="ADAL" clId="{BB1EC5F3-9575-4DB7-A81E-A4EDB8BADBBB}" dt="2025-11-12T09:38:51.878" v="655" actId="1076"/>
          <ac:spMkLst>
            <pc:docMk/>
            <pc:sldMk cId="3091109044" sldId="461"/>
            <ac:spMk id="7" creationId="{BDE06557-6AE7-245E-F311-BDB2DF9281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4638B-FD58-490D-8585-E913B775988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4F8E-C554-405E-B376-F258D8612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6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69172C6-C4C4-410B-AFF3-11BA2B03F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A7B71A-F077-453E-8961-B5017DDFE4FB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2F1FA1F-C9B0-434C-86AB-CA04A29106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FBF7866-3A4B-4FA3-A446-9A9AFA114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lvl="1" indent="0">
              <a:buFont typeface="+mj-lt"/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7F48-60A7-7E48-B6D7-1E184506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E1670-9DE2-D14A-4F9C-9F8A81255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1A49E-B34C-D3B5-F942-7AFF95D88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35A5-2F35-F5F5-2F12-E0EC2EA6D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15A8-E8CB-4F6E-81E0-C955B92F09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573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15A8-E8CB-4F6E-81E0-C955B92F09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532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4F8E-C554-405E-B376-F258D8612E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7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40EC-8D90-78F3-BF2E-99513E714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00749-1536-F29C-432A-913D2AFF5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1EF2-E7EE-9E17-D241-6931D70E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2E151-E6E7-B004-C91D-0DDEFA77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F317F-AD32-1C50-D75A-8AE6B3E3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5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D0A8-7C98-0D8E-5B23-B1751EEA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DA3C-2181-2B12-84CC-560F8B062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AD488-B240-53F0-EEC2-71B3724D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41D77-428B-95E1-8AE0-8E0526CC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9FAC-D2C3-DD18-3BCB-E0B27EE3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3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B695-E03E-2044-FBD0-914FB6CE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EAE47-3D33-BC36-ECFA-0DE4C5E69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F1E30-2B75-D70B-4F73-BE387A17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8267A-270B-00B3-7E2F-D1677A3C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07E2A-7119-F11B-D90C-48F7E0E6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2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9772-8153-E46D-8F34-4B16A5D0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2156-C734-594D-3E23-B7530DC28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4F9E8-346F-E1DE-7B22-CC9F05D15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FE35-6C30-299B-1E6F-0821B112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63207-1E3F-96A2-2B77-D67969CE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737ED-507B-6C3C-2E78-6DAD6603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1534-564A-A848-32AD-6073A629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977E0-305B-3444-744B-5C22C2B8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A9836-43EC-52F0-93F3-C9F72B8B1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12E50-2516-C6B8-9D9F-94AA59440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13301B-ADDC-6F24-3A61-8425DADDC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BEC1D-082E-DCDD-1769-8410293A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8EE9D-54E4-84CB-EBDC-0DE0A15B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39D46-A258-E417-FDD7-9FBA0D4F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0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9ED4-6CCD-21A7-A89A-7F7EEDA4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962B2-35D0-5DB9-F062-58C496BF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8CEA8-FF78-B5D0-EB5C-5579F727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E33C3-4F08-2C11-7DD3-6DF5D92E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8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A4D5D-EB59-EC8D-9360-B27F0965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6BD01-B050-8AC7-C8D1-C082DB63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33979-3EB6-1274-3D07-39ABA392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7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0EF5-1AD1-D5CE-D5BF-4FBAD157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C168-14F5-2D4E-0979-92D56B25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4A861-8250-7820-0BDB-B30D67EEC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B4057-9274-3FA9-DB02-F246ED58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BF93D-DF32-BD2E-0BF3-DD418D70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CB01E-4D72-7124-FB5A-FF2153B1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2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6731-CA79-E1A5-4F59-9C3EEFB9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3B7F2-087F-9254-E19C-0973691A7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82180-0122-D4EF-86D0-476BDFFCD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41A22-D002-7F18-7C1D-3083471B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EA375-619F-4D72-CB75-08DF7B7C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595EA-ECB5-60CA-355B-FFC5976A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8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B862-C492-D0CA-6BE5-2F2855B4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F96BB-57D9-8FB3-D7EF-12D02CC49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13ECE-285A-2167-CEDB-0C9A1177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B3D6-B463-5375-DE59-9F29864F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E1EC-0712-C3B0-1965-6ED92DFE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6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A1B38-AFC8-9BDD-D476-01A8B3EB2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C369E-1A43-5380-F6B1-C54D7707D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70A5E-E972-55AD-2CFC-C2CA608F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BF9B9-987F-B0B6-1D10-EA4D3B5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18C6E-DA68-F84E-ADBD-7076D528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62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417A3A2-7744-414A-81D8-CDE5C3B2F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69"/>
          <a:stretch/>
        </p:blipFill>
        <p:spPr>
          <a:xfrm>
            <a:off x="0" y="0"/>
            <a:ext cx="12185650" cy="449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11BA24-6384-4CA4-BC52-AD78086A7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3027"/>
            <a:ext cx="9144000" cy="17954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3C04F-974C-4E1B-9BF3-ED22B761B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851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82064-0FD1-483A-A249-F433CBF2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AA1CE-7F8B-49DD-9726-5218509D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33BCD-2EC9-487B-A984-23B5A730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50D1C29-B3BF-4A69-98A7-C343B6FD29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36525"/>
            <a:ext cx="4858933" cy="151193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6B43B5-2018-4993-9358-781F11D2A804}"/>
              </a:ext>
            </a:extLst>
          </p:cNvPr>
          <p:cNvCxnSpPr/>
          <p:nvPr userDrawn="1"/>
        </p:nvCxnSpPr>
        <p:spPr>
          <a:xfrm>
            <a:off x="0" y="4516432"/>
            <a:ext cx="12192000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160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AC8FE8-BCC0-4B47-8CCF-AEAE1B6CCA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69" b="30838"/>
          <a:stretch/>
        </p:blipFill>
        <p:spPr>
          <a:xfrm>
            <a:off x="0" y="0"/>
            <a:ext cx="12185650" cy="1243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7ABF19-236D-452F-9290-556CF6DF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A680E-54C6-4047-B3AE-7456519E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395"/>
            <a:ext cx="10515600" cy="4754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92AC-633C-4E3F-9A07-2FEB96F9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DE931-6F61-46B2-B032-C5E8EC75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C9C1-D3A9-4F52-A620-61F97D12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A0AF14-2D93-4186-8077-0189636E0B70}"/>
              </a:ext>
            </a:extLst>
          </p:cNvPr>
          <p:cNvCxnSpPr/>
          <p:nvPr userDrawn="1"/>
        </p:nvCxnSpPr>
        <p:spPr>
          <a:xfrm>
            <a:off x="0" y="1246979"/>
            <a:ext cx="12192000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5D15024E-8C85-44F0-8015-7169E0A34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43"/>
          <a:stretch/>
        </p:blipFill>
        <p:spPr>
          <a:xfrm>
            <a:off x="110072" y="260650"/>
            <a:ext cx="791166" cy="8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14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D15A-A71C-467B-AE86-601E833A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02FE-78CE-418D-ABB8-2E7287783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648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F8E32-12CC-466A-BFF3-8C72E5AC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6C4A1-8FC1-4737-BAD5-F8C97EE0BA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7001"/>
          <a:stretch/>
        </p:blipFill>
        <p:spPr>
          <a:xfrm>
            <a:off x="-3175" y="-3056"/>
            <a:ext cx="12185650" cy="453239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1CBE8-033E-4613-959F-D18AFA21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6BE7B-190C-4C6C-854A-0569EF30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DEDEA9-E085-437D-B5D6-12A750FB39F4}"/>
              </a:ext>
            </a:extLst>
          </p:cNvPr>
          <p:cNvCxnSpPr/>
          <p:nvPr userDrawn="1"/>
        </p:nvCxnSpPr>
        <p:spPr>
          <a:xfrm>
            <a:off x="0" y="4559950"/>
            <a:ext cx="12192000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F37023A7-47D7-48AF-B709-B0D25FF18A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43"/>
          <a:stretch/>
        </p:blipFill>
        <p:spPr>
          <a:xfrm>
            <a:off x="110072" y="260650"/>
            <a:ext cx="791166" cy="8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88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7F3-7D70-457E-9BFA-96A50C40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0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EC31-9722-4058-A6CD-EE9B5D2AB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6691"/>
            <a:ext cx="5181600" cy="4690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65372-7BCF-4329-80D6-AFFEE84A0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6691"/>
            <a:ext cx="5181600" cy="4690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78F6C-5100-4FB5-AA04-61B5F21A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2E0FA-1172-41E3-8E77-D9E9C934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2B5CB-BCB9-42A3-83BB-3DF2398F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656912-F706-4F51-8DB1-8A3455DC7EC3}"/>
              </a:ext>
            </a:extLst>
          </p:cNvPr>
          <p:cNvCxnSpPr/>
          <p:nvPr userDrawn="1"/>
        </p:nvCxnSpPr>
        <p:spPr>
          <a:xfrm>
            <a:off x="0" y="1243008"/>
            <a:ext cx="12192000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34E8C4E-5D10-4AB1-AA55-A5ED9BC6A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43"/>
          <a:stretch/>
        </p:blipFill>
        <p:spPr>
          <a:xfrm>
            <a:off x="110072" y="260650"/>
            <a:ext cx="791166" cy="896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821C7E-9A53-45BB-8D0C-A30C2D4607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69" b="30838"/>
          <a:stretch/>
        </p:blipFill>
        <p:spPr>
          <a:xfrm>
            <a:off x="0" y="0"/>
            <a:ext cx="12185650" cy="124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9512-F68B-4FAF-A453-536BB5FB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8F2F1-4BE6-487F-BFD3-9BAD605B7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3"/>
            <a:ext cx="5157787" cy="85486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C3611-AE6C-441C-9327-C9E2BB4C0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88372-D388-4A83-98F4-28F5433D2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16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D181C-D6F3-41FA-B734-2DA72DBCF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2C270-25A6-4DD1-A9EE-F4D5BF29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9EB071-8146-4151-A349-866A8649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F3179-A81B-4614-B017-1965AD10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CC0170-7AB0-4615-B593-B377D9A98C84}"/>
              </a:ext>
            </a:extLst>
          </p:cNvPr>
          <p:cNvCxnSpPr/>
          <p:nvPr userDrawn="1"/>
        </p:nvCxnSpPr>
        <p:spPr>
          <a:xfrm>
            <a:off x="0" y="1243008"/>
            <a:ext cx="12192000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BB3D828F-C764-4405-915D-D65FBF4598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43"/>
          <a:stretch/>
        </p:blipFill>
        <p:spPr>
          <a:xfrm>
            <a:off x="110072" y="260650"/>
            <a:ext cx="791166" cy="896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6F12A8-3358-4C71-ABCE-6EF02BEB3A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69" b="30838"/>
          <a:stretch/>
        </p:blipFill>
        <p:spPr>
          <a:xfrm>
            <a:off x="0" y="0"/>
            <a:ext cx="12185650" cy="124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10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D13-F604-414B-9F4B-9C943135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8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E7A70-917D-48F7-8006-1D3EBCC2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4B8DC-CC4C-49B6-B52B-3CDE6DEF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B2499-4D1F-40D5-8C6E-7DEFB25C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F50E10-CB71-4816-B14D-F55CE59A20C5}"/>
              </a:ext>
            </a:extLst>
          </p:cNvPr>
          <p:cNvCxnSpPr/>
          <p:nvPr userDrawn="1"/>
        </p:nvCxnSpPr>
        <p:spPr>
          <a:xfrm>
            <a:off x="0" y="1254124"/>
            <a:ext cx="12192000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89BC23E-854C-48B6-9DB0-91EE85C321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43"/>
          <a:stretch/>
        </p:blipFill>
        <p:spPr>
          <a:xfrm>
            <a:off x="110072" y="260650"/>
            <a:ext cx="791166" cy="896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7478DE-A091-474A-946E-1D66BF85B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69" b="30838"/>
          <a:stretch/>
        </p:blipFill>
        <p:spPr>
          <a:xfrm>
            <a:off x="0" y="0"/>
            <a:ext cx="12185650" cy="124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4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8FB6D-2DCD-429E-B3CA-E9D75D77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9A6A1F-C8D2-4E8F-8B5F-14115382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656AC-28DE-453B-8D72-A21B9D18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81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5BDA-8220-4F77-BDEA-8322B755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7FD2-D01E-4277-9993-A5E462306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183CC-4D34-4728-86EE-07CE61028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4D16C-3F1D-4FCC-9FE3-AA82889E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9CF6A-ADDA-4DD6-99D0-E91B03DD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4A5E-8C0C-485C-BF5A-6C8CB647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96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F230-E0C8-4F6D-8E5E-C563CD58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B4C63-5F6F-421F-86D4-543E9B619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0F886-8696-4A02-921E-09BFF06AF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F755-A75B-4D9C-9DA8-786F04D6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0561B-8548-4432-8228-1EEA25E5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9F78E-2459-4778-B655-985CA6D1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29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BEF9-1301-4B67-A2BE-EF5407AD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02055-8973-4D39-B281-929C221C2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88323-1F3D-4686-8F13-FECE0579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1FF0B-4877-45AD-9E54-8A0B0101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3D00D-5FE0-4927-89F4-78F09F52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870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5C6F36-9FB8-40C2-8A23-4EF611806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54D5A-7E5B-46E6-BEFC-2BC9E018E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07CB6-BFE8-4297-B615-25A2E23B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5B95-AC18-44F1-B702-762A3F3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B42AB-EA2C-4B0B-A798-175D270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A8ED7-72DE-AE6D-EB81-15C64D4C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B889B-C0FD-119B-3DB0-6ED79E9D9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4FCDC-6F3A-257A-03BB-C36BA9DF1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F6573-08D2-49DD-98B3-E9068D5608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442B-E2F4-F68E-5D68-4138A5483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8D475-294B-0658-13E4-CA45652EB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CF34D-B208-45AE-803C-913FFE747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11F7F-58CA-4947-AF3E-386B4819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7D21E-692C-40DD-B3A4-ABCE9694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DE93-2A8C-49C3-A769-8B83860CB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083EA-179B-4EA1-9AC9-8EAC64E2C1C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36455-C2F2-4EEC-A5D9-D0AABE098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07ECE-8DFD-479E-A4A2-0FAD1F699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0D6AB-CC2A-4E91-816D-9B5CEA33A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8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DD5B11-5A68-8CA2-D18F-C537385CC4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F0A9E2-7498-35E0-9EEA-806A206D5E33}"/>
              </a:ext>
            </a:extLst>
          </p:cNvPr>
          <p:cNvSpPr txBox="1"/>
          <p:nvPr/>
        </p:nvSpPr>
        <p:spPr>
          <a:xfrm>
            <a:off x="8003447" y="4862371"/>
            <a:ext cx="418855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gency FB" panose="020B0503020202020204" pitchFamily="34" charset="0"/>
                <a:ea typeface="+mj-ea"/>
                <a:cs typeface="+mj-cs"/>
              </a:rPr>
              <a:t>College of Health &amp; Sport Sciences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gency FB" panose="020B0503020202020204" pitchFamily="34" charset="0"/>
                <a:ea typeface="+mj-ea"/>
                <a:cs typeface="+mj-cs"/>
              </a:rPr>
              <a:t>Department of Nursing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gency FB" panose="020B0503020202020204" pitchFamily="34" charset="0"/>
                <a:ea typeface="+mj-ea"/>
                <a:cs typeface="+mj-cs"/>
              </a:rPr>
              <a:t>NUR </a:t>
            </a:r>
            <a:r>
              <a:rPr lang="en-US" sz="2400" b="1" kern="1200" dirty="0">
                <a:solidFill>
                  <a:srgbClr val="C00000"/>
                </a:solidFill>
                <a:latin typeface="Agency FB" panose="020B0503020202020204" pitchFamily="34" charset="0"/>
                <a:ea typeface="+mj-ea"/>
                <a:cs typeface="+mj-cs"/>
              </a:rPr>
              <a:t>415 (2025-26) – 1</a:t>
            </a:r>
            <a:r>
              <a:rPr lang="en-US" sz="2400" b="1" kern="1200" baseline="30000" dirty="0">
                <a:solidFill>
                  <a:srgbClr val="C00000"/>
                </a:solidFill>
                <a:latin typeface="Agency FB" panose="020B0503020202020204" pitchFamily="34" charset="0"/>
                <a:ea typeface="+mj-ea"/>
                <a:cs typeface="+mj-cs"/>
              </a:rPr>
              <a:t>st</a:t>
            </a:r>
            <a:r>
              <a:rPr lang="en-US" sz="2400" b="1" kern="1200" dirty="0">
                <a:solidFill>
                  <a:srgbClr val="C00000"/>
                </a:solidFill>
                <a:latin typeface="Agency FB" panose="020B0503020202020204" pitchFamily="34" charset="0"/>
                <a:ea typeface="+mj-ea"/>
                <a:cs typeface="+mj-cs"/>
              </a:rPr>
              <a:t> SEM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latin typeface="Agency FB" panose="020B0503020202020204" pitchFamily="34" charset="0"/>
                <a:ea typeface="+mj-ea"/>
                <a:cs typeface="+mj-cs"/>
              </a:rPr>
              <a:t>BSc. Nursing</a:t>
            </a:r>
            <a:endParaRPr lang="en-US" sz="2400" b="1" kern="1200" dirty="0">
              <a:solidFill>
                <a:srgbClr val="C00000"/>
              </a:solidFill>
              <a:latin typeface="Agency FB" panose="020B0503020202020204" pitchFamily="34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B09AD-0CA9-D01E-D17A-45189DB4D3D4}"/>
              </a:ext>
            </a:extLst>
          </p:cNvPr>
          <p:cNvSpPr txBox="1"/>
          <p:nvPr/>
        </p:nvSpPr>
        <p:spPr>
          <a:xfrm>
            <a:off x="97307" y="4718632"/>
            <a:ext cx="35269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gency FB" panose="020B0503020202020204" pitchFamily="34" charset="0"/>
                <a:ea typeface="+mj-ea"/>
                <a:cs typeface="+mj-cs"/>
              </a:rPr>
              <a:t>School Nursing</a:t>
            </a:r>
          </a:p>
        </p:txBody>
      </p:sp>
      <p:pic>
        <p:nvPicPr>
          <p:cNvPr id="1028" name="Picture 4" descr="4th Annual Comer School Nurse Continuing Education Day | Center for  Continuing Medical Education">
            <a:extLst>
              <a:ext uri="{FF2B5EF4-FFF2-40B4-BE49-F238E27FC236}">
                <a16:creationId xmlns:a16="http://schemas.microsoft.com/office/drawing/2014/main" id="{04CC1B60-74B7-6BCB-1F7B-A779ACE44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087" y="4620167"/>
            <a:ext cx="3681297" cy="208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73BA5-C57C-EB56-586C-31D2CADA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CBC1-FCCD-FD65-109B-C28045D56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423189"/>
            <a:ext cx="11893924" cy="487003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6600"/>
                </a:solidFill>
              </a:rPr>
              <a:t>By the end of this session, students will be able to: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Define </a:t>
            </a:r>
            <a:r>
              <a:rPr lang="en-US" sz="1800" b="1" dirty="0"/>
              <a:t>school health nursing</a:t>
            </a:r>
            <a:r>
              <a:rPr lang="en-US" sz="1800" dirty="0"/>
              <a:t> and explain its purpose within the educational and healthcare systems.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Describe the </a:t>
            </a:r>
            <a:r>
              <a:rPr lang="en-US" sz="1800" b="1" dirty="0"/>
              <a:t>historical development</a:t>
            </a:r>
            <a:r>
              <a:rPr lang="en-US" sz="1800" dirty="0"/>
              <a:t> of school nursing, including contributions by </a:t>
            </a:r>
            <a:r>
              <a:rPr lang="en-US" sz="1800" b="1" dirty="0"/>
              <a:t>Lillian Wald</a:t>
            </a:r>
            <a:r>
              <a:rPr lang="en-US" sz="1800" dirty="0"/>
              <a:t> and </a:t>
            </a:r>
            <a:r>
              <a:rPr lang="en-US" sz="1800" b="1" dirty="0"/>
              <a:t>Lina Rogers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Identify the </a:t>
            </a:r>
            <a:r>
              <a:rPr lang="en-US" sz="1800" b="1" dirty="0"/>
              <a:t>core roles and responsibilities</a:t>
            </a:r>
            <a:r>
              <a:rPr lang="en-US" sz="1800" dirty="0"/>
              <a:t> of the school nurse as outlined by the </a:t>
            </a:r>
            <a:r>
              <a:rPr lang="en-US" sz="1800" b="1" dirty="0"/>
              <a:t>American Academy of Pediatrics (AAP, 2016)</a:t>
            </a:r>
            <a:r>
              <a:rPr lang="en-US" sz="1800" dirty="0"/>
              <a:t> and the </a:t>
            </a:r>
            <a:r>
              <a:rPr lang="en-US" sz="1800" b="1" dirty="0"/>
              <a:t>National Association of School Nurses (NASN, 2019)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Explain the key components of the </a:t>
            </a:r>
            <a:r>
              <a:rPr lang="en-US" sz="1800" b="1" dirty="0"/>
              <a:t>Framework for 21st Century School Nursing Practice</a:t>
            </a:r>
            <a:r>
              <a:rPr lang="en-US" sz="1800" dirty="0"/>
              <a:t> and its focus on student-centered, community-based care.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Demonstrate how school nurses manage </a:t>
            </a:r>
            <a:r>
              <a:rPr lang="en-US" sz="1800" b="1" dirty="0"/>
              <a:t>chronic health conditions</a:t>
            </a:r>
            <a:r>
              <a:rPr lang="en-US" sz="1800" dirty="0"/>
              <a:t> (e.g., asthma, diabetes, epilepsy, allergies) through individualized health plans (IHPs) and emergency action plans.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311B9E-8F98-A0FB-B26D-D21C8DB855DF}"/>
              </a:ext>
            </a:extLst>
          </p:cNvPr>
          <p:cNvSpPr txBox="1">
            <a:spLocks/>
          </p:cNvSpPr>
          <p:nvPr/>
        </p:nvSpPr>
        <p:spPr>
          <a:xfrm>
            <a:off x="1154705" y="80010"/>
            <a:ext cx="9144000" cy="122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gency FB" panose="020B0503020202020204" pitchFamily="34" charset="0"/>
                <a:ea typeface="+mj-ea"/>
                <a:cs typeface="Sakkal Majalla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7140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43115-C21D-4126-90AC-9B40CA78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30766"/>
            <a:ext cx="11353800" cy="48700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i="1" dirty="0"/>
              <a:t>Many nursing students are unaware of the diverse career opportunities beyond hospital walls.</a:t>
            </a:r>
          </a:p>
          <a:p>
            <a:pPr>
              <a:lnSpc>
                <a:spcPct val="150000"/>
              </a:lnSpc>
            </a:pPr>
            <a:r>
              <a:rPr lang="en-US" sz="1800" i="1" dirty="0"/>
              <a:t>Community-based nursing roles—such as public health nursing (C/PHN), school nursing, and correctional nursing—are vital parts of publicly funded health systems.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002060"/>
                </a:solidFill>
              </a:rPr>
              <a:t>Remember: </a:t>
            </a:r>
          </a:p>
          <a:p>
            <a:pPr marL="0" indent="0">
              <a:buNone/>
            </a:pPr>
            <a:r>
              <a:rPr lang="en-US" sz="1800" b="1" i="1" dirty="0">
                <a:solidFill>
                  <a:srgbClr val="006600"/>
                </a:solidFill>
              </a:rPr>
              <a:t>Community nurses share several key characteristics:</a:t>
            </a:r>
          </a:p>
          <a:p>
            <a:r>
              <a:rPr lang="en-US" sz="1400" dirty="0"/>
              <a:t>Apply the </a:t>
            </a:r>
            <a:r>
              <a:rPr lang="en-US" sz="1400" b="1" dirty="0"/>
              <a:t>nursing process</a:t>
            </a:r>
            <a:r>
              <a:rPr lang="en-US" sz="1400" dirty="0"/>
              <a:t> to populations or groups rather than individuals.</a:t>
            </a:r>
          </a:p>
          <a:p>
            <a:r>
              <a:rPr lang="en-US" sz="1400" dirty="0"/>
              <a:t>Focus on </a:t>
            </a:r>
            <a:r>
              <a:rPr lang="en-US" sz="1400" b="1" dirty="0"/>
              <a:t>prevention of disease and disability</a:t>
            </a:r>
            <a:r>
              <a:rPr lang="en-US" sz="1400" dirty="0"/>
              <a:t>.</a:t>
            </a:r>
          </a:p>
          <a:p>
            <a:r>
              <a:rPr lang="en-US" sz="1400" dirty="0"/>
              <a:t>Work with </a:t>
            </a:r>
            <a:r>
              <a:rPr lang="en-US" sz="1400" b="1" dirty="0"/>
              <a:t>vulnerable populations</a:t>
            </a:r>
            <a:r>
              <a:rPr lang="en-US" sz="1400" dirty="0"/>
              <a:t>.</a:t>
            </a:r>
          </a:p>
          <a:p>
            <a:r>
              <a:rPr lang="en-US" sz="1400" dirty="0"/>
              <a:t>Emphasize </a:t>
            </a:r>
            <a:r>
              <a:rPr lang="en-US" sz="1400" b="1" dirty="0"/>
              <a:t>population-based care</a:t>
            </a:r>
            <a:r>
              <a:rPr lang="en-US" sz="1400" dirty="0"/>
              <a:t>, collaboration, and networking with agencies and professionals (e.g., mental health workers, correctional officers).</a:t>
            </a:r>
          </a:p>
          <a:p>
            <a:r>
              <a:rPr lang="en-US" sz="1400" dirty="0"/>
              <a:t>Act as </a:t>
            </a:r>
            <a:r>
              <a:rPr lang="en-US" sz="1400" b="1" dirty="0"/>
              <a:t>advocates</a:t>
            </a:r>
            <a:r>
              <a:rPr lang="en-US" sz="1400" dirty="0"/>
              <a:t> for individuals and communities.</a:t>
            </a:r>
          </a:p>
          <a:p>
            <a:r>
              <a:rPr lang="en-US" sz="1400" dirty="0"/>
              <a:t>Must be </a:t>
            </a:r>
            <a:r>
              <a:rPr lang="en-US" sz="1400" b="1" dirty="0"/>
              <a:t>autonomous, flexible, creative thinkers</a:t>
            </a:r>
            <a:r>
              <a:rPr lang="en-US" sz="1400" dirty="0"/>
              <a:t>, and </a:t>
            </a:r>
            <a:r>
              <a:rPr lang="en-US" sz="1400" b="1" dirty="0"/>
              <a:t>self-directed</a:t>
            </a:r>
            <a:r>
              <a:rPr lang="en-US" sz="1400" dirty="0"/>
              <a:t> in planning and delivering evidence-based care.</a:t>
            </a:r>
          </a:p>
          <a:p>
            <a:pPr>
              <a:lnSpc>
                <a:spcPct val="150000"/>
              </a:lnSpc>
            </a:pP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83997B-7F56-42F6-AD51-281195BC1E16}"/>
              </a:ext>
            </a:extLst>
          </p:cNvPr>
          <p:cNvSpPr txBox="1">
            <a:spLocks/>
          </p:cNvSpPr>
          <p:nvPr/>
        </p:nvSpPr>
        <p:spPr>
          <a:xfrm>
            <a:off x="1154705" y="80010"/>
            <a:ext cx="9144000" cy="122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gency FB" panose="020B0503020202020204" pitchFamily="34" charset="0"/>
                <a:ea typeface="+mj-ea"/>
                <a:cs typeface="Sakkal Majalla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263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C1C4-21EF-B3A3-F3EF-7E1C0DF1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31" y="365126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Public Health Nursing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C3E5-4757-4648-EBF8-E6E495687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551184"/>
            <a:ext cx="10903040" cy="475456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Community Settings for Public Health Nursing</a:t>
            </a:r>
          </a:p>
          <a:p>
            <a:pPr marL="566738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6600"/>
                </a:solidFill>
              </a:rPr>
              <a:t>C/PHNs can work in diverse settings, such as: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Schools</a:t>
            </a:r>
            <a:r>
              <a:rPr lang="en-US" sz="2000" dirty="0"/>
              <a:t>, </a:t>
            </a:r>
            <a:r>
              <a:rPr lang="en-US" sz="2000" b="1" dirty="0"/>
              <a:t>public health departments</a:t>
            </a:r>
            <a:r>
              <a:rPr lang="en-US" sz="2000" dirty="0"/>
              <a:t>, and </a:t>
            </a:r>
            <a:r>
              <a:rPr lang="en-US" sz="2000" b="1" dirty="0"/>
              <a:t>local government agencies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Environmental health advocacy</a:t>
            </a:r>
            <a:r>
              <a:rPr lang="en-US" sz="2000" dirty="0"/>
              <a:t> (e.g., transportation, safety policies)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Global health initiatives</a:t>
            </a:r>
            <a:r>
              <a:rPr lang="en-US" sz="2000" dirty="0"/>
              <a:t> (due to globalization and travel)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Home visits</a:t>
            </a:r>
            <a:r>
              <a:rPr lang="en-US" sz="2000" dirty="0"/>
              <a:t> and </a:t>
            </a:r>
            <a:r>
              <a:rPr lang="en-US" sz="2000" b="1" dirty="0"/>
              <a:t>family health education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Geriatric care</a:t>
            </a:r>
            <a:r>
              <a:rPr lang="en-US" sz="2000" dirty="0"/>
              <a:t> (home care, assisted living, long-term facilities)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Correctional facilities</a:t>
            </a:r>
            <a:r>
              <a:rPr lang="en-US" sz="2000" dirty="0"/>
              <a:t>, promoting healthy lifestyles and disease management during incarceration</a:t>
            </a:r>
          </a:p>
        </p:txBody>
      </p:sp>
    </p:spTree>
    <p:extLst>
      <p:ext uri="{BB962C8B-B14F-4D97-AF65-F5344CB8AC3E}">
        <p14:creationId xmlns:p14="http://schemas.microsoft.com/office/powerpoint/2010/main" val="238839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7689B-9117-09E1-BE63-34198B94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0152-8E93-F04E-9B1F-352E7A9C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31" y="365126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Public Health Nursing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D4B4-3136-0BAA-644C-E079FCA2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551184"/>
            <a:ext cx="10903040" cy="475456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Key Functions of the Public Health Nurse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6600"/>
                </a:solidFill>
              </a:rPr>
              <a:t>C/PHNs can work in diverse settings, such as: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Focus on the health of populations rather than individuals.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Reflect the needs and priorities of communities.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Build caring and culturally sensitive relationships.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Are grounded in social justice, compassion, and equity.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Integrate understanding of physical, emotional, social, mental, spiritual, and environmental health.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Base their interventions on epidemiologic evidence.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Use collaborative strategies to achieve results.</a:t>
            </a:r>
          </a:p>
        </p:txBody>
      </p:sp>
    </p:spTree>
    <p:extLst>
      <p:ext uri="{BB962C8B-B14F-4D97-AF65-F5344CB8AC3E}">
        <p14:creationId xmlns:p14="http://schemas.microsoft.com/office/powerpoint/2010/main" val="315414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5D69-3654-F0DC-2918-E37698F6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FB0CB-8A21-DC5D-E982-E879732C7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352" y="3309871"/>
            <a:ext cx="4171682" cy="10303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2060"/>
                </a:solidFill>
                <a:latin typeface="Agency FB" panose="020B0503020202020204" pitchFamily="34" charset="0"/>
              </a:rPr>
              <a:t>School Nursing</a:t>
            </a:r>
          </a:p>
        </p:txBody>
      </p:sp>
      <p:pic>
        <p:nvPicPr>
          <p:cNvPr id="4098" name="Picture 2" descr="4th Annual Comer School Nurse Continuing Education Day | Center for  Continuing Medical Education">
            <a:extLst>
              <a:ext uri="{FF2B5EF4-FFF2-40B4-BE49-F238E27FC236}">
                <a16:creationId xmlns:a16="http://schemas.microsoft.com/office/drawing/2014/main" id="{5840993E-9123-FCC9-B450-84EA579B1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888" y="2009754"/>
            <a:ext cx="4860433" cy="380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30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E2D43-4CFE-EA1F-06BB-90E3578C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9F3D-68AE-1599-BC25-78FE24869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40412-9E6A-FB84-DB4A-1F87F6AB4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551184"/>
            <a:ext cx="10903040" cy="475456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School Nursing</a:t>
            </a:r>
            <a:r>
              <a:rPr lang="en-US" sz="1800" dirty="0"/>
              <a:t> is a </a:t>
            </a:r>
            <a:r>
              <a:rPr lang="en-US" sz="1800" i="1" dirty="0"/>
              <a:t>specialized practice</a:t>
            </a:r>
            <a:r>
              <a:rPr lang="en-US" sz="1800" dirty="0"/>
              <a:t> that supports </a:t>
            </a:r>
            <a:r>
              <a:rPr lang="en-US" sz="1800" b="1" dirty="0"/>
              <a:t>student well-being, academic success, and lifelong achievement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School nurses act as a </a:t>
            </a:r>
            <a:r>
              <a:rPr lang="en-US" sz="1800" b="1" dirty="0"/>
              <a:t>link between school, family, community, and the healthcare system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School nurses are ethical, evidence-based leaders who bridge health and education, coordinate care, and advocate for student-centered systems that promote individual and community potential.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</a:rPr>
              <a:t>Historical Background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1902:</a:t>
            </a:r>
            <a:r>
              <a:rPr lang="en-US" sz="1800" dirty="0"/>
              <a:t> Lillian Wald’s </a:t>
            </a:r>
            <a:r>
              <a:rPr lang="en-US" sz="1800" b="1" dirty="0"/>
              <a:t>Henry Street Settlement</a:t>
            </a:r>
            <a:r>
              <a:rPr lang="en-US" sz="1800" dirty="0"/>
              <a:t> pioneered school nursing in New York.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Lina Rogers</a:t>
            </a:r>
            <a:r>
              <a:rPr lang="en-US" sz="1800" dirty="0"/>
              <a:t> was the first school nurse, conducting home visits to help sick children return to school.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Early school nurses advocated for: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Hot lunch and breakfast programs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Better hygiene and health education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Improved social conditions for families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8046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8C49-EA30-85C2-396B-DDBB0654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ACEF2-9D72-2C8A-0B91-EF32952C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35525-78BE-0E55-4829-3C0E35B09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651" y="2637556"/>
            <a:ext cx="5180349" cy="2900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B119BA-4048-8CBD-F46F-E576F8702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49" y="2434106"/>
            <a:ext cx="6919271" cy="29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0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CAB0-6DA2-F16A-A520-F61BC248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42C4-1CAF-34BC-3E1B-2A5DF3006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9BCF-A754-5E52-8A75-78E2FD803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319364"/>
            <a:ext cx="10903040" cy="475456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Framework for 21st century school nursing practice; National Association for School Nurses. (NASN, 2019).</a:t>
            </a:r>
            <a:endParaRPr lang="ar-BH" sz="2000" b="1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400" b="1" dirty="0"/>
              <a:t>Students – Healthy, Safe, and Ready to Learn.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The framework emphasizes a student-centered and family/community-focused approach.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3E56CD-40B5-66D0-FA6B-03B279C2E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87960"/>
              </p:ext>
            </p:extLst>
          </p:nvPr>
        </p:nvGraphicFramePr>
        <p:xfrm>
          <a:off x="579550" y="3046093"/>
          <a:ext cx="10882648" cy="350075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15172">
                  <a:extLst>
                    <a:ext uri="{9D8B030D-6E8A-4147-A177-3AD203B41FA5}">
                      <a16:colId xmlns:a16="http://schemas.microsoft.com/office/drawing/2014/main" val="1981073247"/>
                    </a:ext>
                  </a:extLst>
                </a:gridCol>
                <a:gridCol w="4470943">
                  <a:extLst>
                    <a:ext uri="{9D8B030D-6E8A-4147-A177-3AD203B41FA5}">
                      <a16:colId xmlns:a16="http://schemas.microsoft.com/office/drawing/2014/main" val="812177249"/>
                    </a:ext>
                  </a:extLst>
                </a:gridCol>
                <a:gridCol w="3996533">
                  <a:extLst>
                    <a:ext uri="{9D8B030D-6E8A-4147-A177-3AD203B41FA5}">
                      <a16:colId xmlns:a16="http://schemas.microsoft.com/office/drawing/2014/main" val="2427324208"/>
                    </a:ext>
                  </a:extLst>
                </a:gridCol>
              </a:tblGrid>
              <a:tr h="272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Domain</a:t>
                      </a:r>
                      <a:endParaRPr lang="en-US" sz="1400" dirty="0"/>
                    </a:p>
                  </a:txBody>
                  <a:tcPr marL="69069" marR="69069" marT="34534" marB="34534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Key Concepts</a:t>
                      </a:r>
                      <a:endParaRPr lang="en-US" sz="1400" dirty="0"/>
                    </a:p>
                  </a:txBody>
                  <a:tcPr marL="69069" marR="69069" marT="34534" marB="34534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Examples of School Nurse Roles/Activities</a:t>
                      </a:r>
                      <a:endParaRPr lang="en-US" sz="1400" dirty="0"/>
                    </a:p>
                  </a:txBody>
                  <a:tcPr marL="69069" marR="69069" marT="34534" marB="34534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39197"/>
                  </a:ext>
                </a:extLst>
              </a:tr>
              <a:tr h="69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1. Care Coordination</a:t>
                      </a:r>
                      <a:endParaRPr lang="en-US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Case management, chronic disease management, interdisciplinary teams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Collaborating with teachers and families to support students with asthma, diabetes, ADHD, etc.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227183671"/>
                  </a:ext>
                </a:extLst>
              </a:tr>
              <a:tr h="69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2. Leadership</a:t>
                      </a:r>
                      <a:endParaRPr lang="en-US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Advocacy, policy development, ethical practice, professional development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Leading health initiatives, influencing school health policies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98968549"/>
                  </a:ext>
                </a:extLst>
              </a:tr>
              <a:tr h="533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3. Quality Improvement</a:t>
                      </a:r>
                      <a:endParaRPr lang="en-US" sz="14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 collection, evaluation, evidence-based practice, documentation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Using student health data to improve care outcomes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237772319"/>
                  </a:ext>
                </a:extLst>
              </a:tr>
              <a:tr h="533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4. Community/Public Health</a:t>
                      </a:r>
                      <a:endParaRPr lang="en-US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Population-based care, screening, health education, emergency preparedness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Conducting vaccination drives, promoting mental health awareness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18420928"/>
                  </a:ext>
                </a:extLst>
              </a:tr>
              <a:tr h="533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5. Standards of Practice</a:t>
                      </a:r>
                      <a:endParaRPr lang="en-US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Clinical competence, ethical practice, legal compliance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Adhering to national nursing standards and scope of practice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937746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13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49FA-4B80-705D-3CBC-E6E3084A6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F996-CF35-08B5-87C7-2A04938B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433F5-68A3-7308-CD7E-DC33B5202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551184"/>
            <a:ext cx="10903040" cy="475456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</a:rPr>
              <a:t>School Nurse Core Responsibilities (AAP, 2016):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6600"/>
                </a:solidFill>
              </a:rPr>
              <a:t>Health Promotion: </a:t>
            </a:r>
            <a:r>
              <a:rPr lang="en-US" sz="1800" dirty="0"/>
              <a:t>Promote the health and well-being of students, families, and school staff.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6600"/>
                </a:solidFill>
              </a:rPr>
              <a:t>Case Management: </a:t>
            </a:r>
            <a:r>
              <a:rPr lang="en-US" sz="1800" dirty="0"/>
              <a:t>a) Manage chronic conditions such as asthma, diabetes, epilepsy, and severe allergies. b) Develop individual health plans (IHPs) and emergency action plans.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6600"/>
                </a:solidFill>
              </a:rPr>
              <a:t>Immunization Monitoring: </a:t>
            </a:r>
            <a:r>
              <a:rPr lang="en-US" sz="1800" dirty="0"/>
              <a:t>Ensure all students are up to date with vaccinations and assist in accessing immunization services.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6600"/>
                </a:solidFill>
              </a:rPr>
              <a:t>Special Education Support: </a:t>
            </a:r>
            <a:r>
              <a:rPr lang="en-US" sz="1800" dirty="0"/>
              <a:t>Collaborate with teachers, parents, and psychologists to design and implement Individualized Education Plans (IEPs) for students with special needs.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6600"/>
                </a:solidFill>
              </a:rPr>
              <a:t>Healthy School Environment: </a:t>
            </a:r>
            <a:r>
              <a:rPr lang="en-US" sz="1800" dirty="0"/>
              <a:t>Work with school staff to ensure Safe playgrounds, Proper nutrition and hygiene, Physical activity programs, and Emergency preparedness. </a:t>
            </a:r>
          </a:p>
        </p:txBody>
      </p:sp>
    </p:spTree>
    <p:extLst>
      <p:ext uri="{BB962C8B-B14F-4D97-AF65-F5344CB8AC3E}">
        <p14:creationId xmlns:p14="http://schemas.microsoft.com/office/powerpoint/2010/main" val="78567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5415-2098-BE9B-3736-41C02D48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F5F4-5AB5-F43C-F22A-C5E8C3B4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E3EF-03BD-A4D1-98AA-47B85643A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551184"/>
            <a:ext cx="10903040" cy="475456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</a:rPr>
              <a:t>School Nurse Core Responsibilities: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rgbClr val="006600"/>
                </a:solidFill>
              </a:rPr>
              <a:t>Community Collaboration</a:t>
            </a:r>
            <a:endParaRPr lang="en-US" sz="1900" dirty="0">
              <a:solidFill>
                <a:srgbClr val="0066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900" dirty="0"/>
              <a:t>Partner with </a:t>
            </a:r>
            <a:r>
              <a:rPr lang="en-US" sz="1900" b="1" dirty="0"/>
              <a:t>public health departments</a:t>
            </a:r>
            <a:r>
              <a:rPr lang="en-US" sz="1900" dirty="0"/>
              <a:t>, </a:t>
            </a:r>
            <a:r>
              <a:rPr lang="en-US" sz="1900" b="1" dirty="0"/>
              <a:t>physicians</a:t>
            </a:r>
            <a:r>
              <a:rPr lang="en-US" sz="1900" dirty="0"/>
              <a:t>, </a:t>
            </a:r>
            <a:r>
              <a:rPr lang="en-US" sz="1900" b="1" dirty="0"/>
              <a:t>dentists</a:t>
            </a:r>
            <a:r>
              <a:rPr lang="en-US" sz="1900" dirty="0"/>
              <a:t>, </a:t>
            </a:r>
            <a:r>
              <a:rPr lang="en-US" sz="1900" b="1" dirty="0"/>
              <a:t>social services</a:t>
            </a:r>
            <a:r>
              <a:rPr lang="en-US" sz="1900" dirty="0"/>
              <a:t>, and </a:t>
            </a:r>
            <a:r>
              <a:rPr lang="en-US" sz="1900" b="1" dirty="0"/>
              <a:t>parent associations</a:t>
            </a:r>
            <a:r>
              <a:rPr lang="en-US" sz="1900" dirty="0"/>
              <a:t> to meet students’ and families’ needs.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rgbClr val="006600"/>
                </a:solidFill>
              </a:rPr>
              <a:t>Screening and Health Education</a:t>
            </a:r>
            <a:endParaRPr lang="en-US" sz="1900" dirty="0">
              <a:solidFill>
                <a:srgbClr val="0066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900" dirty="0"/>
              <a:t>Conduct regular </a:t>
            </a:r>
            <a:r>
              <a:rPr lang="en-US" sz="1900" b="1" dirty="0"/>
              <a:t>screenings</a:t>
            </a:r>
            <a:r>
              <a:rPr lang="en-US" sz="1900" dirty="0"/>
              <a:t> (vision, hearing, growth, BMI, dental, mental health).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Promote </a:t>
            </a:r>
            <a:r>
              <a:rPr lang="en-US" sz="1900" b="1" dirty="0"/>
              <a:t>health and wellness programs</a:t>
            </a:r>
            <a:r>
              <a:rPr lang="en-US" sz="1900" dirty="0"/>
              <a:t> for students and staff.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rgbClr val="006600"/>
                </a:solidFill>
              </a:rPr>
              <a:t>Direct Health Care</a:t>
            </a:r>
            <a:endParaRPr lang="en-US" sz="1900" dirty="0">
              <a:solidFill>
                <a:srgbClr val="0066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900" dirty="0"/>
              <a:t>Work with </a:t>
            </a:r>
            <a:r>
              <a:rPr lang="en-US" sz="1900" b="1" dirty="0"/>
              <a:t>school-based health clinics</a:t>
            </a:r>
            <a:r>
              <a:rPr lang="en-US" sz="1900" dirty="0"/>
              <a:t> to provide direct care to children and families.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Facilitates normal development and promotes positive outcomes through early interventions.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rgbClr val="006600"/>
                </a:solidFill>
              </a:rPr>
              <a:t>Coordinated School Health Programs</a:t>
            </a:r>
            <a:endParaRPr lang="en-US" sz="1900" dirty="0">
              <a:solidFill>
                <a:srgbClr val="0066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900" dirty="0"/>
              <a:t>Lead and support comprehensive programs combining health education, nutrition, counseling, and family/community involvement.</a:t>
            </a:r>
          </a:p>
        </p:txBody>
      </p:sp>
    </p:spTree>
    <p:extLst>
      <p:ext uri="{BB962C8B-B14F-4D97-AF65-F5344CB8AC3E}">
        <p14:creationId xmlns:p14="http://schemas.microsoft.com/office/powerpoint/2010/main" val="4288688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E78A-06B0-4028-C439-48D8E4D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58DE-F116-DFEC-B242-E9E291D27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DF7B9-D984-910B-FC66-43E522C0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28" y="1385918"/>
            <a:ext cx="5358080" cy="5472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B05E57-8665-42A7-E9C3-945F6809A9CE}"/>
              </a:ext>
            </a:extLst>
          </p:cNvPr>
          <p:cNvSpPr txBox="1"/>
          <p:nvPr/>
        </p:nvSpPr>
        <p:spPr>
          <a:xfrm>
            <a:off x="402465" y="1682050"/>
            <a:ext cx="6111024" cy="4188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6600"/>
                </a:solidFill>
              </a:rPr>
              <a:t>The Whole School, Whole Community, Whole Child (WSCC)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Developed by the </a:t>
            </a:r>
            <a:r>
              <a:rPr lang="en-US" sz="2000" b="1" dirty="0"/>
              <a:t>Centers for Disease Control and Prevention (CDC, 2016)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WSCC model emphasizes that the </a:t>
            </a:r>
            <a:r>
              <a:rPr lang="en-US" sz="2000" b="1" dirty="0"/>
              <a:t>child’s health, learning, and development</a:t>
            </a:r>
            <a:r>
              <a:rPr lang="en-US" sz="2000" dirty="0"/>
              <a:t> are inseparable — and that the </a:t>
            </a:r>
            <a:r>
              <a:rPr lang="en-US" sz="2000" b="1" dirty="0"/>
              <a:t>school and community must work together</a:t>
            </a:r>
            <a:r>
              <a:rPr lang="en-US" sz="2000" dirty="0"/>
              <a:t> to support every child.</a:t>
            </a:r>
          </a:p>
        </p:txBody>
      </p:sp>
    </p:spTree>
    <p:extLst>
      <p:ext uri="{BB962C8B-B14F-4D97-AF65-F5344CB8AC3E}">
        <p14:creationId xmlns:p14="http://schemas.microsoft.com/office/powerpoint/2010/main" val="3660478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C202E-EFCB-CA7B-3093-50D5CD55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509D-B4F9-35C4-6367-F22B3524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99180-B727-F3EF-A660-D0EED5DD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457" y="0"/>
            <a:ext cx="2200543" cy="224736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57D05A-51EF-FE5E-E521-2798113C1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17752"/>
              </p:ext>
            </p:extLst>
          </p:nvPr>
        </p:nvGraphicFramePr>
        <p:xfrm>
          <a:off x="605307" y="2286335"/>
          <a:ext cx="11024316" cy="441550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4520485">
                  <a:extLst>
                    <a:ext uri="{9D8B030D-6E8A-4147-A177-3AD203B41FA5}">
                      <a16:colId xmlns:a16="http://schemas.microsoft.com/office/drawing/2014/main" val="2006595782"/>
                    </a:ext>
                  </a:extLst>
                </a:gridCol>
                <a:gridCol w="6503831">
                  <a:extLst>
                    <a:ext uri="{9D8B030D-6E8A-4147-A177-3AD203B41FA5}">
                      <a16:colId xmlns:a16="http://schemas.microsoft.com/office/drawing/2014/main" val="3726006604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Component</a:t>
                      </a:r>
                      <a:endParaRPr lang="en-US" sz="160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Focus</a:t>
                      </a:r>
                      <a:endParaRPr lang="en-US" sz="160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98337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1. Health Education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Teaching students healthy behaviors and prevention strategies.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71385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2. Physical Education &amp; Physical Activity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Promoting movement, exercise, and fitness.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75901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3. Nutrition Environment &amp; Services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Providing healthy meals and nutrition education.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826668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4. Health Services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Delivering screenings, immunizations, and emergency care.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0579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5. Counseling, Psychological &amp; Social Services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Addressing emotional and behavioral needs.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03045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6. Social &amp; Emotional Climate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Fostering a safe, respectful, and supportive atmosphere.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700579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7. Physical Environment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Maintaining clean, safe, and healthy school facilities.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23217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8. Employee Wellness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Supporting the health and well-being of school staff.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34047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9. Family Engagement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Involving families in student learning and health decisions.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84612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10. Community Involvement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Collaborating with community organizations and health agencies.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7110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230FDA-8A39-A5F4-9DD8-D8899E844BE4}"/>
              </a:ext>
            </a:extLst>
          </p:cNvPr>
          <p:cNvSpPr txBox="1"/>
          <p:nvPr/>
        </p:nvSpPr>
        <p:spPr>
          <a:xfrm>
            <a:off x="698679" y="1421921"/>
            <a:ext cx="87544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6600"/>
                </a:solidFill>
              </a:rPr>
              <a:t>The WSCC framework includes 10 key components that integrate health and education:</a:t>
            </a:r>
          </a:p>
        </p:txBody>
      </p:sp>
    </p:spTree>
    <p:extLst>
      <p:ext uri="{BB962C8B-B14F-4D97-AF65-F5344CB8AC3E}">
        <p14:creationId xmlns:p14="http://schemas.microsoft.com/office/powerpoint/2010/main" val="2237703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56AE-6810-C039-6B71-0E846727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DCE5-3F53-4F0F-EF24-D8557B33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86714-1C74-9570-D788-FB6D1894B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505" y="1712890"/>
            <a:ext cx="4281286" cy="4372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57BF80-D0BB-48BC-4534-6FB3F2FAA51E}"/>
              </a:ext>
            </a:extLst>
          </p:cNvPr>
          <p:cNvSpPr txBox="1"/>
          <p:nvPr/>
        </p:nvSpPr>
        <p:spPr>
          <a:xfrm>
            <a:off x="402464" y="1682050"/>
            <a:ext cx="7234707" cy="461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6600"/>
                </a:solidFill>
              </a:rPr>
              <a:t>The School Nurse’s Role within the WSCC Model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The school nurse contributes to the WSCC model by: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Acting as a </a:t>
            </a:r>
            <a:r>
              <a:rPr lang="en-US" b="1" dirty="0"/>
              <a:t>liaison</a:t>
            </a:r>
            <a:r>
              <a:rPr lang="en-US" dirty="0"/>
              <a:t> among school, family, and community health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Promoting </a:t>
            </a:r>
            <a:r>
              <a:rPr lang="en-US" b="1" dirty="0"/>
              <a:t>comprehensive health education and services</a:t>
            </a:r>
            <a:r>
              <a:rPr lang="en-US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Coordinating </a:t>
            </a:r>
            <a:r>
              <a:rPr lang="en-US" b="1" dirty="0"/>
              <a:t>case management</a:t>
            </a:r>
            <a:r>
              <a:rPr lang="en-US" dirty="0"/>
              <a:t> for students with chronic illnesses.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Advocating for </a:t>
            </a:r>
            <a:r>
              <a:rPr lang="en-US" b="1" dirty="0"/>
              <a:t>safe and healthy school environments</a:t>
            </a:r>
            <a:r>
              <a:rPr lang="en-US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Supporting </a:t>
            </a:r>
            <a:r>
              <a:rPr lang="en-US" b="1" dirty="0"/>
              <a:t>mental health and wellness initiatives</a:t>
            </a:r>
            <a:r>
              <a:rPr lang="en-US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Leading or co-leading </a:t>
            </a:r>
            <a:r>
              <a:rPr lang="en-US" b="1" dirty="0"/>
              <a:t>coordinated school health programs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CACF-E834-A208-A31D-C10D0FA2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252C-403E-3497-3C90-00204B8A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CF442-02D9-5094-85F6-9033E4547B96}"/>
              </a:ext>
            </a:extLst>
          </p:cNvPr>
          <p:cNvSpPr txBox="1"/>
          <p:nvPr/>
        </p:nvSpPr>
        <p:spPr>
          <a:xfrm>
            <a:off x="567056" y="1499170"/>
            <a:ext cx="11356720" cy="502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6600"/>
                </a:solidFill>
              </a:rPr>
              <a:t>Major Chronic Conditions Managed by School Nurses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1. Asthma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</a:t>
            </a:r>
            <a:r>
              <a:rPr lang="en-US" sz="2000" b="1" dirty="0"/>
              <a:t>most common chronic disease in children</a:t>
            </a:r>
            <a:r>
              <a:rPr lang="en-US" sz="2000" dirty="0"/>
              <a:t>, leading to over </a:t>
            </a:r>
            <a:r>
              <a:rPr lang="en-US" sz="2000" b="1" dirty="0"/>
              <a:t>13 million missed school days annually</a:t>
            </a:r>
            <a:r>
              <a:rPr lang="en-US" sz="2000" dirty="0"/>
              <a:t> (Everhart et al., 2018).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Symptoms:</a:t>
            </a:r>
            <a:r>
              <a:rPr lang="en-US" sz="2000" dirty="0"/>
              <a:t> Wheezing, chest tightness, shortness of breath, and fatigue.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Environmental triggers:</a:t>
            </a:r>
            <a:r>
              <a:rPr lang="en-US" sz="2000" dirty="0"/>
              <a:t> Mold, allergens, poor air quality, and dust.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School nurse roles: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 and monitor </a:t>
            </a:r>
            <a:r>
              <a:rPr lang="en-US" b="1" dirty="0"/>
              <a:t>Asthma Action Plans</a:t>
            </a:r>
            <a:r>
              <a:rPr lang="en-US" dirty="0"/>
              <a:t> in collaboration with families and physicians.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Educate students on </a:t>
            </a:r>
            <a:r>
              <a:rPr lang="en-US" b="1" dirty="0"/>
              <a:t>inhaler use and trigger avoidance</a:t>
            </a:r>
            <a:r>
              <a:rPr lang="en-US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Monitor medication adherence and emergency response protocols.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 teachers and staff in asthma management and emergency procedures.</a:t>
            </a:r>
          </a:p>
        </p:txBody>
      </p:sp>
    </p:spTree>
    <p:extLst>
      <p:ext uri="{BB962C8B-B14F-4D97-AF65-F5344CB8AC3E}">
        <p14:creationId xmlns:p14="http://schemas.microsoft.com/office/powerpoint/2010/main" val="84329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875C-211F-99AD-D449-254797180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B4E9-4CCF-A7DD-89C0-C5AB5C4E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0F7FC-76FC-1111-E320-D274AA0E2E3E}"/>
              </a:ext>
            </a:extLst>
          </p:cNvPr>
          <p:cNvSpPr txBox="1"/>
          <p:nvPr/>
        </p:nvSpPr>
        <p:spPr>
          <a:xfrm>
            <a:off x="567056" y="1407730"/>
            <a:ext cx="11356720" cy="521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6600"/>
                </a:solidFill>
              </a:rPr>
              <a:t>Major Chronic Conditions Managed by School Nurses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2. Diabetes</a:t>
            </a:r>
          </a:p>
          <a:p>
            <a:pPr>
              <a:lnSpc>
                <a:spcPct val="150000"/>
              </a:lnSpc>
            </a:pPr>
            <a:r>
              <a:rPr lang="en-US" dirty="0"/>
              <a:t>About </a:t>
            </a:r>
            <a:r>
              <a:rPr lang="en-US" b="1" dirty="0"/>
              <a:t>208,000 children and adolescents</a:t>
            </a:r>
            <a:r>
              <a:rPr lang="en-US" dirty="0"/>
              <a:t> live with diabetes in the U.S. (NASN, 2017).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Types: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Type 1:</a:t>
            </a:r>
            <a:r>
              <a:rPr lang="en-US" dirty="0"/>
              <a:t> Autoimmune, requiring insulin therapy.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Type 2:</a:t>
            </a:r>
            <a:r>
              <a:rPr lang="en-US" dirty="0"/>
              <a:t> Often associated with obesity and sedentary lifestyle.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School nurse responsibilities: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 </a:t>
            </a:r>
            <a:r>
              <a:rPr lang="en-US" b="1" dirty="0"/>
              <a:t>Diabetes Medical Management Plans</a:t>
            </a:r>
            <a:r>
              <a:rPr lang="en-US" dirty="0"/>
              <a:t> (DMMPs).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</a:t>
            </a:r>
            <a:r>
              <a:rPr lang="en-US" b="1" dirty="0"/>
              <a:t>care coordination, training, and delegation</a:t>
            </a:r>
            <a:r>
              <a:rPr lang="en-US" dirty="0"/>
              <a:t> for diabetes care tasks.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Educate teachers and classmates to assist in emergencies.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and respond to </a:t>
            </a:r>
            <a:r>
              <a:rPr lang="en-US" b="1" dirty="0"/>
              <a:t>hypoglycemia or hyperglycemia</a:t>
            </a:r>
            <a:r>
              <a:rPr lang="en-US" dirty="0"/>
              <a:t> immediately.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Promote </a:t>
            </a:r>
            <a:r>
              <a:rPr lang="en-US" b="1" dirty="0"/>
              <a:t>healthy lifestyle habits</a:t>
            </a:r>
            <a:r>
              <a:rPr lang="en-US" dirty="0"/>
              <a:t> to prevent Type 2 diabetes.</a:t>
            </a:r>
          </a:p>
        </p:txBody>
      </p:sp>
    </p:spTree>
    <p:extLst>
      <p:ext uri="{BB962C8B-B14F-4D97-AF65-F5344CB8AC3E}">
        <p14:creationId xmlns:p14="http://schemas.microsoft.com/office/powerpoint/2010/main" val="51376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17AA-0AC0-A546-EECB-5A8ED659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9C40-493D-7C89-25BB-24DA8BF3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702CA-45F7-0A22-E116-97C62266C29E}"/>
              </a:ext>
            </a:extLst>
          </p:cNvPr>
          <p:cNvSpPr txBox="1"/>
          <p:nvPr/>
        </p:nvSpPr>
        <p:spPr>
          <a:xfrm>
            <a:off x="457328" y="1535746"/>
            <a:ext cx="11356720" cy="483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6600"/>
                </a:solidFill>
              </a:rPr>
              <a:t>Major Chronic Conditions Managed by School Nurses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3. </a:t>
            </a:r>
            <a:r>
              <a:rPr lang="en-US" sz="2400" b="1" dirty="0">
                <a:solidFill>
                  <a:srgbClr val="002060"/>
                </a:solidFill>
              </a:rPr>
              <a:t>Seizure Disorders (Epilepsy)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Caused by abnormal brain activity resulting in seizures.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Most cases</a:t>
            </a:r>
            <a:r>
              <a:rPr lang="en-US" sz="2000" dirty="0"/>
              <a:t> controlled with medication, surgery, or specialized diets.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School nurse roles: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Ensure </a:t>
            </a:r>
            <a:r>
              <a:rPr lang="en-US" sz="2000" b="1" dirty="0"/>
              <a:t>medication compliance</a:t>
            </a:r>
            <a:r>
              <a:rPr lang="en-US" sz="2000" dirty="0"/>
              <a:t> and proper documentation.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Train teachers and peers in </a:t>
            </a:r>
            <a:r>
              <a:rPr lang="en-US" sz="2000" b="1" dirty="0"/>
              <a:t>first aid for seizures</a:t>
            </a:r>
            <a:r>
              <a:rPr lang="en-US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Promote empathy and reduce bullying or stigma.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 </a:t>
            </a:r>
            <a:r>
              <a:rPr lang="en-US" sz="2000" b="1" dirty="0"/>
              <a:t>Emergency Seizure Action Plans</a:t>
            </a:r>
            <a:r>
              <a:rPr lang="en-US" sz="2000" dirty="0"/>
              <a:t> and educate unlicensed assistive personnel (UAP) on safe medication administration (e.g., </a:t>
            </a:r>
            <a:r>
              <a:rPr lang="en-US" sz="2000" dirty="0" err="1"/>
              <a:t>Diastat</a:t>
            </a:r>
            <a:r>
              <a:rPr lang="en-US" sz="2000" dirty="0"/>
              <a:t>, midazolam).</a:t>
            </a:r>
          </a:p>
        </p:txBody>
      </p:sp>
    </p:spTree>
    <p:extLst>
      <p:ext uri="{BB962C8B-B14F-4D97-AF65-F5344CB8AC3E}">
        <p14:creationId xmlns:p14="http://schemas.microsoft.com/office/powerpoint/2010/main" val="160444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B798-2E10-5F03-D879-CEB318339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2541-E2F7-6520-8149-0BBE55A81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9A2B2-8D78-FB5A-2C14-C267EE70FD2B}"/>
              </a:ext>
            </a:extLst>
          </p:cNvPr>
          <p:cNvSpPr txBox="1"/>
          <p:nvPr/>
        </p:nvSpPr>
        <p:spPr>
          <a:xfrm>
            <a:off x="493904" y="1682050"/>
            <a:ext cx="11356720" cy="4465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6600"/>
                </a:solidFill>
              </a:rPr>
              <a:t>Major Chronic Conditions Managed by School Nurses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</a:rPr>
              <a:t>4. </a:t>
            </a:r>
            <a:r>
              <a:rPr lang="en-US" sz="2800" b="1" dirty="0">
                <a:solidFill>
                  <a:srgbClr val="002060"/>
                </a:solidFill>
              </a:rPr>
              <a:t>Food Allergies and Anaphylaxis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Affect approximately </a:t>
            </a:r>
            <a:r>
              <a:rPr lang="en-US" sz="2000" b="1" dirty="0"/>
              <a:t>5.9 million school-aged children</a:t>
            </a:r>
            <a:r>
              <a:rPr lang="en-US" sz="2000" dirty="0"/>
              <a:t> (FARE, 2018).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Common triggers:</a:t>
            </a:r>
            <a:r>
              <a:rPr lang="en-US" sz="2000" dirty="0"/>
              <a:t> Peanuts, tree nuts, shellfish, milk, eggs, soy, wheat, and fish.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School nurse duties: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 </a:t>
            </a:r>
            <a:r>
              <a:rPr lang="en-US" sz="2000" b="1" dirty="0"/>
              <a:t>Allergy and Anaphylaxis Emergency Plans</a:t>
            </a:r>
            <a:r>
              <a:rPr lang="en-US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Ensure availability of </a:t>
            </a:r>
            <a:r>
              <a:rPr lang="en-US" sz="2000" b="1" dirty="0"/>
              <a:t>epinephrine auto-injectors (EpiPen)</a:t>
            </a:r>
            <a:r>
              <a:rPr lang="en-US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Train teachers, cafeteria staff, and bus drivers on emergency response.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Collaborate with families and school staff to minimize allergen exposure.</a:t>
            </a:r>
          </a:p>
        </p:txBody>
      </p:sp>
    </p:spTree>
    <p:extLst>
      <p:ext uri="{BB962C8B-B14F-4D97-AF65-F5344CB8AC3E}">
        <p14:creationId xmlns:p14="http://schemas.microsoft.com/office/powerpoint/2010/main" val="1730748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FDD5-4190-73FD-1957-6135FAEB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0C96-147F-0B39-E726-72D95C25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687" y="390883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Sakkal Majalla"/>
              </a:rPr>
              <a:t>School Nursing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4B9D7-AA51-188E-5607-4A37EDC810CC}"/>
              </a:ext>
            </a:extLst>
          </p:cNvPr>
          <p:cNvSpPr txBox="1"/>
          <p:nvPr/>
        </p:nvSpPr>
        <p:spPr>
          <a:xfrm>
            <a:off x="493904" y="1682050"/>
            <a:ext cx="11356720" cy="4564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6600"/>
                </a:solidFill>
              </a:rPr>
              <a:t>Major Chronic Conditions Managed by School Nurses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</a:rPr>
              <a:t>5. Behavioral and Learning Disorders</a:t>
            </a:r>
          </a:p>
          <a:p>
            <a:pPr>
              <a:lnSpc>
                <a:spcPct val="150000"/>
              </a:lnSpc>
            </a:pPr>
            <a:r>
              <a:rPr lang="en-US" dirty="0"/>
              <a:t>Emotional, behavioral, and intellectual problems affect </a:t>
            </a:r>
            <a:r>
              <a:rPr lang="en-US" b="1" dirty="0"/>
              <a:t>10–15%</a:t>
            </a:r>
            <a:r>
              <a:rPr lang="en-US" dirty="0"/>
              <a:t> of children worldwide (NIMH, 2018).</a:t>
            </a:r>
          </a:p>
          <a:p>
            <a:pPr>
              <a:lnSpc>
                <a:spcPct val="150000"/>
              </a:lnSpc>
            </a:pPr>
            <a:r>
              <a:rPr lang="en-US" dirty="0"/>
              <a:t>Common conditions: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ADHD</a:t>
            </a:r>
            <a:r>
              <a:rPr lang="en-US" dirty="0"/>
              <a:t>, Oppositional Defiant Disorder, Bipolar Disorder, and early-onset Schizophrenia.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School nurse responsibilities: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Early identification and </a:t>
            </a:r>
            <a:r>
              <a:rPr lang="en-US" b="1" dirty="0"/>
              <a:t>referral to mental health services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Advocate for counseling, behavioral therapy, and medication monitoring.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 with teachers and families to develop </a:t>
            </a:r>
            <a:r>
              <a:rPr lang="en-US" b="1" dirty="0"/>
              <a:t>supportive learning environments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Educate staff and students on mental health awareness and empathy.</a:t>
            </a:r>
          </a:p>
        </p:txBody>
      </p:sp>
    </p:spTree>
    <p:extLst>
      <p:ext uri="{BB962C8B-B14F-4D97-AF65-F5344CB8AC3E}">
        <p14:creationId xmlns:p14="http://schemas.microsoft.com/office/powerpoint/2010/main" val="1574992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2276-D55D-E625-6B0F-6277EA00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667" y="342548"/>
            <a:ext cx="10515600" cy="706438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B850C-46DF-3AEA-7642-70B8E5CB4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649" y="2277533"/>
            <a:ext cx="9675813" cy="2311400"/>
          </a:xfrm>
        </p:spPr>
        <p:txBody>
          <a:bodyPr>
            <a:normAutofit fontScale="92500"/>
          </a:bodyPr>
          <a:lstStyle/>
          <a:p>
            <a:pPr marL="854075" indent="-6858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Rector, C. L. (2018)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</a:rPr>
              <a:t>. Community Health Nursing:  Promotion &amp; Protecting the Public’s Health.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9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ed. Philadelphia: Wolters Kluwer Lippincott Williams and Wilkins.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54075" indent="-6858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Robinson, M.,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Coehlo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D. P., &amp; Smith, P. S. (2022).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Family health care nursing : theory, practice, and research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(7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edition).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F.A. Davis Company.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718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89A2C2F-6DA8-4912-9BF8-223D91E9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4949"/>
            <a:ext cx="9144000" cy="1655762"/>
          </a:xfrm>
        </p:spPr>
        <p:txBody>
          <a:bodyPr>
            <a:normAutofit/>
          </a:bodyPr>
          <a:lstStyle/>
          <a:p>
            <a:r>
              <a:rPr lang="en-US" sz="9600" b="1" dirty="0">
                <a:latin typeface="Edwardian Script ITC" panose="030303020407070D08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1556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87E34"/>
      </a:accent1>
      <a:accent2>
        <a:srgbClr val="C3AA62"/>
      </a:accent2>
      <a:accent3>
        <a:srgbClr val="D9C793"/>
      </a:accent3>
      <a:accent4>
        <a:srgbClr val="D8D4BA"/>
      </a:accent4>
      <a:accent5>
        <a:srgbClr val="969696"/>
      </a:accent5>
      <a:accent6>
        <a:srgbClr val="BFBFBF"/>
      </a:accent6>
      <a:hlink>
        <a:srgbClr val="0563C1"/>
      </a:hlink>
      <a:folHlink>
        <a:srgbClr val="954F72"/>
      </a:folHlink>
    </a:clrScheme>
    <a:fontScheme name="Custom 4">
      <a:majorFont>
        <a:latin typeface="Lucida Sans"/>
        <a:ea typeface=""/>
        <a:cs typeface="Sakkal Majalla"/>
      </a:majorFont>
      <a:minorFont>
        <a:latin typeface="Lucida Sans"/>
        <a:ea typeface=""/>
        <a:cs typeface="Sakkal Majall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63899EB7218148ABC9BC5B0430BABF" ma:contentTypeVersion="0" ma:contentTypeDescription="Create a new document." ma:contentTypeScope="" ma:versionID="55ce4a50c4cdcf9ac8a474fe6390b72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8EF084-4B09-4CE0-A437-BDB249F3165B}"/>
</file>

<file path=customXml/itemProps2.xml><?xml version="1.0" encoding="utf-8"?>
<ds:datastoreItem xmlns:ds="http://schemas.openxmlformats.org/officeDocument/2006/customXml" ds:itemID="{A2A3B3C9-47A1-4D67-B128-AD78C1E67789}"/>
</file>

<file path=customXml/itemProps3.xml><?xml version="1.0" encoding="utf-8"?>
<ds:datastoreItem xmlns:ds="http://schemas.openxmlformats.org/officeDocument/2006/customXml" ds:itemID="{F251F747-29E8-4DA0-9F29-C49AB7E3E7D4}"/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9637</TotalTime>
  <Words>1864</Words>
  <Application>Microsoft Office PowerPoint</Application>
  <PresentationFormat>Widescreen</PresentationFormat>
  <Paragraphs>196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Agency FB</vt:lpstr>
      <vt:lpstr>Arial</vt:lpstr>
      <vt:lpstr>Calibri</vt:lpstr>
      <vt:lpstr>Calibri Light</vt:lpstr>
      <vt:lpstr>Edwardian Script ITC</vt:lpstr>
      <vt:lpstr>Lucida Sans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Public Health Nursing</vt:lpstr>
      <vt:lpstr>Public Health Nursing</vt:lpstr>
      <vt:lpstr>PowerPoint Presentation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School Nursing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Violence Affecting Families</dc:title>
  <dc:creator>Ahmed Hashem Elsayed Elmonshed</dc:creator>
  <cp:lastModifiedBy>Dr.TOQA JAMEEL ABBAS BUSEBAIA</cp:lastModifiedBy>
  <cp:revision>3</cp:revision>
  <dcterms:created xsi:type="dcterms:W3CDTF">2023-10-18T05:49:45Z</dcterms:created>
  <dcterms:modified xsi:type="dcterms:W3CDTF">2026-09-07T07:44:16Z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0x010100B763899EB7218148ABC9BC5B0430BABF</vt:lpwstr>
  </property>
</Properties>
</file>