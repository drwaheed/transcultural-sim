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ommentAuthors.xml" ContentType="application/vnd.openxmlformats-officedocument.presentationml.commentAuthor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15.xml" ContentType="application/vnd.openxmlformats-officedocument.drawingml.diagramColors+xml"/>
  <Override PartName="/ppt/diagrams/colors16.xml" ContentType="application/vnd.openxmlformats-officedocument.drawingml.diagramColors+xml"/>
  <Override PartName="/ppt/diagrams/colors17.xml" ContentType="application/vnd.openxmlformats-officedocument.drawingml.diagramColors+xml"/>
  <Override PartName="/ppt/diagrams/colors18.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16.xml" ContentType="application/vnd.openxmlformats-officedocument.drawingml.diagramData+xml"/>
  <Override PartName="/ppt/diagrams/data17.xml" ContentType="application/vnd.openxmlformats-officedocument.drawingml.diagramData+xml"/>
  <Override PartName="/ppt/diagrams/data18.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15.xml" ContentType="application/vnd.ms-office.drawingml.diagramDrawing+xml"/>
  <Override PartName="/ppt/diagrams/drawing16.xml" ContentType="application/vnd.ms-office.drawingml.diagramDrawing+xml"/>
  <Override PartName="/ppt/diagrams/drawing17.xml" ContentType="application/vnd.ms-office.drawingml.diagramDrawing+xml"/>
  <Override PartName="/ppt/diagrams/drawing18.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15.xml" ContentType="application/vnd.openxmlformats-officedocument.drawingml.diagramLayout+xml"/>
  <Override PartName="/ppt/diagrams/layout16.xml" ContentType="application/vnd.openxmlformats-officedocument.drawingml.diagramLayout+xml"/>
  <Override PartName="/ppt/diagrams/layout17.xml" ContentType="application/vnd.openxmlformats-officedocument.drawingml.diagramLayout+xml"/>
  <Override PartName="/ppt/diagrams/layout18.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15.xml" ContentType="application/vnd.openxmlformats-officedocument.drawingml.diagramStyle+xml"/>
  <Override PartName="/ppt/diagrams/quickStyle16.xml" ContentType="application/vnd.openxmlformats-officedocument.drawingml.diagramStyle+xml"/>
  <Override PartName="/ppt/diagrams/quickStyle17.xml" ContentType="application/vnd.openxmlformats-officedocument.drawingml.diagramStyle+xml"/>
  <Override PartName="/ppt/diagrams/quickStyle18.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2" r:id="rId1"/>
    <p:sldMasterId id="2147484044" r:id="rId2"/>
  </p:sldMasterIdLst>
  <p:notesMasterIdLst>
    <p:notesMasterId r:id="rId66"/>
  </p:notesMasterIdLst>
  <p:sldIdLst>
    <p:sldId id="369" r:id="rId3"/>
    <p:sldId id="357" r:id="rId4"/>
    <p:sldId id="371" r:id="rId5"/>
    <p:sldId id="368" r:id="rId6"/>
    <p:sldId id="372" r:id="rId7"/>
    <p:sldId id="373" r:id="rId8"/>
    <p:sldId id="374" r:id="rId9"/>
    <p:sldId id="456" r:id="rId10"/>
    <p:sldId id="457" r:id="rId11"/>
    <p:sldId id="375" r:id="rId12"/>
    <p:sldId id="376" r:id="rId13"/>
    <p:sldId id="377" r:id="rId14"/>
    <p:sldId id="378" r:id="rId15"/>
    <p:sldId id="444" r:id="rId16"/>
    <p:sldId id="445" r:id="rId17"/>
    <p:sldId id="388" r:id="rId18"/>
    <p:sldId id="458" r:id="rId19"/>
    <p:sldId id="459" r:id="rId20"/>
    <p:sldId id="460" r:id="rId21"/>
    <p:sldId id="461" r:id="rId22"/>
    <p:sldId id="462" r:id="rId23"/>
    <p:sldId id="397" r:id="rId24"/>
    <p:sldId id="396" r:id="rId25"/>
    <p:sldId id="400" r:id="rId26"/>
    <p:sldId id="463" r:id="rId27"/>
    <p:sldId id="464" r:id="rId28"/>
    <p:sldId id="465" r:id="rId29"/>
    <p:sldId id="466" r:id="rId30"/>
    <p:sldId id="467" r:id="rId31"/>
    <p:sldId id="468" r:id="rId32"/>
    <p:sldId id="469" r:id="rId33"/>
    <p:sldId id="407" r:id="rId34"/>
    <p:sldId id="410" r:id="rId35"/>
    <p:sldId id="411" r:id="rId36"/>
    <p:sldId id="470" r:id="rId37"/>
    <p:sldId id="471" r:id="rId38"/>
    <p:sldId id="383" r:id="rId39"/>
    <p:sldId id="380" r:id="rId40"/>
    <p:sldId id="418" r:id="rId41"/>
    <p:sldId id="423" r:id="rId42"/>
    <p:sldId id="424" r:id="rId43"/>
    <p:sldId id="425" r:id="rId44"/>
    <p:sldId id="426" r:id="rId45"/>
    <p:sldId id="429" r:id="rId46"/>
    <p:sldId id="382" r:id="rId47"/>
    <p:sldId id="435" r:id="rId48"/>
    <p:sldId id="442" r:id="rId49"/>
    <p:sldId id="443" r:id="rId50"/>
    <p:sldId id="436" r:id="rId51"/>
    <p:sldId id="437" r:id="rId52"/>
    <p:sldId id="438" r:id="rId53"/>
    <p:sldId id="439" r:id="rId54"/>
    <p:sldId id="386" r:id="rId55"/>
    <p:sldId id="472" r:id="rId56"/>
    <p:sldId id="473" r:id="rId57"/>
    <p:sldId id="474" r:id="rId58"/>
    <p:sldId id="451" r:id="rId59"/>
    <p:sldId id="452" r:id="rId60"/>
    <p:sldId id="453" r:id="rId61"/>
    <p:sldId id="454" r:id="rId62"/>
    <p:sldId id="455" r:id="rId63"/>
    <p:sldId id="440" r:id="rId64"/>
    <p:sldId id="276" r:id="rId65"/>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hmed Hashem Elsayed Elmonshed"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72518" autoAdjust="0"/>
  </p:normalViewPr>
  <p:slideViewPr>
    <p:cSldViewPr>
      <p:cViewPr varScale="1">
        <p:scale>
          <a:sx n="60" d="100"/>
          <a:sy n="60" d="100"/>
        </p:scale>
        <p:origin x="1488" y="3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74" Type="http://schemas.openxmlformats.org/officeDocument/2006/relationships/customXml" Target="../customXml/item2.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75"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customXml" Target="../customXml/item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Hashem El-Monshed" userId="9838a0a2-a515-498b-b6a4-a4fb6da264fd" providerId="ADAL" clId="{BB1EC5F3-9575-4DB7-A81E-A4EDB8BADBBB}"/>
    <pc:docChg chg="custSel modSld">
      <pc:chgData name="Ahmed Hashem El-Monshed" userId="9838a0a2-a515-498b-b6a4-a4fb6da264fd" providerId="ADAL" clId="{BB1EC5F3-9575-4DB7-A81E-A4EDB8BADBBB}" dt="2025-10-03T18:54:54.288" v="28" actId="478"/>
      <pc:docMkLst>
        <pc:docMk/>
      </pc:docMkLst>
      <pc:sldChg chg="modNotesTx">
        <pc:chgData name="Ahmed Hashem El-Monshed" userId="9838a0a2-a515-498b-b6a4-a4fb6da264fd" providerId="ADAL" clId="{BB1EC5F3-9575-4DB7-A81E-A4EDB8BADBBB}" dt="2025-09-29T21:17:14.282" v="1" actId="20577"/>
        <pc:sldMkLst>
          <pc:docMk/>
          <pc:sldMk cId="1463666527" sldId="368"/>
        </pc:sldMkLst>
      </pc:sldChg>
      <pc:sldChg chg="modNotesTx">
        <pc:chgData name="Ahmed Hashem El-Monshed" userId="9838a0a2-a515-498b-b6a4-a4fb6da264fd" providerId="ADAL" clId="{BB1EC5F3-9575-4DB7-A81E-A4EDB8BADBBB}" dt="2025-09-29T21:17:11.137" v="0" actId="20577"/>
        <pc:sldMkLst>
          <pc:docMk/>
          <pc:sldMk cId="1919883429" sldId="371"/>
        </pc:sldMkLst>
      </pc:sldChg>
      <pc:sldChg chg="modNotesTx">
        <pc:chgData name="Ahmed Hashem El-Monshed" userId="9838a0a2-a515-498b-b6a4-a4fb6da264fd" providerId="ADAL" clId="{BB1EC5F3-9575-4DB7-A81E-A4EDB8BADBBB}" dt="2025-09-29T21:17:17.612" v="2" actId="20577"/>
        <pc:sldMkLst>
          <pc:docMk/>
          <pc:sldMk cId="2603318357" sldId="372"/>
        </pc:sldMkLst>
      </pc:sldChg>
      <pc:sldChg chg="modNotesTx">
        <pc:chgData name="Ahmed Hashem El-Monshed" userId="9838a0a2-a515-498b-b6a4-a4fb6da264fd" providerId="ADAL" clId="{BB1EC5F3-9575-4DB7-A81E-A4EDB8BADBBB}" dt="2025-09-29T21:17:23.037" v="3" actId="20577"/>
        <pc:sldMkLst>
          <pc:docMk/>
          <pc:sldMk cId="3613434679" sldId="373"/>
        </pc:sldMkLst>
      </pc:sldChg>
      <pc:sldChg chg="modNotesTx">
        <pc:chgData name="Ahmed Hashem El-Monshed" userId="9838a0a2-a515-498b-b6a4-a4fb6da264fd" providerId="ADAL" clId="{BB1EC5F3-9575-4DB7-A81E-A4EDB8BADBBB}" dt="2025-09-29T21:17:27.141" v="5" actId="20577"/>
        <pc:sldMkLst>
          <pc:docMk/>
          <pc:sldMk cId="542795926" sldId="374"/>
        </pc:sldMkLst>
      </pc:sldChg>
      <pc:sldChg chg="modNotesTx">
        <pc:chgData name="Ahmed Hashem El-Monshed" userId="9838a0a2-a515-498b-b6a4-a4fb6da264fd" providerId="ADAL" clId="{BB1EC5F3-9575-4DB7-A81E-A4EDB8BADBBB}" dt="2025-09-29T21:17:39.169" v="7" actId="20577"/>
        <pc:sldMkLst>
          <pc:docMk/>
          <pc:sldMk cId="1914628579" sldId="377"/>
        </pc:sldMkLst>
      </pc:sldChg>
      <pc:sldChg chg="modNotesTx">
        <pc:chgData name="Ahmed Hashem El-Monshed" userId="9838a0a2-a515-498b-b6a4-a4fb6da264fd" providerId="ADAL" clId="{BB1EC5F3-9575-4DB7-A81E-A4EDB8BADBBB}" dt="2025-09-29T21:17:42.412" v="8" actId="20577"/>
        <pc:sldMkLst>
          <pc:docMk/>
          <pc:sldMk cId="2825675816" sldId="378"/>
        </pc:sldMkLst>
      </pc:sldChg>
      <pc:sldChg chg="modNotesTx">
        <pc:chgData name="Ahmed Hashem El-Monshed" userId="9838a0a2-a515-498b-b6a4-a4fb6da264fd" providerId="ADAL" clId="{BB1EC5F3-9575-4DB7-A81E-A4EDB8BADBBB}" dt="2025-09-29T21:18:03.603" v="12" actId="20577"/>
        <pc:sldMkLst>
          <pc:docMk/>
          <pc:sldMk cId="498619167" sldId="396"/>
        </pc:sldMkLst>
      </pc:sldChg>
      <pc:sldChg chg="modNotesTx">
        <pc:chgData name="Ahmed Hashem El-Monshed" userId="9838a0a2-a515-498b-b6a4-a4fb6da264fd" providerId="ADAL" clId="{BB1EC5F3-9575-4DB7-A81E-A4EDB8BADBBB}" dt="2025-09-29T21:18:00.798" v="11" actId="20577"/>
        <pc:sldMkLst>
          <pc:docMk/>
          <pc:sldMk cId="352733399" sldId="397"/>
        </pc:sldMkLst>
      </pc:sldChg>
      <pc:sldChg chg="modNotesTx">
        <pc:chgData name="Ahmed Hashem El-Monshed" userId="9838a0a2-a515-498b-b6a4-a4fb6da264fd" providerId="ADAL" clId="{BB1EC5F3-9575-4DB7-A81E-A4EDB8BADBBB}" dt="2025-09-29T21:18:25.174" v="17" actId="20577"/>
        <pc:sldMkLst>
          <pc:docMk/>
          <pc:sldMk cId="3734898114" sldId="410"/>
        </pc:sldMkLst>
      </pc:sldChg>
      <pc:sldChg chg="modNotesTx">
        <pc:chgData name="Ahmed Hashem El-Monshed" userId="9838a0a2-a515-498b-b6a4-a4fb6da264fd" providerId="ADAL" clId="{BB1EC5F3-9575-4DB7-A81E-A4EDB8BADBBB}" dt="2025-09-29T21:18:37.491" v="18" actId="20577"/>
        <pc:sldMkLst>
          <pc:docMk/>
          <pc:sldMk cId="2260137283" sldId="423"/>
        </pc:sldMkLst>
      </pc:sldChg>
      <pc:sldChg chg="modNotesTx">
        <pc:chgData name="Ahmed Hashem El-Monshed" userId="9838a0a2-a515-498b-b6a4-a4fb6da264fd" providerId="ADAL" clId="{BB1EC5F3-9575-4DB7-A81E-A4EDB8BADBBB}" dt="2025-09-29T21:18:39.712" v="19" actId="20577"/>
        <pc:sldMkLst>
          <pc:docMk/>
          <pc:sldMk cId="325486127" sldId="424"/>
        </pc:sldMkLst>
      </pc:sldChg>
      <pc:sldChg chg="modNotesTx">
        <pc:chgData name="Ahmed Hashem El-Monshed" userId="9838a0a2-a515-498b-b6a4-a4fb6da264fd" providerId="ADAL" clId="{BB1EC5F3-9575-4DB7-A81E-A4EDB8BADBBB}" dt="2025-09-29T21:18:42.122" v="20" actId="20577"/>
        <pc:sldMkLst>
          <pc:docMk/>
          <pc:sldMk cId="1216598174" sldId="425"/>
        </pc:sldMkLst>
      </pc:sldChg>
      <pc:sldChg chg="modNotesTx">
        <pc:chgData name="Ahmed Hashem El-Monshed" userId="9838a0a2-a515-498b-b6a4-a4fb6da264fd" providerId="ADAL" clId="{BB1EC5F3-9575-4DB7-A81E-A4EDB8BADBBB}" dt="2025-09-29T21:18:46.374" v="21" actId="20577"/>
        <pc:sldMkLst>
          <pc:docMk/>
          <pc:sldMk cId="1305910411" sldId="429"/>
        </pc:sldMkLst>
      </pc:sldChg>
      <pc:sldChg chg="modNotesTx">
        <pc:chgData name="Ahmed Hashem El-Monshed" userId="9838a0a2-a515-498b-b6a4-a4fb6da264fd" providerId="ADAL" clId="{BB1EC5F3-9575-4DB7-A81E-A4EDB8BADBBB}" dt="2025-09-29T21:18:51.680" v="22" actId="20577"/>
        <pc:sldMkLst>
          <pc:docMk/>
          <pc:sldMk cId="2186229223" sldId="435"/>
        </pc:sldMkLst>
      </pc:sldChg>
      <pc:sldChg chg="modNotesTx">
        <pc:chgData name="Ahmed Hashem El-Monshed" userId="9838a0a2-a515-498b-b6a4-a4fb6da264fd" providerId="ADAL" clId="{BB1EC5F3-9575-4DB7-A81E-A4EDB8BADBBB}" dt="2025-09-29T21:18:59.963" v="24" actId="20577"/>
        <pc:sldMkLst>
          <pc:docMk/>
          <pc:sldMk cId="1090488328" sldId="437"/>
        </pc:sldMkLst>
      </pc:sldChg>
      <pc:sldChg chg="modNotesTx">
        <pc:chgData name="Ahmed Hashem El-Monshed" userId="9838a0a2-a515-498b-b6a4-a4fb6da264fd" providerId="ADAL" clId="{BB1EC5F3-9575-4DB7-A81E-A4EDB8BADBBB}" dt="2025-09-29T21:18:54.097" v="23" actId="20577"/>
        <pc:sldMkLst>
          <pc:docMk/>
          <pc:sldMk cId="2455896554" sldId="442"/>
        </pc:sldMkLst>
      </pc:sldChg>
      <pc:sldChg chg="modNotesTx">
        <pc:chgData name="Ahmed Hashem El-Monshed" userId="9838a0a2-a515-498b-b6a4-a4fb6da264fd" providerId="ADAL" clId="{BB1EC5F3-9575-4DB7-A81E-A4EDB8BADBBB}" dt="2025-09-29T21:17:45.341" v="9" actId="20577"/>
        <pc:sldMkLst>
          <pc:docMk/>
          <pc:sldMk cId="4140239846" sldId="444"/>
        </pc:sldMkLst>
      </pc:sldChg>
      <pc:sldChg chg="modNotesTx">
        <pc:chgData name="Ahmed Hashem El-Monshed" userId="9838a0a2-a515-498b-b6a4-a4fb6da264fd" providerId="ADAL" clId="{BB1EC5F3-9575-4DB7-A81E-A4EDB8BADBBB}" dt="2025-09-29T21:17:48.136" v="10" actId="20577"/>
        <pc:sldMkLst>
          <pc:docMk/>
          <pc:sldMk cId="2361119191" sldId="445"/>
        </pc:sldMkLst>
      </pc:sldChg>
      <pc:sldChg chg="modNotesTx">
        <pc:chgData name="Ahmed Hashem El-Monshed" userId="9838a0a2-a515-498b-b6a4-a4fb6da264fd" providerId="ADAL" clId="{BB1EC5F3-9575-4DB7-A81E-A4EDB8BADBBB}" dt="2025-09-29T21:19:14.688" v="25" actId="20577"/>
        <pc:sldMkLst>
          <pc:docMk/>
          <pc:sldMk cId="372445524" sldId="455"/>
        </pc:sldMkLst>
      </pc:sldChg>
      <pc:sldChg chg="modNotesTx">
        <pc:chgData name="Ahmed Hashem El-Monshed" userId="9838a0a2-a515-498b-b6a4-a4fb6da264fd" providerId="ADAL" clId="{BB1EC5F3-9575-4DB7-A81E-A4EDB8BADBBB}" dt="2025-09-29T21:17:31.328" v="6" actId="20577"/>
        <pc:sldMkLst>
          <pc:docMk/>
          <pc:sldMk cId="2914715997" sldId="456"/>
        </pc:sldMkLst>
      </pc:sldChg>
      <pc:sldChg chg="modNotesTx">
        <pc:chgData name="Ahmed Hashem El-Monshed" userId="9838a0a2-a515-498b-b6a4-a4fb6da264fd" providerId="ADAL" clId="{BB1EC5F3-9575-4DB7-A81E-A4EDB8BADBBB}" dt="2025-09-29T21:18:07.485" v="13" actId="20577"/>
        <pc:sldMkLst>
          <pc:docMk/>
          <pc:sldMk cId="2542733841" sldId="463"/>
        </pc:sldMkLst>
      </pc:sldChg>
      <pc:sldChg chg="delSp mod">
        <pc:chgData name="Ahmed Hashem El-Monshed" userId="9838a0a2-a515-498b-b6a4-a4fb6da264fd" providerId="ADAL" clId="{BB1EC5F3-9575-4DB7-A81E-A4EDB8BADBBB}" dt="2025-10-03T18:54:44.811" v="26" actId="478"/>
        <pc:sldMkLst>
          <pc:docMk/>
          <pc:sldMk cId="1682557220" sldId="464"/>
        </pc:sldMkLst>
        <pc:spChg chg="del">
          <ac:chgData name="Ahmed Hashem El-Monshed" userId="9838a0a2-a515-498b-b6a4-a4fb6da264fd" providerId="ADAL" clId="{BB1EC5F3-9575-4DB7-A81E-A4EDB8BADBBB}" dt="2025-10-03T18:54:44.811" v="26" actId="478"/>
          <ac:spMkLst>
            <pc:docMk/>
            <pc:sldMk cId="1682557220" sldId="464"/>
            <ac:spMk id="40" creationId="{58B2B32A-2F35-1CE2-8D12-309C1D9E9348}"/>
          </ac:spMkLst>
        </pc:spChg>
      </pc:sldChg>
      <pc:sldChg chg="delSp mod">
        <pc:chgData name="Ahmed Hashem El-Monshed" userId="9838a0a2-a515-498b-b6a4-a4fb6da264fd" providerId="ADAL" clId="{BB1EC5F3-9575-4DB7-A81E-A4EDB8BADBBB}" dt="2025-10-03T18:54:50.063" v="27" actId="478"/>
        <pc:sldMkLst>
          <pc:docMk/>
          <pc:sldMk cId="2844723788" sldId="465"/>
        </pc:sldMkLst>
        <pc:spChg chg="del">
          <ac:chgData name="Ahmed Hashem El-Monshed" userId="9838a0a2-a515-498b-b6a4-a4fb6da264fd" providerId="ADAL" clId="{BB1EC5F3-9575-4DB7-A81E-A4EDB8BADBBB}" dt="2025-10-03T18:54:50.063" v="27" actId="478"/>
          <ac:spMkLst>
            <pc:docMk/>
            <pc:sldMk cId="2844723788" sldId="465"/>
            <ac:spMk id="40" creationId="{3638A98B-9B2B-944E-CF5A-E5E3868B3210}"/>
          </ac:spMkLst>
        </pc:spChg>
      </pc:sldChg>
      <pc:sldChg chg="delSp mod">
        <pc:chgData name="Ahmed Hashem El-Monshed" userId="9838a0a2-a515-498b-b6a4-a4fb6da264fd" providerId="ADAL" clId="{BB1EC5F3-9575-4DB7-A81E-A4EDB8BADBBB}" dt="2025-10-03T18:54:54.288" v="28" actId="478"/>
        <pc:sldMkLst>
          <pc:docMk/>
          <pc:sldMk cId="3341352831" sldId="466"/>
        </pc:sldMkLst>
        <pc:spChg chg="del">
          <ac:chgData name="Ahmed Hashem El-Monshed" userId="9838a0a2-a515-498b-b6a4-a4fb6da264fd" providerId="ADAL" clId="{BB1EC5F3-9575-4DB7-A81E-A4EDB8BADBBB}" dt="2025-10-03T18:54:54.288" v="28" actId="478"/>
          <ac:spMkLst>
            <pc:docMk/>
            <pc:sldMk cId="3341352831" sldId="466"/>
            <ac:spMk id="40" creationId="{6A3C7AD8-A22B-EABB-F58C-8CB3365DBE62}"/>
          </ac:spMkLst>
        </pc:spChg>
      </pc:sldChg>
      <pc:sldChg chg="modNotesTx">
        <pc:chgData name="Ahmed Hashem El-Monshed" userId="9838a0a2-a515-498b-b6a4-a4fb6da264fd" providerId="ADAL" clId="{BB1EC5F3-9575-4DB7-A81E-A4EDB8BADBBB}" dt="2025-09-29T21:18:15.263" v="14" actId="20577"/>
        <pc:sldMkLst>
          <pc:docMk/>
          <pc:sldMk cId="2016602613" sldId="467"/>
        </pc:sldMkLst>
      </pc:sldChg>
      <pc:sldChg chg="modNotesTx">
        <pc:chgData name="Ahmed Hashem El-Monshed" userId="9838a0a2-a515-498b-b6a4-a4fb6da264fd" providerId="ADAL" clId="{BB1EC5F3-9575-4DB7-A81E-A4EDB8BADBBB}" dt="2025-09-29T21:18:17.946" v="15" actId="20577"/>
        <pc:sldMkLst>
          <pc:docMk/>
          <pc:sldMk cId="1225694238" sldId="468"/>
        </pc:sldMkLst>
      </pc:sldChg>
      <pc:sldChg chg="modNotesTx">
        <pc:chgData name="Ahmed Hashem El-Monshed" userId="9838a0a2-a515-498b-b6a4-a4fb6da264fd" providerId="ADAL" clId="{BB1EC5F3-9575-4DB7-A81E-A4EDB8BADBBB}" dt="2025-09-29T21:18:20.844" v="16" actId="20577"/>
        <pc:sldMkLst>
          <pc:docMk/>
          <pc:sldMk cId="529758636" sldId="469"/>
        </pc:sldMkLst>
      </pc:sldChg>
    </pc:docChg>
  </pc:docChgLst>
</pc:chgInfo>
</file>

<file path=ppt/diagrams/_rels/data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ata10.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image" Target="../media/image14.svg"/></Relationships>
</file>

<file path=ppt/diagrams/_rels/data11.xml.rels><?xml version="1.0" encoding="UTF-8" standalone="yes"?>
<Relationships xmlns="http://schemas.openxmlformats.org/package/2006/relationships"><Relationship Id="rId1" Type="http://schemas.openxmlformats.org/officeDocument/2006/relationships/image" Target="../media/image14.svg"/></Relationships>
</file>

<file path=ppt/diagrams/_rels/data12.xml.rels><?xml version="1.0" encoding="UTF-8" standalone="yes"?>
<Relationships xmlns="http://schemas.openxmlformats.org/package/2006/relationships"><Relationship Id="rId1" Type="http://schemas.openxmlformats.org/officeDocument/2006/relationships/image" Target="../media/image14.svg"/></Relationships>
</file>

<file path=ppt/diagrams/_rels/data13.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image" Target="../media/image21.svg"/></Relationships>
</file>

<file path=ppt/diagrams/_rels/data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6.svg"/><Relationship Id="rId1"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27.svg"/></Relationships>
</file>

<file path=ppt/diagrams/_rels/data1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image" Target="../media/image30.svg"/><Relationship Id="rId5" Type="http://schemas.openxmlformats.org/officeDocument/2006/relationships/image" Target="../media/image34.svg"/><Relationship Id="rId4" Type="http://schemas.openxmlformats.org/officeDocument/2006/relationships/image" Target="../media/image33.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rawing10.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image" Target="../media/image14.svg"/></Relationships>
</file>

<file path=ppt/diagrams/_rels/drawing11.xml.rels><?xml version="1.0" encoding="UTF-8" standalone="yes"?>
<Relationships xmlns="http://schemas.openxmlformats.org/package/2006/relationships"><Relationship Id="rId1" Type="http://schemas.openxmlformats.org/officeDocument/2006/relationships/image" Target="../media/image14.svg"/></Relationships>
</file>

<file path=ppt/diagrams/_rels/drawing12.xml.rels><?xml version="1.0" encoding="UTF-8" standalone="yes"?>
<Relationships xmlns="http://schemas.openxmlformats.org/package/2006/relationships"><Relationship Id="rId1" Type="http://schemas.openxmlformats.org/officeDocument/2006/relationships/image" Target="../media/image14.svg"/></Relationships>
</file>

<file path=ppt/diagrams/_rels/drawing13.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image" Target="../media/image21.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6.svg"/><Relationship Id="rId1"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27.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image" Target="../media/image30.svg"/><Relationship Id="rId5" Type="http://schemas.openxmlformats.org/officeDocument/2006/relationships/image" Target="../media/image34.sv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3">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4">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5">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7D55E5-C55A-4B1C-BD0C-64FB724FFD1F}" type="doc">
      <dgm:prSet loTypeId="urn:microsoft.com/office/officeart/2005/8/layout/hierarchy1" loCatId="hierarchy" qsTypeId="urn:microsoft.com/office/officeart/2005/8/quickstyle/simple4#1" qsCatId="simple" csTypeId="urn:microsoft.com/office/officeart/2005/8/colors/accent1_2#1" csCatId="accent1"/>
      <dgm:spPr/>
      <dgm:t>
        <a:bodyPr/>
        <a:lstStyle/>
        <a:p>
          <a:endParaRPr lang="en-US"/>
        </a:p>
      </dgm:t>
    </dgm:pt>
    <dgm:pt modelId="{F8BC0B8F-F709-4925-9F2F-C03C7F0275EA}">
      <dgm:prSet/>
      <dgm:spPr/>
      <dgm:t>
        <a:bodyPr/>
        <a:lstStyle/>
        <a:p>
          <a:r>
            <a:rPr lang="en-PH" b="0" i="0"/>
            <a:t>Traditional Families</a:t>
          </a:r>
          <a:endParaRPr lang="en-US"/>
        </a:p>
      </dgm:t>
    </dgm:pt>
    <dgm:pt modelId="{8C1BFF64-4557-4E9C-A8AD-699A43CF07A0}" type="parTrans" cxnId="{21238806-5F4F-48C3-9A5D-D434A63C7741}">
      <dgm:prSet/>
      <dgm:spPr/>
      <dgm:t>
        <a:bodyPr/>
        <a:lstStyle/>
        <a:p>
          <a:endParaRPr lang="en-US"/>
        </a:p>
      </dgm:t>
    </dgm:pt>
    <dgm:pt modelId="{0CCB1B40-74F2-4419-90E3-804B93DF53FE}" type="sibTrans" cxnId="{21238806-5F4F-48C3-9A5D-D434A63C7741}">
      <dgm:prSet/>
      <dgm:spPr/>
      <dgm:t>
        <a:bodyPr/>
        <a:lstStyle/>
        <a:p>
          <a:endParaRPr lang="en-US"/>
        </a:p>
      </dgm:t>
    </dgm:pt>
    <dgm:pt modelId="{FBA3CE43-F71E-4550-8F9A-21D592976EB5}">
      <dgm:prSet/>
      <dgm:spPr/>
      <dgm:t>
        <a:bodyPr/>
        <a:lstStyle/>
        <a:p>
          <a:r>
            <a:rPr lang="en-PH" b="0" i="0" dirty="0"/>
            <a:t>Contemporary Families</a:t>
          </a:r>
          <a:endParaRPr lang="en-US" dirty="0"/>
        </a:p>
      </dgm:t>
    </dgm:pt>
    <dgm:pt modelId="{CBE8420F-7FA6-4814-A629-125CFADE6BD7}" type="parTrans" cxnId="{940C625F-B3EF-4885-AD49-14947618C1DB}">
      <dgm:prSet/>
      <dgm:spPr/>
      <dgm:t>
        <a:bodyPr/>
        <a:lstStyle/>
        <a:p>
          <a:endParaRPr lang="en-US"/>
        </a:p>
      </dgm:t>
    </dgm:pt>
    <dgm:pt modelId="{EE7C904B-E124-4439-9E30-6E92E926C425}" type="sibTrans" cxnId="{940C625F-B3EF-4885-AD49-14947618C1DB}">
      <dgm:prSet/>
      <dgm:spPr/>
      <dgm:t>
        <a:bodyPr/>
        <a:lstStyle/>
        <a:p>
          <a:endParaRPr lang="en-US"/>
        </a:p>
      </dgm:t>
    </dgm:pt>
    <dgm:pt modelId="{5F683807-2A1B-4173-8545-AA0EBD5F1543}" type="pres">
      <dgm:prSet presAssocID="{3C7D55E5-C55A-4B1C-BD0C-64FB724FFD1F}" presName="hierChild1" presStyleCnt="0">
        <dgm:presLayoutVars>
          <dgm:chPref val="1"/>
          <dgm:dir/>
          <dgm:animOne val="branch"/>
          <dgm:animLvl val="lvl"/>
          <dgm:resizeHandles/>
        </dgm:presLayoutVars>
      </dgm:prSet>
      <dgm:spPr/>
    </dgm:pt>
    <dgm:pt modelId="{69F7847E-7BB0-42DF-9F98-3C77AEAC0DDE}" type="pres">
      <dgm:prSet presAssocID="{F8BC0B8F-F709-4925-9F2F-C03C7F0275EA}" presName="hierRoot1" presStyleCnt="0"/>
      <dgm:spPr/>
    </dgm:pt>
    <dgm:pt modelId="{B750155E-BA74-41B5-A446-49D0E9495CA8}" type="pres">
      <dgm:prSet presAssocID="{F8BC0B8F-F709-4925-9F2F-C03C7F0275EA}" presName="composite" presStyleCnt="0"/>
      <dgm:spPr/>
    </dgm:pt>
    <dgm:pt modelId="{F7748259-6006-4181-8B61-7507805DB74C}" type="pres">
      <dgm:prSet presAssocID="{F8BC0B8F-F709-4925-9F2F-C03C7F0275EA}" presName="background" presStyleLbl="node0" presStyleIdx="0" presStyleCnt="2"/>
      <dgm:spPr/>
    </dgm:pt>
    <dgm:pt modelId="{780FCCA5-D998-4821-B29F-A3C8523A6734}" type="pres">
      <dgm:prSet presAssocID="{F8BC0B8F-F709-4925-9F2F-C03C7F0275EA}" presName="text" presStyleLbl="fgAcc0" presStyleIdx="0" presStyleCnt="2">
        <dgm:presLayoutVars>
          <dgm:chPref val="3"/>
        </dgm:presLayoutVars>
      </dgm:prSet>
      <dgm:spPr/>
    </dgm:pt>
    <dgm:pt modelId="{B4C6589E-29D6-4A22-8584-93207D20D241}" type="pres">
      <dgm:prSet presAssocID="{F8BC0B8F-F709-4925-9F2F-C03C7F0275EA}" presName="hierChild2" presStyleCnt="0"/>
      <dgm:spPr/>
    </dgm:pt>
    <dgm:pt modelId="{79216B16-6D61-4A47-9EE7-B84E24D21382}" type="pres">
      <dgm:prSet presAssocID="{FBA3CE43-F71E-4550-8F9A-21D592976EB5}" presName="hierRoot1" presStyleCnt="0"/>
      <dgm:spPr/>
    </dgm:pt>
    <dgm:pt modelId="{C40FAF71-B0DE-490F-A49A-7A8D3839869D}" type="pres">
      <dgm:prSet presAssocID="{FBA3CE43-F71E-4550-8F9A-21D592976EB5}" presName="composite" presStyleCnt="0"/>
      <dgm:spPr/>
    </dgm:pt>
    <dgm:pt modelId="{40ED0A37-1980-4ED6-992E-CF34DEFB95A8}" type="pres">
      <dgm:prSet presAssocID="{FBA3CE43-F71E-4550-8F9A-21D592976EB5}" presName="background" presStyleLbl="node0" presStyleIdx="1" presStyleCnt="2"/>
      <dgm:spPr/>
    </dgm:pt>
    <dgm:pt modelId="{094C7CF2-05FC-4F68-B2AB-B87F211EE31F}" type="pres">
      <dgm:prSet presAssocID="{FBA3CE43-F71E-4550-8F9A-21D592976EB5}" presName="text" presStyleLbl="fgAcc0" presStyleIdx="1" presStyleCnt="2">
        <dgm:presLayoutVars>
          <dgm:chPref val="3"/>
        </dgm:presLayoutVars>
      </dgm:prSet>
      <dgm:spPr/>
    </dgm:pt>
    <dgm:pt modelId="{83E75D61-489D-4B63-9817-1729549DE043}" type="pres">
      <dgm:prSet presAssocID="{FBA3CE43-F71E-4550-8F9A-21D592976EB5}" presName="hierChild2" presStyleCnt="0"/>
      <dgm:spPr/>
    </dgm:pt>
  </dgm:ptLst>
  <dgm:cxnLst>
    <dgm:cxn modelId="{21238806-5F4F-48C3-9A5D-D434A63C7741}" srcId="{3C7D55E5-C55A-4B1C-BD0C-64FB724FFD1F}" destId="{F8BC0B8F-F709-4925-9F2F-C03C7F0275EA}" srcOrd="0" destOrd="0" parTransId="{8C1BFF64-4557-4E9C-A8AD-699A43CF07A0}" sibTransId="{0CCB1B40-74F2-4419-90E3-804B93DF53FE}"/>
    <dgm:cxn modelId="{940C625F-B3EF-4885-AD49-14947618C1DB}" srcId="{3C7D55E5-C55A-4B1C-BD0C-64FB724FFD1F}" destId="{FBA3CE43-F71E-4550-8F9A-21D592976EB5}" srcOrd="1" destOrd="0" parTransId="{CBE8420F-7FA6-4814-A629-125CFADE6BD7}" sibTransId="{EE7C904B-E124-4439-9E30-6E92E926C425}"/>
    <dgm:cxn modelId="{79B15E6D-C4ED-4150-8331-30C2DE2B00F4}" type="presOf" srcId="{3C7D55E5-C55A-4B1C-BD0C-64FB724FFD1F}" destId="{5F683807-2A1B-4173-8545-AA0EBD5F1543}" srcOrd="0" destOrd="0" presId="urn:microsoft.com/office/officeart/2005/8/layout/hierarchy1"/>
    <dgm:cxn modelId="{BDFE754D-F2F8-4DB8-8C01-C82A77EB392D}" type="presOf" srcId="{FBA3CE43-F71E-4550-8F9A-21D592976EB5}" destId="{094C7CF2-05FC-4F68-B2AB-B87F211EE31F}" srcOrd="0" destOrd="0" presId="urn:microsoft.com/office/officeart/2005/8/layout/hierarchy1"/>
    <dgm:cxn modelId="{73EE2C73-367E-4911-92CF-C19EE58D6EFD}" type="presOf" srcId="{F8BC0B8F-F709-4925-9F2F-C03C7F0275EA}" destId="{780FCCA5-D998-4821-B29F-A3C8523A6734}" srcOrd="0" destOrd="0" presId="urn:microsoft.com/office/officeart/2005/8/layout/hierarchy1"/>
    <dgm:cxn modelId="{6F7DF8FD-A8D3-4F37-B6E4-5E90A3405C64}" type="presParOf" srcId="{5F683807-2A1B-4173-8545-AA0EBD5F1543}" destId="{69F7847E-7BB0-42DF-9F98-3C77AEAC0DDE}" srcOrd="0" destOrd="0" presId="urn:microsoft.com/office/officeart/2005/8/layout/hierarchy1"/>
    <dgm:cxn modelId="{76A4ABBF-26A1-4079-BD79-E9D0075692C1}" type="presParOf" srcId="{69F7847E-7BB0-42DF-9F98-3C77AEAC0DDE}" destId="{B750155E-BA74-41B5-A446-49D0E9495CA8}" srcOrd="0" destOrd="0" presId="urn:microsoft.com/office/officeart/2005/8/layout/hierarchy1"/>
    <dgm:cxn modelId="{46DCF204-71FC-4150-8342-C906FF66E1A5}" type="presParOf" srcId="{B750155E-BA74-41B5-A446-49D0E9495CA8}" destId="{F7748259-6006-4181-8B61-7507805DB74C}" srcOrd="0" destOrd="0" presId="urn:microsoft.com/office/officeart/2005/8/layout/hierarchy1"/>
    <dgm:cxn modelId="{3388359F-6516-4B01-A0AE-637EC216E29A}" type="presParOf" srcId="{B750155E-BA74-41B5-A446-49D0E9495CA8}" destId="{780FCCA5-D998-4821-B29F-A3C8523A6734}" srcOrd="1" destOrd="0" presId="urn:microsoft.com/office/officeart/2005/8/layout/hierarchy1"/>
    <dgm:cxn modelId="{9A33B309-3A18-41DE-8745-F14C430C62C7}" type="presParOf" srcId="{69F7847E-7BB0-42DF-9F98-3C77AEAC0DDE}" destId="{B4C6589E-29D6-4A22-8584-93207D20D241}" srcOrd="1" destOrd="0" presId="urn:microsoft.com/office/officeart/2005/8/layout/hierarchy1"/>
    <dgm:cxn modelId="{EF0E5BCF-25C6-47C3-83DA-3DA6241C1BEB}" type="presParOf" srcId="{5F683807-2A1B-4173-8545-AA0EBD5F1543}" destId="{79216B16-6D61-4A47-9EE7-B84E24D21382}" srcOrd="1" destOrd="0" presId="urn:microsoft.com/office/officeart/2005/8/layout/hierarchy1"/>
    <dgm:cxn modelId="{E8B784AD-7F84-4F19-AEDF-7FC1DABC33A2}" type="presParOf" srcId="{79216B16-6D61-4A47-9EE7-B84E24D21382}" destId="{C40FAF71-B0DE-490F-A49A-7A8D3839869D}" srcOrd="0" destOrd="0" presId="urn:microsoft.com/office/officeart/2005/8/layout/hierarchy1"/>
    <dgm:cxn modelId="{B8A9ADE6-D90C-47BD-82A9-8D678D361ACC}" type="presParOf" srcId="{C40FAF71-B0DE-490F-A49A-7A8D3839869D}" destId="{40ED0A37-1980-4ED6-992E-CF34DEFB95A8}" srcOrd="0" destOrd="0" presId="urn:microsoft.com/office/officeart/2005/8/layout/hierarchy1"/>
    <dgm:cxn modelId="{6E1A1C30-2FCB-479E-AE3A-49E868AC0A18}" type="presParOf" srcId="{C40FAF71-B0DE-490F-A49A-7A8D3839869D}" destId="{094C7CF2-05FC-4F68-B2AB-B87F211EE31F}" srcOrd="1" destOrd="0" presId="urn:microsoft.com/office/officeart/2005/8/layout/hierarchy1"/>
    <dgm:cxn modelId="{88BF5311-8A60-4E26-82CC-4D7C8312253F}" type="presParOf" srcId="{79216B16-6D61-4A47-9EE7-B84E24D21382}" destId="{83E75D61-489D-4B63-9817-1729549DE04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34379B-55DA-48CA-9491-CE1D2E42B7AE}" type="doc">
      <dgm:prSet loTypeId="urn:microsoft.com/office/officeart/2005/8/layout/vList2" loCatId="list" qsTypeId="urn:microsoft.com/office/officeart/2005/8/quickstyle/simple1#1" qsCatId="simple" csTypeId="urn:microsoft.com/office/officeart/2005/8/colors/colorful2#1" csCatId="colorful" phldr="1"/>
      <dgm:spPr/>
      <dgm:t>
        <a:bodyPr/>
        <a:lstStyle/>
        <a:p>
          <a:endParaRPr lang="en-US"/>
        </a:p>
      </dgm:t>
    </dgm:pt>
    <dgm:pt modelId="{1E536A62-366D-4CE5-9BF4-A8DAC04EA7BA}">
      <dgm:prSet/>
      <dgm:spPr/>
      <dgm:t>
        <a:bodyPr/>
        <a:lstStyle/>
        <a:p>
          <a:r>
            <a:rPr lang="en-PH" b="1" i="1" dirty="0"/>
            <a:t>Nuclear Family</a:t>
          </a:r>
          <a:r>
            <a:rPr lang="en-PH" i="1" dirty="0"/>
            <a:t>: </a:t>
          </a:r>
          <a:r>
            <a:rPr lang="en-US" dirty="0"/>
            <a:t>Husband, wife, and children living together. Roles may vary: both adults working, one adult working and one managing the home, or partners alternating responsibilities.</a:t>
          </a:r>
        </a:p>
      </dgm:t>
    </dgm:pt>
    <dgm:pt modelId="{77C890A7-ED1D-42EB-AB9C-D05A4202FF4E}" type="parTrans" cxnId="{D9FBA0D4-C2C5-4170-A911-095296701274}">
      <dgm:prSet/>
      <dgm:spPr/>
      <dgm:t>
        <a:bodyPr/>
        <a:lstStyle/>
        <a:p>
          <a:endParaRPr lang="en-US"/>
        </a:p>
      </dgm:t>
    </dgm:pt>
    <dgm:pt modelId="{0047A6CF-5E0C-4B48-814F-8867401889AC}" type="sibTrans" cxnId="{D9FBA0D4-C2C5-4170-A911-095296701274}">
      <dgm:prSet/>
      <dgm:spPr/>
      <dgm:t>
        <a:bodyPr/>
        <a:lstStyle/>
        <a:p>
          <a:endParaRPr lang="en-US"/>
        </a:p>
      </dgm:t>
    </dgm:pt>
    <dgm:pt modelId="{269E4719-507F-4ED5-BE7B-9B548A417D43}">
      <dgm:prSet/>
      <dgm:spPr/>
      <dgm:t>
        <a:bodyPr/>
        <a:lstStyle/>
        <a:p>
          <a:r>
            <a:rPr lang="en-PH" b="1" i="1" dirty="0">
              <a:solidFill>
                <a:schemeClr val="accent1"/>
              </a:solidFill>
            </a:rPr>
            <a:t>Nuclear Dyad Family</a:t>
          </a:r>
          <a:r>
            <a:rPr lang="en-PH" i="1" dirty="0">
              <a:solidFill>
                <a:schemeClr val="accent1"/>
              </a:solidFill>
            </a:rPr>
            <a:t>: </a:t>
          </a:r>
          <a:r>
            <a:rPr lang="en-US" i="1" dirty="0">
              <a:solidFill>
                <a:schemeClr val="accent1"/>
              </a:solidFill>
            </a:rPr>
            <a:t>Two adults living together without children (either by choice or after children leave home).</a:t>
          </a:r>
          <a:r>
            <a:rPr lang="en-PH" i="1" dirty="0">
              <a:solidFill>
                <a:schemeClr val="accent1"/>
              </a:solidFill>
            </a:rPr>
            <a:t>  </a:t>
          </a:r>
          <a:endParaRPr lang="en-US" dirty="0">
            <a:solidFill>
              <a:schemeClr val="accent1"/>
            </a:solidFill>
          </a:endParaRPr>
        </a:p>
      </dgm:t>
    </dgm:pt>
    <dgm:pt modelId="{0D0F6A74-6915-4132-9CC2-B139F48154BF}" type="parTrans" cxnId="{39D28947-35C0-408D-B7AE-BE981EF4ED3A}">
      <dgm:prSet/>
      <dgm:spPr/>
      <dgm:t>
        <a:bodyPr/>
        <a:lstStyle/>
        <a:p>
          <a:endParaRPr lang="en-US"/>
        </a:p>
      </dgm:t>
    </dgm:pt>
    <dgm:pt modelId="{3AB612D1-6806-4889-BAF3-C6FD83DB28DD}" type="sibTrans" cxnId="{39D28947-35C0-408D-B7AE-BE981EF4ED3A}">
      <dgm:prSet/>
      <dgm:spPr/>
      <dgm:t>
        <a:bodyPr/>
        <a:lstStyle/>
        <a:p>
          <a:endParaRPr lang="en-US"/>
        </a:p>
      </dgm:t>
    </dgm:pt>
    <dgm:pt modelId="{6D8F8ED2-FD04-47FD-9F5E-6523AA761923}">
      <dgm:prSet/>
      <dgm:spPr/>
      <dgm:t>
        <a:bodyPr/>
        <a:lstStyle/>
        <a:p>
          <a:r>
            <a:rPr lang="en-US" b="1" i="1" dirty="0">
              <a:solidFill>
                <a:schemeClr val="accent1">
                  <a:lumMod val="50000"/>
                </a:schemeClr>
              </a:solidFill>
            </a:rPr>
            <a:t>Kin Network Families: Multiple nuclear families (e.g., grandparents, aunts, uncles, cousins)  living together or close by, sharing resources, childcare, and responsibilities.
Example: </a:t>
          </a:r>
          <a:r>
            <a:rPr lang="en-US" b="1" i="1" dirty="0">
              <a:solidFill>
                <a:schemeClr val="accent1"/>
              </a:solidFill>
            </a:rPr>
            <a:t>Extended households in close-knit ethnic communities or children postponing leaving home due to economic or educational reasons.</a:t>
          </a:r>
        </a:p>
      </dgm:t>
    </dgm:pt>
    <dgm:pt modelId="{838C2349-C8F9-493F-84AB-28613052FF3A}" type="parTrans" cxnId="{F783BF7F-DD10-4E69-8D3A-8E4B883C03A8}">
      <dgm:prSet/>
      <dgm:spPr/>
      <dgm:t>
        <a:bodyPr/>
        <a:lstStyle/>
        <a:p>
          <a:endParaRPr lang="en-US"/>
        </a:p>
      </dgm:t>
    </dgm:pt>
    <dgm:pt modelId="{E4911BB3-F34F-44E4-971E-BF2C06AC4837}" type="sibTrans" cxnId="{F783BF7F-DD10-4E69-8D3A-8E4B883C03A8}">
      <dgm:prSet/>
      <dgm:spPr/>
      <dgm:t>
        <a:bodyPr/>
        <a:lstStyle/>
        <a:p>
          <a:endParaRPr lang="en-US"/>
        </a:p>
      </dgm:t>
    </dgm:pt>
    <dgm:pt modelId="{9D7DB3B1-5560-4086-9418-649C0F74D829}" type="pres">
      <dgm:prSet presAssocID="{1F34379B-55DA-48CA-9491-CE1D2E42B7AE}" presName="linear" presStyleCnt="0">
        <dgm:presLayoutVars>
          <dgm:animLvl val="lvl"/>
          <dgm:resizeHandles val="exact"/>
        </dgm:presLayoutVars>
      </dgm:prSet>
      <dgm:spPr/>
    </dgm:pt>
    <dgm:pt modelId="{48D8D321-41BF-4149-8D9D-8B78E56FF467}" type="pres">
      <dgm:prSet presAssocID="{1E536A62-366D-4CE5-9BF4-A8DAC04EA7BA}" presName="parentText" presStyleLbl="node1" presStyleIdx="0" presStyleCnt="3" custLinFactNeighborX="-1391" custLinFactNeighborY="-67169">
        <dgm:presLayoutVars>
          <dgm:chMax val="0"/>
          <dgm:bulletEnabled val="1"/>
        </dgm:presLayoutVars>
      </dgm:prSet>
      <dgm:spPr/>
    </dgm:pt>
    <dgm:pt modelId="{CFF33467-B836-453E-A350-62568E7535BB}" type="pres">
      <dgm:prSet presAssocID="{0047A6CF-5E0C-4B48-814F-8867401889AC}" presName="spacer" presStyleCnt="0"/>
      <dgm:spPr/>
    </dgm:pt>
    <dgm:pt modelId="{7907C2C6-8598-44BD-B139-CBD9B60D2C20}" type="pres">
      <dgm:prSet presAssocID="{269E4719-507F-4ED5-BE7B-9B548A417D43}" presName="parentText" presStyleLbl="node1" presStyleIdx="1" presStyleCnt="3" custScaleY="75789">
        <dgm:presLayoutVars>
          <dgm:chMax val="0"/>
          <dgm:bulletEnabled val="1"/>
        </dgm:presLayoutVars>
      </dgm:prSet>
      <dgm:spPr/>
    </dgm:pt>
    <dgm:pt modelId="{63234549-837D-46F7-951F-B4E1265DC2EF}" type="pres">
      <dgm:prSet presAssocID="{3AB612D1-6806-4889-BAF3-C6FD83DB28DD}" presName="spacer" presStyleCnt="0"/>
      <dgm:spPr/>
    </dgm:pt>
    <dgm:pt modelId="{A93785C4-20F2-46D4-9800-6B3C6C35B2BB}" type="pres">
      <dgm:prSet presAssocID="{6D8F8ED2-FD04-47FD-9F5E-6523AA761923}" presName="parentText" presStyleLbl="node1" presStyleIdx="2" presStyleCnt="3">
        <dgm:presLayoutVars>
          <dgm:chMax val="0"/>
          <dgm:bulletEnabled val="1"/>
        </dgm:presLayoutVars>
      </dgm:prSet>
      <dgm:spPr/>
    </dgm:pt>
  </dgm:ptLst>
  <dgm:cxnLst>
    <dgm:cxn modelId="{3638985D-39EA-4E9B-AFDE-F18C16E0C55A}" type="presOf" srcId="{1E536A62-366D-4CE5-9BF4-A8DAC04EA7BA}" destId="{48D8D321-41BF-4149-8D9D-8B78E56FF467}" srcOrd="0" destOrd="0" presId="urn:microsoft.com/office/officeart/2005/8/layout/vList2"/>
    <dgm:cxn modelId="{39D28947-35C0-408D-B7AE-BE981EF4ED3A}" srcId="{1F34379B-55DA-48CA-9491-CE1D2E42B7AE}" destId="{269E4719-507F-4ED5-BE7B-9B548A417D43}" srcOrd="1" destOrd="0" parTransId="{0D0F6A74-6915-4132-9CC2-B139F48154BF}" sibTransId="{3AB612D1-6806-4889-BAF3-C6FD83DB28DD}"/>
    <dgm:cxn modelId="{715C6874-70C4-4A68-8BBB-C98D414C9FA2}" type="presOf" srcId="{6D8F8ED2-FD04-47FD-9F5E-6523AA761923}" destId="{A93785C4-20F2-46D4-9800-6B3C6C35B2BB}" srcOrd="0" destOrd="0" presId="urn:microsoft.com/office/officeart/2005/8/layout/vList2"/>
    <dgm:cxn modelId="{F783BF7F-DD10-4E69-8D3A-8E4B883C03A8}" srcId="{1F34379B-55DA-48CA-9491-CE1D2E42B7AE}" destId="{6D8F8ED2-FD04-47FD-9F5E-6523AA761923}" srcOrd="2" destOrd="0" parTransId="{838C2349-C8F9-493F-84AB-28613052FF3A}" sibTransId="{E4911BB3-F34F-44E4-971E-BF2C06AC4837}"/>
    <dgm:cxn modelId="{079849C2-C335-476D-9D82-4651C9846763}" type="presOf" srcId="{1F34379B-55DA-48CA-9491-CE1D2E42B7AE}" destId="{9D7DB3B1-5560-4086-9418-649C0F74D829}" srcOrd="0" destOrd="0" presId="urn:microsoft.com/office/officeart/2005/8/layout/vList2"/>
    <dgm:cxn modelId="{D9FBA0D4-C2C5-4170-A911-095296701274}" srcId="{1F34379B-55DA-48CA-9491-CE1D2E42B7AE}" destId="{1E536A62-366D-4CE5-9BF4-A8DAC04EA7BA}" srcOrd="0" destOrd="0" parTransId="{77C890A7-ED1D-42EB-AB9C-D05A4202FF4E}" sibTransId="{0047A6CF-5E0C-4B48-814F-8867401889AC}"/>
    <dgm:cxn modelId="{0EB58CDA-2131-48B9-9D40-DF0CD50EF2A2}" type="presOf" srcId="{269E4719-507F-4ED5-BE7B-9B548A417D43}" destId="{7907C2C6-8598-44BD-B139-CBD9B60D2C20}" srcOrd="0" destOrd="0" presId="urn:microsoft.com/office/officeart/2005/8/layout/vList2"/>
    <dgm:cxn modelId="{CE965482-2AFD-4A2F-B83C-350A0B44A8C5}" type="presParOf" srcId="{9D7DB3B1-5560-4086-9418-649C0F74D829}" destId="{48D8D321-41BF-4149-8D9D-8B78E56FF467}" srcOrd="0" destOrd="0" presId="urn:microsoft.com/office/officeart/2005/8/layout/vList2"/>
    <dgm:cxn modelId="{90F6B26E-8BC0-4B79-B82A-88BC83B4FBAB}" type="presParOf" srcId="{9D7DB3B1-5560-4086-9418-649C0F74D829}" destId="{CFF33467-B836-453E-A350-62568E7535BB}" srcOrd="1" destOrd="0" presId="urn:microsoft.com/office/officeart/2005/8/layout/vList2"/>
    <dgm:cxn modelId="{B5014703-3636-446C-AC1A-24ADBBBBEB3D}" type="presParOf" srcId="{9D7DB3B1-5560-4086-9418-649C0F74D829}" destId="{7907C2C6-8598-44BD-B139-CBD9B60D2C20}" srcOrd="2" destOrd="0" presId="urn:microsoft.com/office/officeart/2005/8/layout/vList2"/>
    <dgm:cxn modelId="{617247D8-D956-442F-AF30-F13F79535430}" type="presParOf" srcId="{9D7DB3B1-5560-4086-9418-649C0F74D829}" destId="{63234549-837D-46F7-951F-B4E1265DC2EF}" srcOrd="3" destOrd="0" presId="urn:microsoft.com/office/officeart/2005/8/layout/vList2"/>
    <dgm:cxn modelId="{7D8B2122-71B7-4601-890A-C626EEF43348}" type="presParOf" srcId="{9D7DB3B1-5560-4086-9418-649C0F74D829}" destId="{A93785C4-20F2-46D4-9800-6B3C6C35B2BB}"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49FB18-6270-4B92-B2CC-E3B30E04ED86}" type="doc">
      <dgm:prSet loTypeId="urn:microsoft.com/office/officeart/2005/8/layout/vList2" loCatId="list" qsTypeId="urn:microsoft.com/office/officeart/2005/8/quickstyle/simple1#2" qsCatId="simple" csTypeId="urn:microsoft.com/office/officeart/2005/8/colors/colorful2#2" csCatId="colorful" phldr="1"/>
      <dgm:spPr/>
      <dgm:t>
        <a:bodyPr/>
        <a:lstStyle/>
        <a:p>
          <a:endParaRPr lang="en-US"/>
        </a:p>
      </dgm:t>
    </dgm:pt>
    <dgm:pt modelId="{9FD499F7-2AAF-426D-AD19-BD51B1F200E7}">
      <dgm:prSet/>
      <dgm:spPr/>
      <dgm:t>
        <a:bodyPr/>
        <a:lstStyle/>
        <a:p>
          <a:r>
            <a:rPr lang="en-US" b="1" i="1" dirty="0">
              <a:solidFill>
                <a:schemeClr val="bg2"/>
              </a:solidFill>
            </a:rPr>
            <a:t>Families Experiencing Divorce, Remarriage, and Blending
</a:t>
          </a:r>
          <a:r>
            <a:rPr lang="en-US" b="1" i="1" dirty="0">
              <a:solidFill>
                <a:srgbClr val="FFFF00"/>
              </a:solidFill>
            </a:rPr>
            <a:t>Blended (or Step-) Families: </a:t>
          </a:r>
          <a:r>
            <a:rPr lang="en-US" b="0" i="1" dirty="0">
              <a:solidFill>
                <a:srgbClr val="FFFF00"/>
              </a:solidFill>
            </a:rPr>
            <a:t>Created when parents remarry and bring children from previous relationships. Requires adjusting roles, communication, and traditions.</a:t>
          </a:r>
        </a:p>
        <a:p>
          <a:r>
            <a:rPr lang="en-US" b="0" i="0" dirty="0"/>
            <a:t>Requires significant adjustment, redefinition of roles, and can involve complex dynamics with noncustodial parents.</a:t>
          </a:r>
          <a:endParaRPr lang="en-US" b="0" dirty="0">
            <a:solidFill>
              <a:srgbClr val="FFFF00"/>
            </a:solidFill>
          </a:endParaRPr>
        </a:p>
      </dgm:t>
    </dgm:pt>
    <dgm:pt modelId="{C13FB533-F218-4992-880E-6381926F23B9}" type="parTrans" cxnId="{21D261E5-9588-4998-95AD-88C31A1AC1A8}">
      <dgm:prSet/>
      <dgm:spPr/>
      <dgm:t>
        <a:bodyPr/>
        <a:lstStyle/>
        <a:p>
          <a:endParaRPr lang="en-US"/>
        </a:p>
      </dgm:t>
    </dgm:pt>
    <dgm:pt modelId="{EA9D0F2E-4E01-4E1B-8828-17326A25A2D5}" type="sibTrans" cxnId="{21D261E5-9588-4998-95AD-88C31A1AC1A8}">
      <dgm:prSet/>
      <dgm:spPr/>
      <dgm:t>
        <a:bodyPr/>
        <a:lstStyle/>
        <a:p>
          <a:endParaRPr lang="en-US"/>
        </a:p>
      </dgm:t>
    </dgm:pt>
    <dgm:pt modelId="{7DACB467-E9F6-4046-B925-F769C3197243}">
      <dgm:prSet/>
      <dgm:spPr/>
      <dgm:t>
        <a:bodyPr/>
        <a:lstStyle/>
        <a:p>
          <a:r>
            <a:rPr lang="en-US" b="1" i="1" dirty="0"/>
            <a:t>Single-Parent Families
</a:t>
          </a:r>
          <a:r>
            <a:rPr lang="en-US" b="0" i="1" dirty="0"/>
            <a:t>Structure: One adult (by choice, divorce, death, or separation) raising children.</a:t>
          </a:r>
        </a:p>
        <a:p>
          <a:r>
            <a:rPr lang="en-US" b="0" i="1" dirty="0"/>
            <a:t>Key Feature: Most often headed by women. Faces unique challenges related to being the sole financial, emotional, and caregiving support.</a:t>
          </a:r>
          <a:endParaRPr lang="en-US" b="0" dirty="0"/>
        </a:p>
      </dgm:t>
    </dgm:pt>
    <dgm:pt modelId="{038949A0-2D12-44F4-B511-12345CDC74DF}" type="parTrans" cxnId="{1F5D96F7-FD8B-465E-9C20-9D8D5A98D78E}">
      <dgm:prSet/>
      <dgm:spPr/>
      <dgm:t>
        <a:bodyPr/>
        <a:lstStyle/>
        <a:p>
          <a:endParaRPr lang="en-US"/>
        </a:p>
      </dgm:t>
    </dgm:pt>
    <dgm:pt modelId="{74E8CE8E-16BE-4F97-9F9A-6CA868AA5D71}" type="sibTrans" cxnId="{1F5D96F7-FD8B-465E-9C20-9D8D5A98D78E}">
      <dgm:prSet/>
      <dgm:spPr/>
      <dgm:t>
        <a:bodyPr/>
        <a:lstStyle/>
        <a:p>
          <a:endParaRPr lang="en-US"/>
        </a:p>
      </dgm:t>
    </dgm:pt>
    <dgm:pt modelId="{2DA965F2-E5B8-438E-9739-7DE774EE29F1}" type="pres">
      <dgm:prSet presAssocID="{9549FB18-6270-4B92-B2CC-E3B30E04ED86}" presName="linear" presStyleCnt="0">
        <dgm:presLayoutVars>
          <dgm:animLvl val="lvl"/>
          <dgm:resizeHandles val="exact"/>
        </dgm:presLayoutVars>
      </dgm:prSet>
      <dgm:spPr/>
    </dgm:pt>
    <dgm:pt modelId="{6F5B5251-D4D9-4014-8738-FA3845CFDE73}" type="pres">
      <dgm:prSet presAssocID="{9FD499F7-2AAF-426D-AD19-BD51B1F200E7}" presName="parentText" presStyleLbl="node1" presStyleIdx="0" presStyleCnt="2">
        <dgm:presLayoutVars>
          <dgm:chMax val="0"/>
          <dgm:bulletEnabled val="1"/>
        </dgm:presLayoutVars>
      </dgm:prSet>
      <dgm:spPr/>
    </dgm:pt>
    <dgm:pt modelId="{081433C1-9957-4955-91C9-62BEB245A9A8}" type="pres">
      <dgm:prSet presAssocID="{EA9D0F2E-4E01-4E1B-8828-17326A25A2D5}" presName="spacer" presStyleCnt="0"/>
      <dgm:spPr/>
    </dgm:pt>
    <dgm:pt modelId="{82D9E108-94FC-4527-825E-3FF9F5E652B1}" type="pres">
      <dgm:prSet presAssocID="{7DACB467-E9F6-4046-B925-F769C3197243}" presName="parentText" presStyleLbl="node1" presStyleIdx="1" presStyleCnt="2">
        <dgm:presLayoutVars>
          <dgm:chMax val="0"/>
          <dgm:bulletEnabled val="1"/>
        </dgm:presLayoutVars>
      </dgm:prSet>
      <dgm:spPr/>
    </dgm:pt>
  </dgm:ptLst>
  <dgm:cxnLst>
    <dgm:cxn modelId="{022CD624-6287-4F2F-B70C-B1783D03B668}" type="presOf" srcId="{9FD499F7-2AAF-426D-AD19-BD51B1F200E7}" destId="{6F5B5251-D4D9-4014-8738-FA3845CFDE73}" srcOrd="0" destOrd="0" presId="urn:microsoft.com/office/officeart/2005/8/layout/vList2"/>
    <dgm:cxn modelId="{1C488199-3118-40F9-9E5A-414FD18D398E}" type="presOf" srcId="{9549FB18-6270-4B92-B2CC-E3B30E04ED86}" destId="{2DA965F2-E5B8-438E-9739-7DE774EE29F1}" srcOrd="0" destOrd="0" presId="urn:microsoft.com/office/officeart/2005/8/layout/vList2"/>
    <dgm:cxn modelId="{235BBFCE-98A2-4932-9392-78AA875075C9}" type="presOf" srcId="{7DACB467-E9F6-4046-B925-F769C3197243}" destId="{82D9E108-94FC-4527-825E-3FF9F5E652B1}" srcOrd="0" destOrd="0" presId="urn:microsoft.com/office/officeart/2005/8/layout/vList2"/>
    <dgm:cxn modelId="{21D261E5-9588-4998-95AD-88C31A1AC1A8}" srcId="{9549FB18-6270-4B92-B2CC-E3B30E04ED86}" destId="{9FD499F7-2AAF-426D-AD19-BD51B1F200E7}" srcOrd="0" destOrd="0" parTransId="{C13FB533-F218-4992-880E-6381926F23B9}" sibTransId="{EA9D0F2E-4E01-4E1B-8828-17326A25A2D5}"/>
    <dgm:cxn modelId="{1F5D96F7-FD8B-465E-9C20-9D8D5A98D78E}" srcId="{9549FB18-6270-4B92-B2CC-E3B30E04ED86}" destId="{7DACB467-E9F6-4046-B925-F769C3197243}" srcOrd="1" destOrd="0" parTransId="{038949A0-2D12-44F4-B511-12345CDC74DF}" sibTransId="{74E8CE8E-16BE-4F97-9F9A-6CA868AA5D71}"/>
    <dgm:cxn modelId="{E3C10A4B-0793-4275-86E8-398973D5BD38}" type="presParOf" srcId="{2DA965F2-E5B8-438E-9739-7DE774EE29F1}" destId="{6F5B5251-D4D9-4014-8738-FA3845CFDE73}" srcOrd="0" destOrd="0" presId="urn:microsoft.com/office/officeart/2005/8/layout/vList2"/>
    <dgm:cxn modelId="{055AD9B3-778B-4E88-8EC2-F2569AEC18F5}" type="presParOf" srcId="{2DA965F2-E5B8-438E-9739-7DE774EE29F1}" destId="{081433C1-9957-4955-91C9-62BEB245A9A8}" srcOrd="1" destOrd="0" presId="urn:microsoft.com/office/officeart/2005/8/layout/vList2"/>
    <dgm:cxn modelId="{101DC360-F7B9-4283-84FA-97376E14AE0B}" type="presParOf" srcId="{2DA965F2-E5B8-438E-9739-7DE774EE29F1}" destId="{82D9E108-94FC-4527-825E-3FF9F5E652B1}"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F8C5B8E-4CFE-45EA-AED2-6FD734C3B5D2}" type="doc">
      <dgm:prSet loTypeId="urn:microsoft.com/office/officeart/2005/8/layout/vList2" loCatId="list" qsTypeId="urn:microsoft.com/office/officeart/2005/8/quickstyle/simple1#3" qsCatId="simple" csTypeId="urn:microsoft.com/office/officeart/2005/8/colors/colorful2#3" csCatId="colorful" phldr="1"/>
      <dgm:spPr/>
      <dgm:t>
        <a:bodyPr/>
        <a:lstStyle/>
        <a:p>
          <a:endParaRPr lang="en-US"/>
        </a:p>
      </dgm:t>
    </dgm:pt>
    <dgm:pt modelId="{AD55FE9B-8AC4-4C53-BEB3-323FA88483B5}">
      <dgm:prSet/>
      <dgm:spPr/>
      <dgm:t>
        <a:bodyPr/>
        <a:lstStyle/>
        <a:p>
          <a:r>
            <a:rPr lang="en-US" b="1" i="0" dirty="0">
              <a:solidFill>
                <a:schemeClr val="bg1"/>
              </a:solidFill>
            </a:rPr>
            <a:t>LGBTQ Families</a:t>
          </a:r>
          <a:r>
            <a:rPr lang="en-PH" b="0" i="0" dirty="0">
              <a:solidFill>
                <a:schemeClr val="bg1"/>
              </a:solidFill>
            </a:rPr>
            <a:t>: </a:t>
          </a:r>
          <a:r>
            <a:rPr lang="en-US" b="0" i="0" dirty="0">
              <a:solidFill>
                <a:schemeClr val="bg1"/>
              </a:solidFill>
            </a:rPr>
            <a:t>Families headed by one or more lesbian, gay, bisexual, transgender, or queer individuals. They may have biological children (from previous or current relationships), adopted children, or foster children.</a:t>
          </a:r>
          <a:endParaRPr lang="en-US" dirty="0">
            <a:solidFill>
              <a:schemeClr val="bg1"/>
            </a:solidFill>
          </a:endParaRPr>
        </a:p>
      </dgm:t>
    </dgm:pt>
    <dgm:pt modelId="{24224381-762E-409A-B24D-D3B70DC710E3}" type="parTrans" cxnId="{DD421873-EC61-4095-9FE6-33D75BFA0912}">
      <dgm:prSet/>
      <dgm:spPr/>
      <dgm:t>
        <a:bodyPr/>
        <a:lstStyle/>
        <a:p>
          <a:endParaRPr lang="en-US"/>
        </a:p>
      </dgm:t>
    </dgm:pt>
    <dgm:pt modelId="{96D54EE6-B121-4321-A79F-403EEBCC0C53}" type="sibTrans" cxnId="{DD421873-EC61-4095-9FE6-33D75BFA0912}">
      <dgm:prSet/>
      <dgm:spPr/>
      <dgm:t>
        <a:bodyPr/>
        <a:lstStyle/>
        <a:p>
          <a:endParaRPr lang="en-US"/>
        </a:p>
      </dgm:t>
    </dgm:pt>
    <dgm:pt modelId="{4A0BC0A6-D731-45AD-A637-53D6D72CFB14}">
      <dgm:prSet/>
      <dgm:spPr/>
      <dgm:t>
        <a:bodyPr/>
        <a:lstStyle/>
        <a:p>
          <a:r>
            <a:rPr lang="en-US" b="1" i="0" dirty="0">
              <a:solidFill>
                <a:schemeClr val="accent1"/>
              </a:solidFill>
            </a:rPr>
            <a:t>Families Headed by an Adolescent Parent(s):</a:t>
          </a:r>
        </a:p>
        <a:p>
          <a:r>
            <a:rPr lang="en-US" b="1" i="0" dirty="0">
              <a:solidFill>
                <a:schemeClr val="accent1"/>
              </a:solidFill>
            </a:rPr>
            <a:t>Structure: A family where one or both parents are teenagers..</a:t>
          </a:r>
          <a:endParaRPr lang="en-US" dirty="0">
            <a:solidFill>
              <a:schemeClr val="accent1"/>
            </a:solidFill>
          </a:endParaRPr>
        </a:p>
      </dgm:t>
    </dgm:pt>
    <dgm:pt modelId="{CB0C97E9-FC84-475F-9FFF-65F82E18C317}" type="parTrans" cxnId="{7B451E2F-55D5-4BF1-A951-623B14AE2E1D}">
      <dgm:prSet/>
      <dgm:spPr/>
      <dgm:t>
        <a:bodyPr/>
        <a:lstStyle/>
        <a:p>
          <a:endParaRPr lang="en-US"/>
        </a:p>
      </dgm:t>
    </dgm:pt>
    <dgm:pt modelId="{4686BE93-686B-49D6-94F6-15DEEC657F8B}" type="sibTrans" cxnId="{7B451E2F-55D5-4BF1-A951-623B14AE2E1D}">
      <dgm:prSet/>
      <dgm:spPr/>
      <dgm:t>
        <a:bodyPr/>
        <a:lstStyle/>
        <a:p>
          <a:endParaRPr lang="en-US"/>
        </a:p>
      </dgm:t>
    </dgm:pt>
    <dgm:pt modelId="{29FFC655-2E67-4CEA-94B4-AF60B5C0DB1C}">
      <dgm:prSet/>
      <dgm:spPr/>
      <dgm:t>
        <a:bodyPr/>
        <a:lstStyle/>
        <a:p>
          <a:r>
            <a:rPr lang="en-US" b="1" i="1" dirty="0">
              <a:solidFill>
                <a:schemeClr val="bg1"/>
              </a:solidFill>
            </a:rPr>
            <a:t>Cohabitating Couple Family:</a:t>
          </a:r>
        </a:p>
        <a:p>
          <a:r>
            <a:rPr lang="en-US" b="1" i="1" dirty="0">
              <a:solidFill>
                <a:schemeClr val="bg1"/>
              </a:solidFill>
            </a:rPr>
            <a:t>Structure: An unmarried couple, heterosexual or LGBTQ, living together with or without children.</a:t>
          </a:r>
        </a:p>
        <a:p>
          <a:r>
            <a:rPr lang="en-US" b="1" i="1" dirty="0">
              <a:solidFill>
                <a:schemeClr val="bg1"/>
              </a:solidFill>
            </a:rPr>
            <a:t>Key Feature: Chosen for various reasons, including delayed marriage, career focus, or as an alternative to marriage in later life. Not always a precursor to marriage.</a:t>
          </a:r>
          <a:endParaRPr lang="en-US" dirty="0">
            <a:solidFill>
              <a:schemeClr val="bg1"/>
            </a:solidFill>
          </a:endParaRPr>
        </a:p>
      </dgm:t>
    </dgm:pt>
    <dgm:pt modelId="{AE48C99B-0327-4EEC-B062-CF12C56821BF}" type="sibTrans" cxnId="{FAA7C5EC-1774-48CB-BDE4-0B03035E8A6D}">
      <dgm:prSet/>
      <dgm:spPr/>
      <dgm:t>
        <a:bodyPr/>
        <a:lstStyle/>
        <a:p>
          <a:endParaRPr lang="en-US"/>
        </a:p>
      </dgm:t>
    </dgm:pt>
    <dgm:pt modelId="{3D672E04-E441-4C59-9A37-52A3EEC805E4}" type="parTrans" cxnId="{FAA7C5EC-1774-48CB-BDE4-0B03035E8A6D}">
      <dgm:prSet/>
      <dgm:spPr/>
      <dgm:t>
        <a:bodyPr/>
        <a:lstStyle/>
        <a:p>
          <a:endParaRPr lang="en-US"/>
        </a:p>
      </dgm:t>
    </dgm:pt>
    <dgm:pt modelId="{D07A45AE-A14E-47A0-9F38-670064DDFE3C}">
      <dgm:prSet/>
      <dgm:spPr/>
      <dgm:t>
        <a:bodyPr/>
        <a:lstStyle/>
        <a:p>
          <a:r>
            <a:rPr lang="en-US" b="1" i="0" dirty="0">
              <a:solidFill>
                <a:schemeClr val="accent1"/>
              </a:solidFill>
            </a:rPr>
            <a:t>Families with Older Adults:</a:t>
          </a:r>
          <a:endParaRPr lang="en-US" b="0" i="0" dirty="0">
            <a:solidFill>
              <a:schemeClr val="accent1"/>
            </a:solidFill>
          </a:endParaRPr>
        </a:p>
        <a:p>
          <a:pPr>
            <a:buFont typeface="Arial" panose="020B0604020202020204" pitchFamily="34" charset="0"/>
            <a:buChar char="•"/>
          </a:pPr>
          <a:r>
            <a:rPr lang="en-US" b="0" i="0" dirty="0">
              <a:solidFill>
                <a:schemeClr val="accent1"/>
              </a:solidFill>
            </a:rPr>
            <a:t>This can refer to elderly couples living independently, multi-generational households, or situations where adult children become caregivers for their aging parents.</a:t>
          </a:r>
          <a:endParaRPr lang="en-US" dirty="0">
            <a:solidFill>
              <a:schemeClr val="accent1"/>
            </a:solidFill>
          </a:endParaRPr>
        </a:p>
      </dgm:t>
    </dgm:pt>
    <dgm:pt modelId="{52A1A79A-CA6E-434D-97FF-87050FD2DEC0}" type="parTrans" cxnId="{D5144656-BB7A-4E39-A715-8DC806C8CB83}">
      <dgm:prSet/>
      <dgm:spPr/>
      <dgm:t>
        <a:bodyPr/>
        <a:lstStyle/>
        <a:p>
          <a:endParaRPr lang="en-US"/>
        </a:p>
      </dgm:t>
    </dgm:pt>
    <dgm:pt modelId="{D0E02F45-4683-40A0-AFA0-EDBD22060229}" type="sibTrans" cxnId="{D5144656-BB7A-4E39-A715-8DC806C8CB83}">
      <dgm:prSet/>
      <dgm:spPr/>
      <dgm:t>
        <a:bodyPr/>
        <a:lstStyle/>
        <a:p>
          <a:endParaRPr lang="en-US"/>
        </a:p>
      </dgm:t>
    </dgm:pt>
    <dgm:pt modelId="{92E0C396-A0BD-458B-9EAA-E93B0F228767}">
      <dgm:prSet/>
      <dgm:spPr/>
      <dgm:t>
        <a:bodyPr/>
        <a:lstStyle/>
        <a:p>
          <a:r>
            <a:rPr lang="en-US" b="1" i="0" dirty="0"/>
            <a:t>Foster Families:</a:t>
          </a:r>
          <a:endParaRPr lang="en-US" b="0" i="0" dirty="0"/>
        </a:p>
        <a:p>
          <a:pPr>
            <a:buFont typeface="Arial" panose="020B0604020202020204" pitchFamily="34" charset="0"/>
            <a:buChar char="•"/>
          </a:pPr>
          <a:r>
            <a:rPr lang="en-US" b="0" i="0" dirty="0"/>
            <a:t>Trained individuals or couples who provide temporary, safe, and loving homes for children removed from their biological families due to maltreatment.</a:t>
          </a:r>
          <a:endParaRPr lang="en-US" dirty="0"/>
        </a:p>
      </dgm:t>
    </dgm:pt>
    <dgm:pt modelId="{0130E4DB-CC6C-4522-A2C5-059AF4D984B7}" type="parTrans" cxnId="{20DE2AB4-409F-455E-B1A2-933AA51AB665}">
      <dgm:prSet/>
      <dgm:spPr/>
      <dgm:t>
        <a:bodyPr/>
        <a:lstStyle/>
        <a:p>
          <a:endParaRPr lang="en-US"/>
        </a:p>
      </dgm:t>
    </dgm:pt>
    <dgm:pt modelId="{13145934-8783-4F14-A4DE-78801977ED26}" type="sibTrans" cxnId="{20DE2AB4-409F-455E-B1A2-933AA51AB665}">
      <dgm:prSet/>
      <dgm:spPr/>
      <dgm:t>
        <a:bodyPr/>
        <a:lstStyle/>
        <a:p>
          <a:endParaRPr lang="en-US"/>
        </a:p>
      </dgm:t>
    </dgm:pt>
    <dgm:pt modelId="{CCD7517A-4E25-4FF3-AE47-639B87ECE21B}" type="pres">
      <dgm:prSet presAssocID="{2F8C5B8E-4CFE-45EA-AED2-6FD734C3B5D2}" presName="linear" presStyleCnt="0">
        <dgm:presLayoutVars>
          <dgm:animLvl val="lvl"/>
          <dgm:resizeHandles val="exact"/>
        </dgm:presLayoutVars>
      </dgm:prSet>
      <dgm:spPr/>
    </dgm:pt>
    <dgm:pt modelId="{9BEC1F24-C14F-406C-A245-272878067DF6}" type="pres">
      <dgm:prSet presAssocID="{29FFC655-2E67-4CEA-94B4-AF60B5C0DB1C}" presName="parentText" presStyleLbl="node1" presStyleIdx="0" presStyleCnt="5">
        <dgm:presLayoutVars>
          <dgm:chMax val="0"/>
          <dgm:bulletEnabled val="1"/>
        </dgm:presLayoutVars>
      </dgm:prSet>
      <dgm:spPr/>
    </dgm:pt>
    <dgm:pt modelId="{36CE08C5-172D-48BE-A67E-DA52F915AE96}" type="pres">
      <dgm:prSet presAssocID="{AE48C99B-0327-4EEC-B062-CF12C56821BF}" presName="spacer" presStyleCnt="0"/>
      <dgm:spPr/>
    </dgm:pt>
    <dgm:pt modelId="{FA9812EF-1689-46C0-A960-0EB269472A3C}" type="pres">
      <dgm:prSet presAssocID="{AD55FE9B-8AC4-4C53-BEB3-323FA88483B5}" presName="parentText" presStyleLbl="node1" presStyleIdx="1" presStyleCnt="5">
        <dgm:presLayoutVars>
          <dgm:chMax val="0"/>
          <dgm:bulletEnabled val="1"/>
        </dgm:presLayoutVars>
      </dgm:prSet>
      <dgm:spPr/>
    </dgm:pt>
    <dgm:pt modelId="{F9E5139B-2084-4B0C-9EC9-5C6000BC1D6B}" type="pres">
      <dgm:prSet presAssocID="{96D54EE6-B121-4321-A79F-403EEBCC0C53}" presName="spacer" presStyleCnt="0"/>
      <dgm:spPr/>
    </dgm:pt>
    <dgm:pt modelId="{B6BF89E0-88A9-461B-8EAC-36C2818DECDC}" type="pres">
      <dgm:prSet presAssocID="{4A0BC0A6-D731-45AD-A637-53D6D72CFB14}" presName="parentText" presStyleLbl="node1" presStyleIdx="2" presStyleCnt="5">
        <dgm:presLayoutVars>
          <dgm:chMax val="0"/>
          <dgm:bulletEnabled val="1"/>
        </dgm:presLayoutVars>
      </dgm:prSet>
      <dgm:spPr/>
    </dgm:pt>
    <dgm:pt modelId="{E03A50C5-E1A7-46E9-9DB9-EE67FE0036C6}" type="pres">
      <dgm:prSet presAssocID="{4686BE93-686B-49D6-94F6-15DEEC657F8B}" presName="spacer" presStyleCnt="0"/>
      <dgm:spPr/>
    </dgm:pt>
    <dgm:pt modelId="{F9AEE7D9-3EC9-484B-9924-9B14BE93AE74}" type="pres">
      <dgm:prSet presAssocID="{D07A45AE-A14E-47A0-9F38-670064DDFE3C}" presName="parentText" presStyleLbl="node1" presStyleIdx="3" presStyleCnt="5">
        <dgm:presLayoutVars>
          <dgm:chMax val="0"/>
          <dgm:bulletEnabled val="1"/>
        </dgm:presLayoutVars>
      </dgm:prSet>
      <dgm:spPr/>
    </dgm:pt>
    <dgm:pt modelId="{A93D4E79-AFCC-4BB1-BA39-F3E60983744E}" type="pres">
      <dgm:prSet presAssocID="{D0E02F45-4683-40A0-AFA0-EDBD22060229}" presName="spacer" presStyleCnt="0"/>
      <dgm:spPr/>
    </dgm:pt>
    <dgm:pt modelId="{7FEAF096-2E59-4215-8886-550C1EAF824B}" type="pres">
      <dgm:prSet presAssocID="{92E0C396-A0BD-458B-9EAA-E93B0F228767}" presName="parentText" presStyleLbl="node1" presStyleIdx="4" presStyleCnt="5">
        <dgm:presLayoutVars>
          <dgm:chMax val="0"/>
          <dgm:bulletEnabled val="1"/>
        </dgm:presLayoutVars>
      </dgm:prSet>
      <dgm:spPr/>
    </dgm:pt>
  </dgm:ptLst>
  <dgm:cxnLst>
    <dgm:cxn modelId="{4AEEC81C-CFF0-4306-8E98-6158D7461A4F}" type="presOf" srcId="{2F8C5B8E-4CFE-45EA-AED2-6FD734C3B5D2}" destId="{CCD7517A-4E25-4FF3-AE47-639B87ECE21B}" srcOrd="0" destOrd="0" presId="urn:microsoft.com/office/officeart/2005/8/layout/vList2"/>
    <dgm:cxn modelId="{83132E27-F24E-4F50-BB7A-51C14DA69EAF}" type="presOf" srcId="{92E0C396-A0BD-458B-9EAA-E93B0F228767}" destId="{7FEAF096-2E59-4215-8886-550C1EAF824B}" srcOrd="0" destOrd="0" presId="urn:microsoft.com/office/officeart/2005/8/layout/vList2"/>
    <dgm:cxn modelId="{7B451E2F-55D5-4BF1-A951-623B14AE2E1D}" srcId="{2F8C5B8E-4CFE-45EA-AED2-6FD734C3B5D2}" destId="{4A0BC0A6-D731-45AD-A637-53D6D72CFB14}" srcOrd="2" destOrd="0" parTransId="{CB0C97E9-FC84-475F-9FFF-65F82E18C317}" sibTransId="{4686BE93-686B-49D6-94F6-15DEEC657F8B}"/>
    <dgm:cxn modelId="{85EB8B42-689B-4A20-9B11-B6B0BC96CF5F}" type="presOf" srcId="{AD55FE9B-8AC4-4C53-BEB3-323FA88483B5}" destId="{FA9812EF-1689-46C0-A960-0EB269472A3C}" srcOrd="0" destOrd="0" presId="urn:microsoft.com/office/officeart/2005/8/layout/vList2"/>
    <dgm:cxn modelId="{DD421873-EC61-4095-9FE6-33D75BFA0912}" srcId="{2F8C5B8E-4CFE-45EA-AED2-6FD734C3B5D2}" destId="{AD55FE9B-8AC4-4C53-BEB3-323FA88483B5}" srcOrd="1" destOrd="0" parTransId="{24224381-762E-409A-B24D-D3B70DC710E3}" sibTransId="{96D54EE6-B121-4321-A79F-403EEBCC0C53}"/>
    <dgm:cxn modelId="{D5144656-BB7A-4E39-A715-8DC806C8CB83}" srcId="{2F8C5B8E-4CFE-45EA-AED2-6FD734C3B5D2}" destId="{D07A45AE-A14E-47A0-9F38-670064DDFE3C}" srcOrd="3" destOrd="0" parTransId="{52A1A79A-CA6E-434D-97FF-87050FD2DEC0}" sibTransId="{D0E02F45-4683-40A0-AFA0-EDBD22060229}"/>
    <dgm:cxn modelId="{11C19676-E22F-4DFF-B3B2-A7AB69FEEC3F}" type="presOf" srcId="{29FFC655-2E67-4CEA-94B4-AF60B5C0DB1C}" destId="{9BEC1F24-C14F-406C-A245-272878067DF6}" srcOrd="0" destOrd="0" presId="urn:microsoft.com/office/officeart/2005/8/layout/vList2"/>
    <dgm:cxn modelId="{FCCC79A0-49EE-45E4-A6DB-A44DB1839708}" type="presOf" srcId="{D07A45AE-A14E-47A0-9F38-670064DDFE3C}" destId="{F9AEE7D9-3EC9-484B-9924-9B14BE93AE74}" srcOrd="0" destOrd="0" presId="urn:microsoft.com/office/officeart/2005/8/layout/vList2"/>
    <dgm:cxn modelId="{20DE2AB4-409F-455E-B1A2-933AA51AB665}" srcId="{2F8C5B8E-4CFE-45EA-AED2-6FD734C3B5D2}" destId="{92E0C396-A0BD-458B-9EAA-E93B0F228767}" srcOrd="4" destOrd="0" parTransId="{0130E4DB-CC6C-4522-A2C5-059AF4D984B7}" sibTransId="{13145934-8783-4F14-A4DE-78801977ED26}"/>
    <dgm:cxn modelId="{9B2501BD-FA5C-4600-B0B8-E6A3FB25CA3D}" type="presOf" srcId="{4A0BC0A6-D731-45AD-A637-53D6D72CFB14}" destId="{B6BF89E0-88A9-461B-8EAC-36C2818DECDC}" srcOrd="0" destOrd="0" presId="urn:microsoft.com/office/officeart/2005/8/layout/vList2"/>
    <dgm:cxn modelId="{FAA7C5EC-1774-48CB-BDE4-0B03035E8A6D}" srcId="{2F8C5B8E-4CFE-45EA-AED2-6FD734C3B5D2}" destId="{29FFC655-2E67-4CEA-94B4-AF60B5C0DB1C}" srcOrd="0" destOrd="0" parTransId="{3D672E04-E441-4C59-9A37-52A3EEC805E4}" sibTransId="{AE48C99B-0327-4EEC-B062-CF12C56821BF}"/>
    <dgm:cxn modelId="{CC9DD77F-4BC6-47C3-BC70-519A7ED3A210}" type="presParOf" srcId="{CCD7517A-4E25-4FF3-AE47-639B87ECE21B}" destId="{9BEC1F24-C14F-406C-A245-272878067DF6}" srcOrd="0" destOrd="0" presId="urn:microsoft.com/office/officeart/2005/8/layout/vList2"/>
    <dgm:cxn modelId="{E12E7D34-5F29-49F4-9C21-2D6E2F6DDBDD}" type="presParOf" srcId="{CCD7517A-4E25-4FF3-AE47-639B87ECE21B}" destId="{36CE08C5-172D-48BE-A67E-DA52F915AE96}" srcOrd="1" destOrd="0" presId="urn:microsoft.com/office/officeart/2005/8/layout/vList2"/>
    <dgm:cxn modelId="{F90F5DEB-1691-4DE9-A549-F2C466EA9483}" type="presParOf" srcId="{CCD7517A-4E25-4FF3-AE47-639B87ECE21B}" destId="{FA9812EF-1689-46C0-A960-0EB269472A3C}" srcOrd="2" destOrd="0" presId="urn:microsoft.com/office/officeart/2005/8/layout/vList2"/>
    <dgm:cxn modelId="{1C00FA0C-4E25-4545-A170-3CF87DB93820}" type="presParOf" srcId="{CCD7517A-4E25-4FF3-AE47-639B87ECE21B}" destId="{F9E5139B-2084-4B0C-9EC9-5C6000BC1D6B}" srcOrd="3" destOrd="0" presId="urn:microsoft.com/office/officeart/2005/8/layout/vList2"/>
    <dgm:cxn modelId="{60E39BEE-9B83-4CB0-99F1-A0178DA1031B}" type="presParOf" srcId="{CCD7517A-4E25-4FF3-AE47-639B87ECE21B}" destId="{B6BF89E0-88A9-461B-8EAC-36C2818DECDC}" srcOrd="4" destOrd="0" presId="urn:microsoft.com/office/officeart/2005/8/layout/vList2"/>
    <dgm:cxn modelId="{87257C48-2569-40B2-B74C-4138933645B1}" type="presParOf" srcId="{CCD7517A-4E25-4FF3-AE47-639B87ECE21B}" destId="{E03A50C5-E1A7-46E9-9DB9-EE67FE0036C6}" srcOrd="5" destOrd="0" presId="urn:microsoft.com/office/officeart/2005/8/layout/vList2"/>
    <dgm:cxn modelId="{E76988FB-64DF-418D-B10C-E760B90FFCFD}" type="presParOf" srcId="{CCD7517A-4E25-4FF3-AE47-639B87ECE21B}" destId="{F9AEE7D9-3EC9-484B-9924-9B14BE93AE74}" srcOrd="6" destOrd="0" presId="urn:microsoft.com/office/officeart/2005/8/layout/vList2"/>
    <dgm:cxn modelId="{34BAA160-091A-45ED-A9E3-5394D85CC679}" type="presParOf" srcId="{CCD7517A-4E25-4FF3-AE47-639B87ECE21B}" destId="{A93D4E79-AFCC-4BB1-BA39-F3E60983744E}" srcOrd="7" destOrd="0" presId="urn:microsoft.com/office/officeart/2005/8/layout/vList2"/>
    <dgm:cxn modelId="{06CCAED8-E67E-4DA4-A436-FE35235FE8ED}" type="presParOf" srcId="{CCD7517A-4E25-4FF3-AE47-639B87ECE21B}" destId="{7FEAF096-2E59-4215-8886-550C1EAF824B}" srcOrd="8"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F8C5B8E-4CFE-45EA-AED2-6FD734C3B5D2}" type="doc">
      <dgm:prSet loTypeId="urn:microsoft.com/office/officeart/2005/8/layout/vList2" loCatId="list" qsTypeId="urn:microsoft.com/office/officeart/2005/8/quickstyle/simple1#4" qsCatId="simple" csTypeId="urn:microsoft.com/office/officeart/2005/8/colors/colorful2#4" csCatId="colorful" phldr="1"/>
      <dgm:spPr/>
      <dgm:t>
        <a:bodyPr/>
        <a:lstStyle/>
        <a:p>
          <a:endParaRPr lang="en-US"/>
        </a:p>
      </dgm:t>
    </dgm:pt>
    <dgm:pt modelId="{CCD7517A-4E25-4FF3-AE47-639B87ECE21B}" type="pres">
      <dgm:prSet presAssocID="{2F8C5B8E-4CFE-45EA-AED2-6FD734C3B5D2}" presName="linear" presStyleCnt="0">
        <dgm:presLayoutVars>
          <dgm:animLvl val="lvl"/>
          <dgm:resizeHandles val="exact"/>
        </dgm:presLayoutVars>
      </dgm:prSet>
      <dgm:spPr/>
    </dgm:pt>
  </dgm:ptLst>
  <dgm:cxnLst>
    <dgm:cxn modelId="{4AEEC81C-CFF0-4306-8E98-6158D7461A4F}" type="presOf" srcId="{2F8C5B8E-4CFE-45EA-AED2-6FD734C3B5D2}" destId="{CCD7517A-4E25-4FF3-AE47-639B87ECE21B}"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F8C5B8E-4CFE-45EA-AED2-6FD734C3B5D2}" type="doc">
      <dgm:prSet loTypeId="urn:microsoft.com/office/officeart/2005/8/layout/vList2" loCatId="list" qsTypeId="urn:microsoft.com/office/officeart/2005/8/quickstyle/simple1#5" qsCatId="simple" csTypeId="urn:microsoft.com/office/officeart/2005/8/colors/colorful2#5" csCatId="colorful" phldr="1"/>
      <dgm:spPr/>
      <dgm:t>
        <a:bodyPr/>
        <a:lstStyle/>
        <a:p>
          <a:endParaRPr lang="en-US"/>
        </a:p>
      </dgm:t>
    </dgm:pt>
    <dgm:pt modelId="{CCD7517A-4E25-4FF3-AE47-639B87ECE21B}" type="pres">
      <dgm:prSet presAssocID="{2F8C5B8E-4CFE-45EA-AED2-6FD734C3B5D2}" presName="linear" presStyleCnt="0">
        <dgm:presLayoutVars>
          <dgm:animLvl val="lvl"/>
          <dgm:resizeHandles val="exact"/>
        </dgm:presLayoutVars>
      </dgm:prSet>
      <dgm:spPr/>
    </dgm:pt>
  </dgm:ptLst>
  <dgm:cxnLst>
    <dgm:cxn modelId="{4AEEC81C-CFF0-4306-8E98-6158D7461A4F}" type="presOf" srcId="{2F8C5B8E-4CFE-45EA-AED2-6FD734C3B5D2}" destId="{CCD7517A-4E25-4FF3-AE47-639B87ECE21B}"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AC60235-C916-42A2-99F6-B81AE58FC8CD}" type="doc">
      <dgm:prSet loTypeId="urn:microsoft.com/office/officeart/2018/2/layout/IconVerticalSolidList" loCatId="icon" qsTypeId="urn:microsoft.com/office/officeart/2005/8/quickstyle/simple1#6" qsCatId="simple" csTypeId="urn:microsoft.com/office/officeart/2018/5/colors/Iconchunking_neutralbg_colorful1" csCatId="colorful" phldr="1"/>
      <dgm:spPr/>
      <dgm:t>
        <a:bodyPr/>
        <a:lstStyle/>
        <a:p>
          <a:endParaRPr lang="en-US"/>
        </a:p>
      </dgm:t>
    </dgm:pt>
    <dgm:pt modelId="{850AFB7B-D3CE-4CC3-849B-E4377CE20224}">
      <dgm:prSet/>
      <dgm:spPr/>
      <dgm:t>
        <a:bodyPr/>
        <a:lstStyle/>
        <a:p>
          <a:r>
            <a:rPr lang="en-US" b="0" i="0" dirty="0"/>
            <a:t>1- Pre visit preparation </a:t>
          </a:r>
          <a:endParaRPr lang="en-US" dirty="0"/>
        </a:p>
      </dgm:t>
    </dgm:pt>
    <dgm:pt modelId="{54A3E0BE-C62A-44A8-9007-2D01908D5BE0}" type="parTrans" cxnId="{10995176-D54B-47E5-9187-8C7BD52C0240}">
      <dgm:prSet/>
      <dgm:spPr/>
      <dgm:t>
        <a:bodyPr/>
        <a:lstStyle/>
        <a:p>
          <a:endParaRPr lang="en-US"/>
        </a:p>
      </dgm:t>
    </dgm:pt>
    <dgm:pt modelId="{D92ADD8D-78FF-4129-B17A-6BBB7E95485E}" type="sibTrans" cxnId="{10995176-D54B-47E5-9187-8C7BD52C0240}">
      <dgm:prSet/>
      <dgm:spPr/>
      <dgm:t>
        <a:bodyPr/>
        <a:lstStyle/>
        <a:p>
          <a:endParaRPr lang="en-US"/>
        </a:p>
      </dgm:t>
    </dgm:pt>
    <dgm:pt modelId="{F9F18F7E-CBC6-407B-AC71-BEED67DA836F}">
      <dgm:prSet/>
      <dgm:spPr/>
      <dgm:t>
        <a:bodyPr/>
        <a:lstStyle/>
        <a:p>
          <a:r>
            <a:rPr lang="en-US" b="0" i="0"/>
            <a:t>2- Making the visit</a:t>
          </a:r>
          <a:endParaRPr lang="en-US"/>
        </a:p>
      </dgm:t>
    </dgm:pt>
    <dgm:pt modelId="{A92AD89A-C150-4952-B54A-EFC2608339FD}" type="parTrans" cxnId="{DB796ECD-E31F-4F0E-A49A-841B6E861796}">
      <dgm:prSet/>
      <dgm:spPr/>
      <dgm:t>
        <a:bodyPr/>
        <a:lstStyle/>
        <a:p>
          <a:endParaRPr lang="en-US"/>
        </a:p>
      </dgm:t>
    </dgm:pt>
    <dgm:pt modelId="{B4C02C9A-CDD1-45B2-9FB7-3E4F832D4DC7}" type="sibTrans" cxnId="{DB796ECD-E31F-4F0E-A49A-841B6E861796}">
      <dgm:prSet/>
      <dgm:spPr/>
      <dgm:t>
        <a:bodyPr/>
        <a:lstStyle/>
        <a:p>
          <a:endParaRPr lang="en-US"/>
        </a:p>
      </dgm:t>
    </dgm:pt>
    <dgm:pt modelId="{71B78274-4BDC-4263-96F3-682C9F48DF01}">
      <dgm:prSet/>
      <dgm:spPr/>
      <dgm:t>
        <a:bodyPr/>
        <a:lstStyle/>
        <a:p>
          <a:r>
            <a:rPr lang="en-US" b="0" i="0"/>
            <a:t>3- Concluding and documenting the visit</a:t>
          </a:r>
          <a:endParaRPr lang="en-US"/>
        </a:p>
      </dgm:t>
    </dgm:pt>
    <dgm:pt modelId="{EA587332-CC3E-475E-925F-E6CEE7B9FA8F}" type="parTrans" cxnId="{E8537B23-3FE2-4955-95D9-CC878454E039}">
      <dgm:prSet/>
      <dgm:spPr/>
      <dgm:t>
        <a:bodyPr/>
        <a:lstStyle/>
        <a:p>
          <a:endParaRPr lang="en-US"/>
        </a:p>
      </dgm:t>
    </dgm:pt>
    <dgm:pt modelId="{0031F25E-15D8-40E4-B142-A5C0E6B1DC22}" type="sibTrans" cxnId="{E8537B23-3FE2-4955-95D9-CC878454E039}">
      <dgm:prSet/>
      <dgm:spPr/>
      <dgm:t>
        <a:bodyPr/>
        <a:lstStyle/>
        <a:p>
          <a:endParaRPr lang="en-US"/>
        </a:p>
      </dgm:t>
    </dgm:pt>
    <dgm:pt modelId="{63A17A87-36EB-4377-A0B5-5FD94D223A65}" type="pres">
      <dgm:prSet presAssocID="{FAC60235-C916-42A2-99F6-B81AE58FC8CD}" presName="root" presStyleCnt="0">
        <dgm:presLayoutVars>
          <dgm:dir/>
          <dgm:resizeHandles val="exact"/>
        </dgm:presLayoutVars>
      </dgm:prSet>
      <dgm:spPr/>
    </dgm:pt>
    <dgm:pt modelId="{047B64AF-30D3-4CF1-8CF6-B7B4F4BBF416}" type="pres">
      <dgm:prSet presAssocID="{850AFB7B-D3CE-4CC3-849B-E4377CE20224}" presName="compNode" presStyleCnt="0"/>
      <dgm:spPr/>
    </dgm:pt>
    <dgm:pt modelId="{D76C5103-50DB-4BF9-8491-95B170CB1318}" type="pres">
      <dgm:prSet presAssocID="{850AFB7B-D3CE-4CC3-849B-E4377CE20224}" presName="bgRect" presStyleLbl="bgShp" presStyleIdx="0" presStyleCnt="3"/>
      <dgm:spPr/>
    </dgm:pt>
    <dgm:pt modelId="{63F2B8AA-5FFD-431C-A192-71E16D4153D5}" type="pres">
      <dgm:prSet presAssocID="{850AFB7B-D3CE-4CC3-849B-E4377CE2022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 List"/>
        </a:ext>
      </dgm:extLst>
    </dgm:pt>
    <dgm:pt modelId="{1596CDCD-4BD4-4190-861A-62A4A0757A8F}" type="pres">
      <dgm:prSet presAssocID="{850AFB7B-D3CE-4CC3-849B-E4377CE20224}" presName="spaceRect" presStyleCnt="0"/>
      <dgm:spPr/>
    </dgm:pt>
    <dgm:pt modelId="{B59ED620-AA3F-4521-B627-FC1DBC0EF5E0}" type="pres">
      <dgm:prSet presAssocID="{850AFB7B-D3CE-4CC3-849B-E4377CE20224}" presName="parTx" presStyleLbl="revTx" presStyleIdx="0" presStyleCnt="3">
        <dgm:presLayoutVars>
          <dgm:chMax val="0"/>
          <dgm:chPref val="0"/>
        </dgm:presLayoutVars>
      </dgm:prSet>
      <dgm:spPr/>
    </dgm:pt>
    <dgm:pt modelId="{BCF3AEE0-1F0E-4ABF-846C-3477F99FA979}" type="pres">
      <dgm:prSet presAssocID="{D92ADD8D-78FF-4129-B17A-6BBB7E95485E}" presName="sibTrans" presStyleCnt="0"/>
      <dgm:spPr/>
    </dgm:pt>
    <dgm:pt modelId="{5F99B8D6-22F6-42A2-B592-448FADF2B717}" type="pres">
      <dgm:prSet presAssocID="{F9F18F7E-CBC6-407B-AC71-BEED67DA836F}" presName="compNode" presStyleCnt="0"/>
      <dgm:spPr/>
    </dgm:pt>
    <dgm:pt modelId="{E835A42E-E5E6-42D3-932F-12E9E6928846}" type="pres">
      <dgm:prSet presAssocID="{F9F18F7E-CBC6-407B-AC71-BEED67DA836F}" presName="bgRect" presStyleLbl="bgShp" presStyleIdx="1" presStyleCnt="3"/>
      <dgm:spPr/>
    </dgm:pt>
    <dgm:pt modelId="{40CF51C4-4B5B-461B-A7B5-83A97CD8B0C1}" type="pres">
      <dgm:prSet presAssocID="{F9F18F7E-CBC6-407B-AC71-BEED67DA836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d Badge"/>
        </a:ext>
      </dgm:extLst>
    </dgm:pt>
    <dgm:pt modelId="{AB767D6F-3B34-4BBD-BEFF-BD50990BCA13}" type="pres">
      <dgm:prSet presAssocID="{F9F18F7E-CBC6-407B-AC71-BEED67DA836F}" presName="spaceRect" presStyleCnt="0"/>
      <dgm:spPr/>
    </dgm:pt>
    <dgm:pt modelId="{F19A1383-54B7-4856-8FE5-443EF20FDF72}" type="pres">
      <dgm:prSet presAssocID="{F9F18F7E-CBC6-407B-AC71-BEED67DA836F}" presName="parTx" presStyleLbl="revTx" presStyleIdx="1" presStyleCnt="3">
        <dgm:presLayoutVars>
          <dgm:chMax val="0"/>
          <dgm:chPref val="0"/>
        </dgm:presLayoutVars>
      </dgm:prSet>
      <dgm:spPr/>
    </dgm:pt>
    <dgm:pt modelId="{69E09522-B30C-442F-BD8B-4FB9F9C102DB}" type="pres">
      <dgm:prSet presAssocID="{B4C02C9A-CDD1-45B2-9FB7-3E4F832D4DC7}" presName="sibTrans" presStyleCnt="0"/>
      <dgm:spPr/>
    </dgm:pt>
    <dgm:pt modelId="{A693F9DD-4046-4CB4-A80D-30181D15C8F1}" type="pres">
      <dgm:prSet presAssocID="{71B78274-4BDC-4263-96F3-682C9F48DF01}" presName="compNode" presStyleCnt="0"/>
      <dgm:spPr/>
    </dgm:pt>
    <dgm:pt modelId="{9DA35545-D718-400F-9E08-A05DB31BD9BF}" type="pres">
      <dgm:prSet presAssocID="{71B78274-4BDC-4263-96F3-682C9F48DF01}" presName="bgRect" presStyleLbl="bgShp" presStyleIdx="2" presStyleCnt="3"/>
      <dgm:spPr/>
    </dgm:pt>
    <dgm:pt modelId="{E4A9175F-DC63-47A2-800E-263CF5CAD359}" type="pres">
      <dgm:prSet presAssocID="{71B78274-4BDC-4263-96F3-682C9F48DF01}"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aptop Secure"/>
        </a:ext>
      </dgm:extLst>
    </dgm:pt>
    <dgm:pt modelId="{4290FAB9-DDCF-4C45-B4B7-3C139EEBFC64}" type="pres">
      <dgm:prSet presAssocID="{71B78274-4BDC-4263-96F3-682C9F48DF01}" presName="spaceRect" presStyleCnt="0"/>
      <dgm:spPr/>
    </dgm:pt>
    <dgm:pt modelId="{064EEBB9-9321-4CA8-BF92-D2E804DFD704}" type="pres">
      <dgm:prSet presAssocID="{71B78274-4BDC-4263-96F3-682C9F48DF01}" presName="parTx" presStyleLbl="revTx" presStyleIdx="2" presStyleCnt="3">
        <dgm:presLayoutVars>
          <dgm:chMax val="0"/>
          <dgm:chPref val="0"/>
        </dgm:presLayoutVars>
      </dgm:prSet>
      <dgm:spPr/>
    </dgm:pt>
  </dgm:ptLst>
  <dgm:cxnLst>
    <dgm:cxn modelId="{3EBE3508-0244-4808-BE02-8D19A8F411F4}" type="presOf" srcId="{FAC60235-C916-42A2-99F6-B81AE58FC8CD}" destId="{63A17A87-36EB-4377-A0B5-5FD94D223A65}" srcOrd="0" destOrd="0" presId="urn:microsoft.com/office/officeart/2018/2/layout/IconVerticalSolidList"/>
    <dgm:cxn modelId="{38E29D1B-9710-4114-988A-841BEDD9FD26}" type="presOf" srcId="{71B78274-4BDC-4263-96F3-682C9F48DF01}" destId="{064EEBB9-9321-4CA8-BF92-D2E804DFD704}" srcOrd="0" destOrd="0" presId="urn:microsoft.com/office/officeart/2018/2/layout/IconVerticalSolidList"/>
    <dgm:cxn modelId="{E8537B23-3FE2-4955-95D9-CC878454E039}" srcId="{FAC60235-C916-42A2-99F6-B81AE58FC8CD}" destId="{71B78274-4BDC-4263-96F3-682C9F48DF01}" srcOrd="2" destOrd="0" parTransId="{EA587332-CC3E-475E-925F-E6CEE7B9FA8F}" sibTransId="{0031F25E-15D8-40E4-B142-A5C0E6B1DC22}"/>
    <dgm:cxn modelId="{DB72EF41-6153-4143-9D0F-6A1CE5DEE12A}" type="presOf" srcId="{F9F18F7E-CBC6-407B-AC71-BEED67DA836F}" destId="{F19A1383-54B7-4856-8FE5-443EF20FDF72}" srcOrd="0" destOrd="0" presId="urn:microsoft.com/office/officeart/2018/2/layout/IconVerticalSolidList"/>
    <dgm:cxn modelId="{10995176-D54B-47E5-9187-8C7BD52C0240}" srcId="{FAC60235-C916-42A2-99F6-B81AE58FC8CD}" destId="{850AFB7B-D3CE-4CC3-849B-E4377CE20224}" srcOrd="0" destOrd="0" parTransId="{54A3E0BE-C62A-44A8-9007-2D01908D5BE0}" sibTransId="{D92ADD8D-78FF-4129-B17A-6BBB7E95485E}"/>
    <dgm:cxn modelId="{DB796ECD-E31F-4F0E-A49A-841B6E861796}" srcId="{FAC60235-C916-42A2-99F6-B81AE58FC8CD}" destId="{F9F18F7E-CBC6-407B-AC71-BEED67DA836F}" srcOrd="1" destOrd="0" parTransId="{A92AD89A-C150-4952-B54A-EFC2608339FD}" sibTransId="{B4C02C9A-CDD1-45B2-9FB7-3E4F832D4DC7}"/>
    <dgm:cxn modelId="{172FA0F5-10D6-4CE7-B97A-96D0F572F0DD}" type="presOf" srcId="{850AFB7B-D3CE-4CC3-849B-E4377CE20224}" destId="{B59ED620-AA3F-4521-B627-FC1DBC0EF5E0}" srcOrd="0" destOrd="0" presId="urn:microsoft.com/office/officeart/2018/2/layout/IconVerticalSolidList"/>
    <dgm:cxn modelId="{98341577-55C6-4C13-8FA4-37B2C0831B18}" type="presParOf" srcId="{63A17A87-36EB-4377-A0B5-5FD94D223A65}" destId="{047B64AF-30D3-4CF1-8CF6-B7B4F4BBF416}" srcOrd="0" destOrd="0" presId="urn:microsoft.com/office/officeart/2018/2/layout/IconVerticalSolidList"/>
    <dgm:cxn modelId="{698DDBC2-6A81-4B60-8C00-40E9DA3DA19C}" type="presParOf" srcId="{047B64AF-30D3-4CF1-8CF6-B7B4F4BBF416}" destId="{D76C5103-50DB-4BF9-8491-95B170CB1318}" srcOrd="0" destOrd="0" presId="urn:microsoft.com/office/officeart/2018/2/layout/IconVerticalSolidList"/>
    <dgm:cxn modelId="{4BF01034-C2AD-4937-9D49-0ACD0D933073}" type="presParOf" srcId="{047B64AF-30D3-4CF1-8CF6-B7B4F4BBF416}" destId="{63F2B8AA-5FFD-431C-A192-71E16D4153D5}" srcOrd="1" destOrd="0" presId="urn:microsoft.com/office/officeart/2018/2/layout/IconVerticalSolidList"/>
    <dgm:cxn modelId="{DCBBA6DC-09A7-4B1D-BB2E-807B37D6293D}" type="presParOf" srcId="{047B64AF-30D3-4CF1-8CF6-B7B4F4BBF416}" destId="{1596CDCD-4BD4-4190-861A-62A4A0757A8F}" srcOrd="2" destOrd="0" presId="urn:microsoft.com/office/officeart/2018/2/layout/IconVerticalSolidList"/>
    <dgm:cxn modelId="{C941B24E-B8C1-415F-B10A-74BE70A65841}" type="presParOf" srcId="{047B64AF-30D3-4CF1-8CF6-B7B4F4BBF416}" destId="{B59ED620-AA3F-4521-B627-FC1DBC0EF5E0}" srcOrd="3" destOrd="0" presId="urn:microsoft.com/office/officeart/2018/2/layout/IconVerticalSolidList"/>
    <dgm:cxn modelId="{AB3A0965-C66A-4949-BBA9-E9C62958FD24}" type="presParOf" srcId="{63A17A87-36EB-4377-A0B5-5FD94D223A65}" destId="{BCF3AEE0-1F0E-4ABF-846C-3477F99FA979}" srcOrd="1" destOrd="0" presId="urn:microsoft.com/office/officeart/2018/2/layout/IconVerticalSolidList"/>
    <dgm:cxn modelId="{3956FF57-795D-4923-BDD9-E276654DE99F}" type="presParOf" srcId="{63A17A87-36EB-4377-A0B5-5FD94D223A65}" destId="{5F99B8D6-22F6-42A2-B592-448FADF2B717}" srcOrd="2" destOrd="0" presId="urn:microsoft.com/office/officeart/2018/2/layout/IconVerticalSolidList"/>
    <dgm:cxn modelId="{0741C8E5-284B-439F-96DE-9FDF42E7A6DD}" type="presParOf" srcId="{5F99B8D6-22F6-42A2-B592-448FADF2B717}" destId="{E835A42E-E5E6-42D3-932F-12E9E6928846}" srcOrd="0" destOrd="0" presId="urn:microsoft.com/office/officeart/2018/2/layout/IconVerticalSolidList"/>
    <dgm:cxn modelId="{AA49365B-E94F-4E9E-A123-2B7B9C0C2D8A}" type="presParOf" srcId="{5F99B8D6-22F6-42A2-B592-448FADF2B717}" destId="{40CF51C4-4B5B-461B-A7B5-83A97CD8B0C1}" srcOrd="1" destOrd="0" presId="urn:microsoft.com/office/officeart/2018/2/layout/IconVerticalSolidList"/>
    <dgm:cxn modelId="{B35102AF-49B8-4959-B5C5-5A1198B45CD9}" type="presParOf" srcId="{5F99B8D6-22F6-42A2-B592-448FADF2B717}" destId="{AB767D6F-3B34-4BBD-BEFF-BD50990BCA13}" srcOrd="2" destOrd="0" presId="urn:microsoft.com/office/officeart/2018/2/layout/IconVerticalSolidList"/>
    <dgm:cxn modelId="{25EE1314-FE63-49EB-AB87-4745A4B9F5FC}" type="presParOf" srcId="{5F99B8D6-22F6-42A2-B592-448FADF2B717}" destId="{F19A1383-54B7-4856-8FE5-443EF20FDF72}" srcOrd="3" destOrd="0" presId="urn:microsoft.com/office/officeart/2018/2/layout/IconVerticalSolidList"/>
    <dgm:cxn modelId="{D78989AA-7CB4-459E-ADD2-A03FB3DBF61C}" type="presParOf" srcId="{63A17A87-36EB-4377-A0B5-5FD94D223A65}" destId="{69E09522-B30C-442F-BD8B-4FB9F9C102DB}" srcOrd="3" destOrd="0" presId="urn:microsoft.com/office/officeart/2018/2/layout/IconVerticalSolidList"/>
    <dgm:cxn modelId="{5B9680FD-7509-49E1-A426-C7DDB449A084}" type="presParOf" srcId="{63A17A87-36EB-4377-A0B5-5FD94D223A65}" destId="{A693F9DD-4046-4CB4-A80D-30181D15C8F1}" srcOrd="4" destOrd="0" presId="urn:microsoft.com/office/officeart/2018/2/layout/IconVerticalSolidList"/>
    <dgm:cxn modelId="{3F07A93C-F976-41C1-9C90-27B33C4B2F32}" type="presParOf" srcId="{A693F9DD-4046-4CB4-A80D-30181D15C8F1}" destId="{9DA35545-D718-400F-9E08-A05DB31BD9BF}" srcOrd="0" destOrd="0" presId="urn:microsoft.com/office/officeart/2018/2/layout/IconVerticalSolidList"/>
    <dgm:cxn modelId="{2622FA33-D22E-422A-AACA-69203C967123}" type="presParOf" srcId="{A693F9DD-4046-4CB4-A80D-30181D15C8F1}" destId="{E4A9175F-DC63-47A2-800E-263CF5CAD359}" srcOrd="1" destOrd="0" presId="urn:microsoft.com/office/officeart/2018/2/layout/IconVerticalSolidList"/>
    <dgm:cxn modelId="{840BC3FE-CB70-48FC-93F9-690FC33FFD72}" type="presParOf" srcId="{A693F9DD-4046-4CB4-A80D-30181D15C8F1}" destId="{4290FAB9-DDCF-4C45-B4B7-3C139EEBFC64}" srcOrd="2" destOrd="0" presId="urn:microsoft.com/office/officeart/2018/2/layout/IconVerticalSolidList"/>
    <dgm:cxn modelId="{AE31922F-76A2-4A89-8564-922A3316640B}" type="presParOf" srcId="{A693F9DD-4046-4CB4-A80D-30181D15C8F1}" destId="{064EEBB9-9321-4CA8-BF92-D2E804DFD704}"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AD15AC5-D751-4CBD-AAE6-9D0DBBA49575}" type="doc">
      <dgm:prSet loTypeId="urn:microsoft.com/office/officeart/2018/2/layout/IconVerticalSolidList" loCatId="icon" qsTypeId="urn:microsoft.com/office/officeart/2005/8/quickstyle/simple1#7" qsCatId="simple" csTypeId="urn:microsoft.com/office/officeart/2018/5/colors/Iconchunking_neutralicontext_colorful1" csCatId="colorful" phldr="1"/>
      <dgm:spPr/>
      <dgm:t>
        <a:bodyPr/>
        <a:lstStyle/>
        <a:p>
          <a:endParaRPr lang="en-US"/>
        </a:p>
      </dgm:t>
    </dgm:pt>
    <dgm:pt modelId="{CB372E85-DBD8-4126-91E1-E641070A6DC7}" type="pres">
      <dgm:prSet presAssocID="{9AD15AC5-D751-4CBD-AAE6-9D0DBBA49575}" presName="root" presStyleCnt="0">
        <dgm:presLayoutVars>
          <dgm:dir/>
          <dgm:resizeHandles val="exact"/>
        </dgm:presLayoutVars>
      </dgm:prSet>
      <dgm:spPr/>
    </dgm:pt>
  </dgm:ptLst>
  <dgm:cxnLst>
    <dgm:cxn modelId="{E412223A-E8C8-465D-B3D7-C3D68CEE1E78}" type="presOf" srcId="{9AD15AC5-D751-4CBD-AAE6-9D0DBBA49575}" destId="{CB372E85-DBD8-4126-91E1-E641070A6DC7}" srcOrd="0"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AD15AC5-D751-4CBD-AAE6-9D0DBBA49575}" type="doc">
      <dgm:prSet loTypeId="urn:microsoft.com/office/officeart/2018/2/layout/IconVerticalSolidList" loCatId="icon" qsTypeId="urn:microsoft.com/office/officeart/2005/8/quickstyle/simple1#8" qsCatId="simple" csTypeId="urn:microsoft.com/office/officeart/2018/5/colors/Iconchunking_neutralicontext_colorful1" csCatId="colorful" phldr="1"/>
      <dgm:spPr/>
      <dgm:t>
        <a:bodyPr/>
        <a:lstStyle/>
        <a:p>
          <a:endParaRPr lang="en-US"/>
        </a:p>
      </dgm:t>
    </dgm:pt>
    <dgm:pt modelId="{CB372E85-DBD8-4126-91E1-E641070A6DC7}" type="pres">
      <dgm:prSet presAssocID="{9AD15AC5-D751-4CBD-AAE6-9D0DBBA49575}" presName="root" presStyleCnt="0">
        <dgm:presLayoutVars>
          <dgm:dir/>
          <dgm:resizeHandles val="exact"/>
        </dgm:presLayoutVars>
      </dgm:prSet>
      <dgm:spPr/>
    </dgm:pt>
  </dgm:ptLst>
  <dgm:cxnLst>
    <dgm:cxn modelId="{E412223A-E8C8-465D-B3D7-C3D68CEE1E78}" type="presOf" srcId="{9AD15AC5-D751-4CBD-AAE6-9D0DBBA49575}" destId="{CB372E85-DBD8-4126-91E1-E641070A6DC7}" srcOrd="0"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AC60235-C916-42A2-99F6-B81AE58FC8CD}" type="doc">
      <dgm:prSet loTypeId="urn:microsoft.com/office/officeart/2018/2/layout/IconVerticalSolidList" loCatId="icon" qsTypeId="urn:microsoft.com/office/officeart/2005/8/quickstyle/simple1#9" qsCatId="simple" csTypeId="urn:microsoft.com/office/officeart/2018/5/colors/Iconchunking_neutralbg_colorful1" csCatId="colorful" phldr="1"/>
      <dgm:spPr/>
      <dgm:t>
        <a:bodyPr/>
        <a:lstStyle/>
        <a:p>
          <a:endParaRPr lang="en-US"/>
        </a:p>
      </dgm:t>
    </dgm:pt>
    <dgm:pt modelId="{850AFB7B-D3CE-4CC3-849B-E4377CE20224}">
      <dgm:prSet/>
      <dgm:spPr/>
      <dgm:t>
        <a:bodyPr/>
        <a:lstStyle/>
        <a:p>
          <a:pPr>
            <a:lnSpc>
              <a:spcPct val="100000"/>
            </a:lnSpc>
          </a:pPr>
          <a:r>
            <a:rPr lang="en-US" b="0" i="0" dirty="0"/>
            <a:t>1- </a:t>
          </a:r>
          <a:r>
            <a:rPr lang="en-US" b="1" dirty="0"/>
            <a:t>Family Education &amp; Anticipatory Guidance</a:t>
          </a:r>
          <a:endParaRPr lang="en-US" dirty="0"/>
        </a:p>
      </dgm:t>
    </dgm:pt>
    <dgm:pt modelId="{54A3E0BE-C62A-44A8-9007-2D01908D5BE0}" type="parTrans" cxnId="{10995176-D54B-47E5-9187-8C7BD52C0240}">
      <dgm:prSet/>
      <dgm:spPr/>
      <dgm:t>
        <a:bodyPr/>
        <a:lstStyle/>
        <a:p>
          <a:endParaRPr lang="en-US"/>
        </a:p>
      </dgm:t>
    </dgm:pt>
    <dgm:pt modelId="{D92ADD8D-78FF-4129-B17A-6BBB7E95485E}" type="sibTrans" cxnId="{10995176-D54B-47E5-9187-8C7BD52C0240}">
      <dgm:prSet/>
      <dgm:spPr/>
      <dgm:t>
        <a:bodyPr/>
        <a:lstStyle/>
        <a:p>
          <a:endParaRPr lang="en-US"/>
        </a:p>
      </dgm:t>
    </dgm:pt>
    <dgm:pt modelId="{F9F18F7E-CBC6-407B-AC71-BEED67DA836F}">
      <dgm:prSet/>
      <dgm:spPr/>
      <dgm:t>
        <a:bodyPr/>
        <a:lstStyle/>
        <a:p>
          <a:pPr>
            <a:lnSpc>
              <a:spcPct val="100000"/>
            </a:lnSpc>
          </a:pPr>
          <a:r>
            <a:rPr lang="en-US" b="0" i="0" dirty="0"/>
            <a:t>2- </a:t>
          </a:r>
          <a:r>
            <a:rPr lang="en-US" b="1" dirty="0"/>
            <a:t>Health Promotion &amp; Illness Prevention</a:t>
          </a:r>
          <a:endParaRPr lang="en-US" dirty="0"/>
        </a:p>
      </dgm:t>
    </dgm:pt>
    <dgm:pt modelId="{A92AD89A-C150-4952-B54A-EFC2608339FD}" type="parTrans" cxnId="{DB796ECD-E31F-4F0E-A49A-841B6E861796}">
      <dgm:prSet/>
      <dgm:spPr/>
      <dgm:t>
        <a:bodyPr/>
        <a:lstStyle/>
        <a:p>
          <a:endParaRPr lang="en-US"/>
        </a:p>
      </dgm:t>
    </dgm:pt>
    <dgm:pt modelId="{B4C02C9A-CDD1-45B2-9FB7-3E4F832D4DC7}" type="sibTrans" cxnId="{DB796ECD-E31F-4F0E-A49A-841B6E861796}">
      <dgm:prSet/>
      <dgm:spPr/>
      <dgm:t>
        <a:bodyPr/>
        <a:lstStyle/>
        <a:p>
          <a:endParaRPr lang="en-US"/>
        </a:p>
      </dgm:t>
    </dgm:pt>
    <dgm:pt modelId="{63A17A87-36EB-4377-A0B5-5FD94D223A65}" type="pres">
      <dgm:prSet presAssocID="{FAC60235-C916-42A2-99F6-B81AE58FC8CD}" presName="root" presStyleCnt="0">
        <dgm:presLayoutVars>
          <dgm:dir/>
          <dgm:resizeHandles val="exact"/>
        </dgm:presLayoutVars>
      </dgm:prSet>
      <dgm:spPr/>
    </dgm:pt>
    <dgm:pt modelId="{047B64AF-30D3-4CF1-8CF6-B7B4F4BBF416}" type="pres">
      <dgm:prSet presAssocID="{850AFB7B-D3CE-4CC3-849B-E4377CE20224}" presName="compNode" presStyleCnt="0"/>
      <dgm:spPr/>
    </dgm:pt>
    <dgm:pt modelId="{D76C5103-50DB-4BF9-8491-95B170CB1318}" type="pres">
      <dgm:prSet presAssocID="{850AFB7B-D3CE-4CC3-849B-E4377CE20224}" presName="bgRect" presStyleLbl="bgShp" presStyleIdx="0" presStyleCnt="2"/>
      <dgm:spPr/>
    </dgm:pt>
    <dgm:pt modelId="{63F2B8AA-5FFD-431C-A192-71E16D4153D5}" type="pres">
      <dgm:prSet presAssocID="{850AFB7B-D3CE-4CC3-849B-E4377CE20224}"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 List"/>
        </a:ext>
      </dgm:extLst>
    </dgm:pt>
    <dgm:pt modelId="{1596CDCD-4BD4-4190-861A-62A4A0757A8F}" type="pres">
      <dgm:prSet presAssocID="{850AFB7B-D3CE-4CC3-849B-E4377CE20224}" presName="spaceRect" presStyleCnt="0"/>
      <dgm:spPr/>
    </dgm:pt>
    <dgm:pt modelId="{B59ED620-AA3F-4521-B627-FC1DBC0EF5E0}" type="pres">
      <dgm:prSet presAssocID="{850AFB7B-D3CE-4CC3-849B-E4377CE20224}" presName="parTx" presStyleLbl="revTx" presStyleIdx="0" presStyleCnt="2">
        <dgm:presLayoutVars>
          <dgm:chMax val="0"/>
          <dgm:chPref val="0"/>
        </dgm:presLayoutVars>
      </dgm:prSet>
      <dgm:spPr/>
    </dgm:pt>
    <dgm:pt modelId="{BCF3AEE0-1F0E-4ABF-846C-3477F99FA979}" type="pres">
      <dgm:prSet presAssocID="{D92ADD8D-78FF-4129-B17A-6BBB7E95485E}" presName="sibTrans" presStyleCnt="0"/>
      <dgm:spPr/>
    </dgm:pt>
    <dgm:pt modelId="{5F99B8D6-22F6-42A2-B592-448FADF2B717}" type="pres">
      <dgm:prSet presAssocID="{F9F18F7E-CBC6-407B-AC71-BEED67DA836F}" presName="compNode" presStyleCnt="0"/>
      <dgm:spPr/>
    </dgm:pt>
    <dgm:pt modelId="{E835A42E-E5E6-42D3-932F-12E9E6928846}" type="pres">
      <dgm:prSet presAssocID="{F9F18F7E-CBC6-407B-AC71-BEED67DA836F}" presName="bgRect" presStyleLbl="bgShp" presStyleIdx="1" presStyleCnt="2" custLinFactNeighborX="14108" custLinFactNeighborY="14250"/>
      <dgm:spPr/>
    </dgm:pt>
    <dgm:pt modelId="{40CF51C4-4B5B-461B-A7B5-83A97CD8B0C1}" type="pres">
      <dgm:prSet presAssocID="{F9F18F7E-CBC6-407B-AC71-BEED67DA836F}"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d Badge"/>
        </a:ext>
      </dgm:extLst>
    </dgm:pt>
    <dgm:pt modelId="{AB767D6F-3B34-4BBD-BEFF-BD50990BCA13}" type="pres">
      <dgm:prSet presAssocID="{F9F18F7E-CBC6-407B-AC71-BEED67DA836F}" presName="spaceRect" presStyleCnt="0"/>
      <dgm:spPr/>
    </dgm:pt>
    <dgm:pt modelId="{F19A1383-54B7-4856-8FE5-443EF20FDF72}" type="pres">
      <dgm:prSet presAssocID="{F9F18F7E-CBC6-407B-AC71-BEED67DA836F}" presName="parTx" presStyleLbl="revTx" presStyleIdx="1" presStyleCnt="2">
        <dgm:presLayoutVars>
          <dgm:chMax val="0"/>
          <dgm:chPref val="0"/>
        </dgm:presLayoutVars>
      </dgm:prSet>
      <dgm:spPr/>
    </dgm:pt>
  </dgm:ptLst>
  <dgm:cxnLst>
    <dgm:cxn modelId="{3EBE3508-0244-4808-BE02-8D19A8F411F4}" type="presOf" srcId="{FAC60235-C916-42A2-99F6-B81AE58FC8CD}" destId="{63A17A87-36EB-4377-A0B5-5FD94D223A65}" srcOrd="0" destOrd="0" presId="urn:microsoft.com/office/officeart/2018/2/layout/IconVerticalSolidList"/>
    <dgm:cxn modelId="{DB72EF41-6153-4143-9D0F-6A1CE5DEE12A}" type="presOf" srcId="{F9F18F7E-CBC6-407B-AC71-BEED67DA836F}" destId="{F19A1383-54B7-4856-8FE5-443EF20FDF72}" srcOrd="0" destOrd="0" presId="urn:microsoft.com/office/officeart/2018/2/layout/IconVerticalSolidList"/>
    <dgm:cxn modelId="{10995176-D54B-47E5-9187-8C7BD52C0240}" srcId="{FAC60235-C916-42A2-99F6-B81AE58FC8CD}" destId="{850AFB7B-D3CE-4CC3-849B-E4377CE20224}" srcOrd="0" destOrd="0" parTransId="{54A3E0BE-C62A-44A8-9007-2D01908D5BE0}" sibTransId="{D92ADD8D-78FF-4129-B17A-6BBB7E95485E}"/>
    <dgm:cxn modelId="{DB796ECD-E31F-4F0E-A49A-841B6E861796}" srcId="{FAC60235-C916-42A2-99F6-B81AE58FC8CD}" destId="{F9F18F7E-CBC6-407B-AC71-BEED67DA836F}" srcOrd="1" destOrd="0" parTransId="{A92AD89A-C150-4952-B54A-EFC2608339FD}" sibTransId="{B4C02C9A-CDD1-45B2-9FB7-3E4F832D4DC7}"/>
    <dgm:cxn modelId="{172FA0F5-10D6-4CE7-B97A-96D0F572F0DD}" type="presOf" srcId="{850AFB7B-D3CE-4CC3-849B-E4377CE20224}" destId="{B59ED620-AA3F-4521-B627-FC1DBC0EF5E0}" srcOrd="0" destOrd="0" presId="urn:microsoft.com/office/officeart/2018/2/layout/IconVerticalSolidList"/>
    <dgm:cxn modelId="{98341577-55C6-4C13-8FA4-37B2C0831B18}" type="presParOf" srcId="{63A17A87-36EB-4377-A0B5-5FD94D223A65}" destId="{047B64AF-30D3-4CF1-8CF6-B7B4F4BBF416}" srcOrd="0" destOrd="0" presId="urn:microsoft.com/office/officeart/2018/2/layout/IconVerticalSolidList"/>
    <dgm:cxn modelId="{698DDBC2-6A81-4B60-8C00-40E9DA3DA19C}" type="presParOf" srcId="{047B64AF-30D3-4CF1-8CF6-B7B4F4BBF416}" destId="{D76C5103-50DB-4BF9-8491-95B170CB1318}" srcOrd="0" destOrd="0" presId="urn:microsoft.com/office/officeart/2018/2/layout/IconVerticalSolidList"/>
    <dgm:cxn modelId="{4BF01034-C2AD-4937-9D49-0ACD0D933073}" type="presParOf" srcId="{047B64AF-30D3-4CF1-8CF6-B7B4F4BBF416}" destId="{63F2B8AA-5FFD-431C-A192-71E16D4153D5}" srcOrd="1" destOrd="0" presId="urn:microsoft.com/office/officeart/2018/2/layout/IconVerticalSolidList"/>
    <dgm:cxn modelId="{DCBBA6DC-09A7-4B1D-BB2E-807B37D6293D}" type="presParOf" srcId="{047B64AF-30D3-4CF1-8CF6-B7B4F4BBF416}" destId="{1596CDCD-4BD4-4190-861A-62A4A0757A8F}" srcOrd="2" destOrd="0" presId="urn:microsoft.com/office/officeart/2018/2/layout/IconVerticalSolidList"/>
    <dgm:cxn modelId="{C941B24E-B8C1-415F-B10A-74BE70A65841}" type="presParOf" srcId="{047B64AF-30D3-4CF1-8CF6-B7B4F4BBF416}" destId="{B59ED620-AA3F-4521-B627-FC1DBC0EF5E0}" srcOrd="3" destOrd="0" presId="urn:microsoft.com/office/officeart/2018/2/layout/IconVerticalSolidList"/>
    <dgm:cxn modelId="{AB3A0965-C66A-4949-BBA9-E9C62958FD24}" type="presParOf" srcId="{63A17A87-36EB-4377-A0B5-5FD94D223A65}" destId="{BCF3AEE0-1F0E-4ABF-846C-3477F99FA979}" srcOrd="1" destOrd="0" presId="urn:microsoft.com/office/officeart/2018/2/layout/IconVerticalSolidList"/>
    <dgm:cxn modelId="{3956FF57-795D-4923-BDD9-E276654DE99F}" type="presParOf" srcId="{63A17A87-36EB-4377-A0B5-5FD94D223A65}" destId="{5F99B8D6-22F6-42A2-B592-448FADF2B717}" srcOrd="2" destOrd="0" presId="urn:microsoft.com/office/officeart/2018/2/layout/IconVerticalSolidList"/>
    <dgm:cxn modelId="{0741C8E5-284B-439F-96DE-9FDF42E7A6DD}" type="presParOf" srcId="{5F99B8D6-22F6-42A2-B592-448FADF2B717}" destId="{E835A42E-E5E6-42D3-932F-12E9E6928846}" srcOrd="0" destOrd="0" presId="urn:microsoft.com/office/officeart/2018/2/layout/IconVerticalSolidList"/>
    <dgm:cxn modelId="{AA49365B-E94F-4E9E-A123-2B7B9C0C2D8A}" type="presParOf" srcId="{5F99B8D6-22F6-42A2-B592-448FADF2B717}" destId="{40CF51C4-4B5B-461B-A7B5-83A97CD8B0C1}" srcOrd="1" destOrd="0" presId="urn:microsoft.com/office/officeart/2018/2/layout/IconVerticalSolidList"/>
    <dgm:cxn modelId="{B35102AF-49B8-4959-B5C5-5A1198B45CD9}" type="presParOf" srcId="{5F99B8D6-22F6-42A2-B592-448FADF2B717}" destId="{AB767D6F-3B34-4BBD-BEFF-BD50990BCA13}" srcOrd="2" destOrd="0" presId="urn:microsoft.com/office/officeart/2018/2/layout/IconVerticalSolidList"/>
    <dgm:cxn modelId="{25EE1314-FE63-49EB-AB87-4745A4B9F5FC}" type="presParOf" srcId="{5F99B8D6-22F6-42A2-B592-448FADF2B717}" destId="{F19A1383-54B7-4856-8FE5-443EF20FDF72}"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AC60235-C916-42A2-99F6-B81AE58FC8CD}" type="doc">
      <dgm:prSet loTypeId="urn:microsoft.com/office/officeart/2018/2/layout/IconVerticalSolidList" loCatId="icon" qsTypeId="urn:microsoft.com/office/officeart/2005/8/quickstyle/simple1#10" qsCatId="simple" csTypeId="urn:microsoft.com/office/officeart/2018/5/colors/Iconchunking_neutralbg_colorful1" csCatId="colorful" phldr="1"/>
      <dgm:spPr/>
      <dgm:t>
        <a:bodyPr/>
        <a:lstStyle/>
        <a:p>
          <a:endParaRPr lang="en-US"/>
        </a:p>
      </dgm:t>
    </dgm:pt>
    <dgm:pt modelId="{850AFB7B-D3CE-4CC3-849B-E4377CE20224}">
      <dgm:prSet/>
      <dgm:spPr/>
      <dgm:t>
        <a:bodyPr/>
        <a:lstStyle/>
        <a:p>
          <a:pPr>
            <a:lnSpc>
              <a:spcPct val="100000"/>
            </a:lnSpc>
          </a:pPr>
          <a:r>
            <a:rPr lang="en-US" b="0" i="0" dirty="0"/>
            <a:t>1- </a:t>
          </a:r>
          <a:r>
            <a:rPr lang="en-US" b="1" dirty="0"/>
            <a:t>Family Education &amp; Anticipatory Guidance</a:t>
          </a:r>
          <a:endParaRPr lang="en-US" dirty="0"/>
        </a:p>
      </dgm:t>
    </dgm:pt>
    <dgm:pt modelId="{54A3E0BE-C62A-44A8-9007-2D01908D5BE0}" type="parTrans" cxnId="{10995176-D54B-47E5-9187-8C7BD52C0240}">
      <dgm:prSet/>
      <dgm:spPr/>
      <dgm:t>
        <a:bodyPr/>
        <a:lstStyle/>
        <a:p>
          <a:endParaRPr lang="en-US"/>
        </a:p>
      </dgm:t>
    </dgm:pt>
    <dgm:pt modelId="{D92ADD8D-78FF-4129-B17A-6BBB7E95485E}" type="sibTrans" cxnId="{10995176-D54B-47E5-9187-8C7BD52C0240}">
      <dgm:prSet/>
      <dgm:spPr/>
      <dgm:t>
        <a:bodyPr/>
        <a:lstStyle/>
        <a:p>
          <a:endParaRPr lang="en-US"/>
        </a:p>
      </dgm:t>
    </dgm:pt>
    <dgm:pt modelId="{63A17A87-36EB-4377-A0B5-5FD94D223A65}" type="pres">
      <dgm:prSet presAssocID="{FAC60235-C916-42A2-99F6-B81AE58FC8CD}" presName="root" presStyleCnt="0">
        <dgm:presLayoutVars>
          <dgm:dir/>
          <dgm:resizeHandles val="exact"/>
        </dgm:presLayoutVars>
      </dgm:prSet>
      <dgm:spPr/>
    </dgm:pt>
    <dgm:pt modelId="{047B64AF-30D3-4CF1-8CF6-B7B4F4BBF416}" type="pres">
      <dgm:prSet presAssocID="{850AFB7B-D3CE-4CC3-849B-E4377CE20224}" presName="compNode" presStyleCnt="0"/>
      <dgm:spPr/>
    </dgm:pt>
    <dgm:pt modelId="{D76C5103-50DB-4BF9-8491-95B170CB1318}" type="pres">
      <dgm:prSet presAssocID="{850AFB7B-D3CE-4CC3-849B-E4377CE20224}" presName="bgRect" presStyleLbl="bgShp" presStyleIdx="0" presStyleCnt="1"/>
      <dgm:spPr/>
    </dgm:pt>
    <dgm:pt modelId="{63F2B8AA-5FFD-431C-A192-71E16D4153D5}" type="pres">
      <dgm:prSet presAssocID="{850AFB7B-D3CE-4CC3-849B-E4377CE20224}" presName="iconRect" presStyleLbl="node1" presStyleIdx="0" presStyleCnt="1"/>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 List"/>
        </a:ext>
      </dgm:extLst>
    </dgm:pt>
    <dgm:pt modelId="{1596CDCD-4BD4-4190-861A-62A4A0757A8F}" type="pres">
      <dgm:prSet presAssocID="{850AFB7B-D3CE-4CC3-849B-E4377CE20224}" presName="spaceRect" presStyleCnt="0"/>
      <dgm:spPr/>
    </dgm:pt>
    <dgm:pt modelId="{B59ED620-AA3F-4521-B627-FC1DBC0EF5E0}" type="pres">
      <dgm:prSet presAssocID="{850AFB7B-D3CE-4CC3-849B-E4377CE20224}" presName="parTx" presStyleLbl="revTx" presStyleIdx="0" presStyleCnt="1">
        <dgm:presLayoutVars>
          <dgm:chMax val="0"/>
          <dgm:chPref val="0"/>
        </dgm:presLayoutVars>
      </dgm:prSet>
      <dgm:spPr/>
    </dgm:pt>
  </dgm:ptLst>
  <dgm:cxnLst>
    <dgm:cxn modelId="{3EBE3508-0244-4808-BE02-8D19A8F411F4}" type="presOf" srcId="{FAC60235-C916-42A2-99F6-B81AE58FC8CD}" destId="{63A17A87-36EB-4377-A0B5-5FD94D223A65}" srcOrd="0" destOrd="0" presId="urn:microsoft.com/office/officeart/2018/2/layout/IconVerticalSolidList"/>
    <dgm:cxn modelId="{10995176-D54B-47E5-9187-8C7BD52C0240}" srcId="{FAC60235-C916-42A2-99F6-B81AE58FC8CD}" destId="{850AFB7B-D3CE-4CC3-849B-E4377CE20224}" srcOrd="0" destOrd="0" parTransId="{54A3E0BE-C62A-44A8-9007-2D01908D5BE0}" sibTransId="{D92ADD8D-78FF-4129-B17A-6BBB7E95485E}"/>
    <dgm:cxn modelId="{172FA0F5-10D6-4CE7-B97A-96D0F572F0DD}" type="presOf" srcId="{850AFB7B-D3CE-4CC3-849B-E4377CE20224}" destId="{B59ED620-AA3F-4521-B627-FC1DBC0EF5E0}" srcOrd="0" destOrd="0" presId="urn:microsoft.com/office/officeart/2018/2/layout/IconVerticalSolidList"/>
    <dgm:cxn modelId="{98341577-55C6-4C13-8FA4-37B2C0831B18}" type="presParOf" srcId="{63A17A87-36EB-4377-A0B5-5FD94D223A65}" destId="{047B64AF-30D3-4CF1-8CF6-B7B4F4BBF416}" srcOrd="0" destOrd="0" presId="urn:microsoft.com/office/officeart/2018/2/layout/IconVerticalSolidList"/>
    <dgm:cxn modelId="{698DDBC2-6A81-4B60-8C00-40E9DA3DA19C}" type="presParOf" srcId="{047B64AF-30D3-4CF1-8CF6-B7B4F4BBF416}" destId="{D76C5103-50DB-4BF9-8491-95B170CB1318}" srcOrd="0" destOrd="0" presId="urn:microsoft.com/office/officeart/2018/2/layout/IconVerticalSolidList"/>
    <dgm:cxn modelId="{4BF01034-C2AD-4937-9D49-0ACD0D933073}" type="presParOf" srcId="{047B64AF-30D3-4CF1-8CF6-B7B4F4BBF416}" destId="{63F2B8AA-5FFD-431C-A192-71E16D4153D5}" srcOrd="1" destOrd="0" presId="urn:microsoft.com/office/officeart/2018/2/layout/IconVerticalSolidList"/>
    <dgm:cxn modelId="{DCBBA6DC-09A7-4B1D-BB2E-807B37D6293D}" type="presParOf" srcId="{047B64AF-30D3-4CF1-8CF6-B7B4F4BBF416}" destId="{1596CDCD-4BD4-4190-861A-62A4A0757A8F}" srcOrd="2" destOrd="0" presId="urn:microsoft.com/office/officeart/2018/2/layout/IconVerticalSolidList"/>
    <dgm:cxn modelId="{C941B24E-B8C1-415F-B10A-74BE70A65841}" type="presParOf" srcId="{047B64AF-30D3-4CF1-8CF6-B7B4F4BBF416}" destId="{B59ED620-AA3F-4521-B627-FC1DBC0EF5E0}"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AC60235-C916-42A2-99F6-B81AE58FC8CD}" type="doc">
      <dgm:prSet loTypeId="urn:microsoft.com/office/officeart/2018/2/layout/IconVerticalSolidList" loCatId="icon" qsTypeId="urn:microsoft.com/office/officeart/2005/8/quickstyle/simple1#11" qsCatId="simple" csTypeId="urn:microsoft.com/office/officeart/2018/5/colors/Iconchunking_neutralbg_colorful1" csCatId="colorful" phldr="1"/>
      <dgm:spPr/>
      <dgm:t>
        <a:bodyPr/>
        <a:lstStyle/>
        <a:p>
          <a:endParaRPr lang="en-US"/>
        </a:p>
      </dgm:t>
    </dgm:pt>
    <dgm:pt modelId="{850AFB7B-D3CE-4CC3-849B-E4377CE20224}">
      <dgm:prSet/>
      <dgm:spPr/>
      <dgm:t>
        <a:bodyPr/>
        <a:lstStyle/>
        <a:p>
          <a:pPr>
            <a:lnSpc>
              <a:spcPct val="100000"/>
            </a:lnSpc>
          </a:pPr>
          <a:r>
            <a:rPr lang="en-US" b="0" i="0" dirty="0"/>
            <a:t>2- </a:t>
          </a:r>
          <a:r>
            <a:rPr lang="en-US" b="1" dirty="0"/>
            <a:t>Health Promotion &amp; Illness Prevention</a:t>
          </a:r>
          <a:endParaRPr lang="en-US" dirty="0"/>
        </a:p>
      </dgm:t>
    </dgm:pt>
    <dgm:pt modelId="{54A3E0BE-C62A-44A8-9007-2D01908D5BE0}" type="parTrans" cxnId="{10995176-D54B-47E5-9187-8C7BD52C0240}">
      <dgm:prSet/>
      <dgm:spPr/>
      <dgm:t>
        <a:bodyPr/>
        <a:lstStyle/>
        <a:p>
          <a:endParaRPr lang="en-US"/>
        </a:p>
      </dgm:t>
    </dgm:pt>
    <dgm:pt modelId="{D92ADD8D-78FF-4129-B17A-6BBB7E95485E}" type="sibTrans" cxnId="{10995176-D54B-47E5-9187-8C7BD52C0240}">
      <dgm:prSet/>
      <dgm:spPr/>
      <dgm:t>
        <a:bodyPr/>
        <a:lstStyle/>
        <a:p>
          <a:endParaRPr lang="en-US"/>
        </a:p>
      </dgm:t>
    </dgm:pt>
    <dgm:pt modelId="{63A17A87-36EB-4377-A0B5-5FD94D223A65}" type="pres">
      <dgm:prSet presAssocID="{FAC60235-C916-42A2-99F6-B81AE58FC8CD}" presName="root" presStyleCnt="0">
        <dgm:presLayoutVars>
          <dgm:dir/>
          <dgm:resizeHandles val="exact"/>
        </dgm:presLayoutVars>
      </dgm:prSet>
      <dgm:spPr/>
    </dgm:pt>
    <dgm:pt modelId="{047B64AF-30D3-4CF1-8CF6-B7B4F4BBF416}" type="pres">
      <dgm:prSet presAssocID="{850AFB7B-D3CE-4CC3-849B-E4377CE20224}" presName="compNode" presStyleCnt="0"/>
      <dgm:spPr/>
    </dgm:pt>
    <dgm:pt modelId="{D76C5103-50DB-4BF9-8491-95B170CB1318}" type="pres">
      <dgm:prSet presAssocID="{850AFB7B-D3CE-4CC3-849B-E4377CE20224}" presName="bgRect" presStyleLbl="bgShp" presStyleIdx="0" presStyleCnt="1"/>
      <dgm:spPr/>
    </dgm:pt>
    <dgm:pt modelId="{63F2B8AA-5FFD-431C-A192-71E16D4153D5}" type="pres">
      <dgm:prSet presAssocID="{850AFB7B-D3CE-4CC3-849B-E4377CE20224}" presName="iconRect" presStyleLbl="node1" presStyleIdx="0" presStyleCnt="1"/>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 List"/>
        </a:ext>
      </dgm:extLst>
    </dgm:pt>
    <dgm:pt modelId="{1596CDCD-4BD4-4190-861A-62A4A0757A8F}" type="pres">
      <dgm:prSet presAssocID="{850AFB7B-D3CE-4CC3-849B-E4377CE20224}" presName="spaceRect" presStyleCnt="0"/>
      <dgm:spPr/>
    </dgm:pt>
    <dgm:pt modelId="{B59ED620-AA3F-4521-B627-FC1DBC0EF5E0}" type="pres">
      <dgm:prSet presAssocID="{850AFB7B-D3CE-4CC3-849B-E4377CE20224}" presName="parTx" presStyleLbl="revTx" presStyleIdx="0" presStyleCnt="1">
        <dgm:presLayoutVars>
          <dgm:chMax val="0"/>
          <dgm:chPref val="0"/>
        </dgm:presLayoutVars>
      </dgm:prSet>
      <dgm:spPr/>
    </dgm:pt>
  </dgm:ptLst>
  <dgm:cxnLst>
    <dgm:cxn modelId="{3EBE3508-0244-4808-BE02-8D19A8F411F4}" type="presOf" srcId="{FAC60235-C916-42A2-99F6-B81AE58FC8CD}" destId="{63A17A87-36EB-4377-A0B5-5FD94D223A65}" srcOrd="0" destOrd="0" presId="urn:microsoft.com/office/officeart/2018/2/layout/IconVerticalSolidList"/>
    <dgm:cxn modelId="{10995176-D54B-47E5-9187-8C7BD52C0240}" srcId="{FAC60235-C916-42A2-99F6-B81AE58FC8CD}" destId="{850AFB7B-D3CE-4CC3-849B-E4377CE20224}" srcOrd="0" destOrd="0" parTransId="{54A3E0BE-C62A-44A8-9007-2D01908D5BE0}" sibTransId="{D92ADD8D-78FF-4129-B17A-6BBB7E95485E}"/>
    <dgm:cxn modelId="{172FA0F5-10D6-4CE7-B97A-96D0F572F0DD}" type="presOf" srcId="{850AFB7B-D3CE-4CC3-849B-E4377CE20224}" destId="{B59ED620-AA3F-4521-B627-FC1DBC0EF5E0}" srcOrd="0" destOrd="0" presId="urn:microsoft.com/office/officeart/2018/2/layout/IconVerticalSolidList"/>
    <dgm:cxn modelId="{98341577-55C6-4C13-8FA4-37B2C0831B18}" type="presParOf" srcId="{63A17A87-36EB-4377-A0B5-5FD94D223A65}" destId="{047B64AF-30D3-4CF1-8CF6-B7B4F4BBF416}" srcOrd="0" destOrd="0" presId="urn:microsoft.com/office/officeart/2018/2/layout/IconVerticalSolidList"/>
    <dgm:cxn modelId="{698DDBC2-6A81-4B60-8C00-40E9DA3DA19C}" type="presParOf" srcId="{047B64AF-30D3-4CF1-8CF6-B7B4F4BBF416}" destId="{D76C5103-50DB-4BF9-8491-95B170CB1318}" srcOrd="0" destOrd="0" presId="urn:microsoft.com/office/officeart/2018/2/layout/IconVerticalSolidList"/>
    <dgm:cxn modelId="{4BF01034-C2AD-4937-9D49-0ACD0D933073}" type="presParOf" srcId="{047B64AF-30D3-4CF1-8CF6-B7B4F4BBF416}" destId="{63F2B8AA-5FFD-431C-A192-71E16D4153D5}" srcOrd="1" destOrd="0" presId="urn:microsoft.com/office/officeart/2018/2/layout/IconVerticalSolidList"/>
    <dgm:cxn modelId="{DCBBA6DC-09A7-4B1D-BB2E-807B37D6293D}" type="presParOf" srcId="{047B64AF-30D3-4CF1-8CF6-B7B4F4BBF416}" destId="{1596CDCD-4BD4-4190-861A-62A4A0757A8F}" srcOrd="2" destOrd="0" presId="urn:microsoft.com/office/officeart/2018/2/layout/IconVerticalSolidList"/>
    <dgm:cxn modelId="{C941B24E-B8C1-415F-B10A-74BE70A65841}" type="presParOf" srcId="{047B64AF-30D3-4CF1-8CF6-B7B4F4BBF416}" destId="{B59ED620-AA3F-4521-B627-FC1DBC0EF5E0}"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430FD75-66AB-43E2-8A97-F1C056342133}" type="doc">
      <dgm:prSet loTypeId="urn:microsoft.com/office/officeart/2018/2/layout/IconVerticalSolidList" loCatId="icon" qsTypeId="urn:microsoft.com/office/officeart/2005/8/quickstyle/simple1#12" qsCatId="simple" csTypeId="urn:microsoft.com/office/officeart/2005/8/colors/accent1_2#2" csCatId="accent1" phldr="1"/>
      <dgm:spPr/>
      <dgm:t>
        <a:bodyPr/>
        <a:lstStyle/>
        <a:p>
          <a:endParaRPr lang="en-US"/>
        </a:p>
      </dgm:t>
    </dgm:pt>
    <dgm:pt modelId="{8C3A69B5-71CB-4143-8DB2-68A89AE1388F}">
      <dgm:prSet custT="1"/>
      <dgm:spPr/>
      <dgm:t>
        <a:bodyPr/>
        <a:lstStyle/>
        <a:p>
          <a:pPr>
            <a:lnSpc>
              <a:spcPct val="100000"/>
            </a:lnSpc>
          </a:pPr>
          <a:r>
            <a:rPr lang="en-US" sz="1800" b="1" i="0" dirty="0">
              <a:solidFill>
                <a:schemeClr val="accent5">
                  <a:lumMod val="75000"/>
                </a:schemeClr>
              </a:solidFill>
            </a:rPr>
            <a:t>1- Informal approach</a:t>
          </a:r>
        </a:p>
        <a:p>
          <a:pPr>
            <a:lnSpc>
              <a:spcPct val="100000"/>
            </a:lnSpc>
          </a:pPr>
          <a:r>
            <a:rPr lang="en-US" sz="1600" b="0" i="0" dirty="0"/>
            <a:t>where the nurse relies on her or his acute observational skills for the assessment.</a:t>
          </a:r>
          <a:endParaRPr lang="en-US" sz="1600" dirty="0"/>
        </a:p>
      </dgm:t>
    </dgm:pt>
    <dgm:pt modelId="{A5EFB2B3-E78A-4D72-A566-BBC73952E72B}" type="parTrans" cxnId="{88D4BDA1-52EC-48CB-A564-F76FF714415C}">
      <dgm:prSet/>
      <dgm:spPr/>
      <dgm:t>
        <a:bodyPr/>
        <a:lstStyle/>
        <a:p>
          <a:endParaRPr lang="en-US"/>
        </a:p>
      </dgm:t>
    </dgm:pt>
    <dgm:pt modelId="{2BE30FDC-4033-4132-92BE-D8952712199B}" type="sibTrans" cxnId="{88D4BDA1-52EC-48CB-A564-F76FF714415C}">
      <dgm:prSet/>
      <dgm:spPr/>
      <dgm:t>
        <a:bodyPr/>
        <a:lstStyle/>
        <a:p>
          <a:endParaRPr lang="en-US"/>
        </a:p>
      </dgm:t>
    </dgm:pt>
    <dgm:pt modelId="{9693F828-9EF9-4671-8F50-A3F1E385E853}">
      <dgm:prSet custT="1"/>
      <dgm:spPr/>
      <dgm:t>
        <a:bodyPr/>
        <a:lstStyle/>
        <a:p>
          <a:pPr>
            <a:lnSpc>
              <a:spcPct val="100000"/>
            </a:lnSpc>
          </a:pPr>
          <a:r>
            <a:rPr lang="en-US" sz="2000" b="1" i="0" dirty="0">
              <a:solidFill>
                <a:schemeClr val="accent5">
                  <a:lumMod val="75000"/>
                </a:schemeClr>
              </a:solidFill>
            </a:rPr>
            <a:t>2- Formal approach</a:t>
          </a:r>
        </a:p>
        <a:p>
          <a:pPr>
            <a:lnSpc>
              <a:spcPct val="100000"/>
            </a:lnSpc>
          </a:pPr>
          <a:r>
            <a:rPr lang="en-US" sz="1700" b="0" i="0" dirty="0"/>
            <a:t>include specific questions and assessment tools such as questionnaires, tests, and/or charts/diagrams</a:t>
          </a:r>
          <a:endParaRPr lang="en-US" sz="1700" dirty="0"/>
        </a:p>
      </dgm:t>
    </dgm:pt>
    <dgm:pt modelId="{00CB39C9-307E-4A94-972B-D5F546375F0D}" type="parTrans" cxnId="{5F0F2D2D-D2FB-464F-BBC4-8B5F29E1B056}">
      <dgm:prSet/>
      <dgm:spPr/>
      <dgm:t>
        <a:bodyPr/>
        <a:lstStyle/>
        <a:p>
          <a:endParaRPr lang="en-US"/>
        </a:p>
      </dgm:t>
    </dgm:pt>
    <dgm:pt modelId="{20277202-2D36-4E38-A304-BDE4489D70AA}" type="sibTrans" cxnId="{5F0F2D2D-D2FB-464F-BBC4-8B5F29E1B056}">
      <dgm:prSet/>
      <dgm:spPr/>
      <dgm:t>
        <a:bodyPr/>
        <a:lstStyle/>
        <a:p>
          <a:endParaRPr lang="en-US"/>
        </a:p>
      </dgm:t>
    </dgm:pt>
    <dgm:pt modelId="{4A07CE42-A12B-476C-ACB0-4AA344AF8C7B}" type="pres">
      <dgm:prSet presAssocID="{C430FD75-66AB-43E2-8A97-F1C056342133}" presName="root" presStyleCnt="0">
        <dgm:presLayoutVars>
          <dgm:dir/>
          <dgm:resizeHandles val="exact"/>
        </dgm:presLayoutVars>
      </dgm:prSet>
      <dgm:spPr/>
    </dgm:pt>
    <dgm:pt modelId="{DCA111B2-B2FF-457D-8C99-974F299A97F1}" type="pres">
      <dgm:prSet presAssocID="{8C3A69B5-71CB-4143-8DB2-68A89AE1388F}" presName="compNode" presStyleCnt="0"/>
      <dgm:spPr/>
    </dgm:pt>
    <dgm:pt modelId="{DC9E08F5-A817-470D-BB7A-1271B05EE50B}" type="pres">
      <dgm:prSet presAssocID="{8C3A69B5-71CB-4143-8DB2-68A89AE1388F}" presName="bgRect" presStyleLbl="bgShp" presStyleIdx="0" presStyleCnt="2"/>
      <dgm:spPr/>
    </dgm:pt>
    <dgm:pt modelId="{B734C01B-F10D-477A-B878-88C8561507FF}" type="pres">
      <dgm:prSet presAssocID="{8C3A69B5-71CB-4143-8DB2-68A89AE1388F}"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tethoscope"/>
        </a:ext>
      </dgm:extLst>
    </dgm:pt>
    <dgm:pt modelId="{91088FC0-0485-476F-BD13-93FDAB54EB49}" type="pres">
      <dgm:prSet presAssocID="{8C3A69B5-71CB-4143-8DB2-68A89AE1388F}" presName="spaceRect" presStyleCnt="0"/>
      <dgm:spPr/>
    </dgm:pt>
    <dgm:pt modelId="{44013DDC-18D3-46F4-A31B-7509F6C386CE}" type="pres">
      <dgm:prSet presAssocID="{8C3A69B5-71CB-4143-8DB2-68A89AE1388F}" presName="parTx" presStyleLbl="revTx" presStyleIdx="0" presStyleCnt="2">
        <dgm:presLayoutVars>
          <dgm:chMax val="0"/>
          <dgm:chPref val="0"/>
        </dgm:presLayoutVars>
      </dgm:prSet>
      <dgm:spPr/>
    </dgm:pt>
    <dgm:pt modelId="{EEC5D854-ED87-451F-8CA4-B6CD96ADC738}" type="pres">
      <dgm:prSet presAssocID="{2BE30FDC-4033-4132-92BE-D8952712199B}" presName="sibTrans" presStyleCnt="0"/>
      <dgm:spPr/>
    </dgm:pt>
    <dgm:pt modelId="{36FD7D36-7787-4F39-B53E-FFA94AFD2FEA}" type="pres">
      <dgm:prSet presAssocID="{9693F828-9EF9-4671-8F50-A3F1E385E853}" presName="compNode" presStyleCnt="0"/>
      <dgm:spPr/>
    </dgm:pt>
    <dgm:pt modelId="{5779195F-3D16-4879-9696-6BDE84B1A0E8}" type="pres">
      <dgm:prSet presAssocID="{9693F828-9EF9-4671-8F50-A3F1E385E853}" presName="bgRect" presStyleLbl="bgShp" presStyleIdx="1" presStyleCnt="2"/>
      <dgm:spPr/>
    </dgm:pt>
    <dgm:pt modelId="{8A9F76AF-85A7-4BB0-B8FC-7E673BDD1E58}" type="pres">
      <dgm:prSet presAssocID="{9693F828-9EF9-4671-8F50-A3F1E385E853}"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D45A652C-2FE0-48D5-AA5B-02F09E7199FD}" type="pres">
      <dgm:prSet presAssocID="{9693F828-9EF9-4671-8F50-A3F1E385E853}" presName="spaceRect" presStyleCnt="0"/>
      <dgm:spPr/>
    </dgm:pt>
    <dgm:pt modelId="{9B20D798-4333-47D5-B4A6-0799E2B79F97}" type="pres">
      <dgm:prSet presAssocID="{9693F828-9EF9-4671-8F50-A3F1E385E853}" presName="parTx" presStyleLbl="revTx" presStyleIdx="1" presStyleCnt="2">
        <dgm:presLayoutVars>
          <dgm:chMax val="0"/>
          <dgm:chPref val="0"/>
        </dgm:presLayoutVars>
      </dgm:prSet>
      <dgm:spPr/>
    </dgm:pt>
  </dgm:ptLst>
  <dgm:cxnLst>
    <dgm:cxn modelId="{98078324-6CAE-4A65-B39B-54C1ADCEB891}" type="presOf" srcId="{9693F828-9EF9-4671-8F50-A3F1E385E853}" destId="{9B20D798-4333-47D5-B4A6-0799E2B79F97}" srcOrd="0" destOrd="0" presId="urn:microsoft.com/office/officeart/2018/2/layout/IconVerticalSolidList"/>
    <dgm:cxn modelId="{5F0F2D2D-D2FB-464F-BBC4-8B5F29E1B056}" srcId="{C430FD75-66AB-43E2-8A97-F1C056342133}" destId="{9693F828-9EF9-4671-8F50-A3F1E385E853}" srcOrd="1" destOrd="0" parTransId="{00CB39C9-307E-4A94-972B-D5F546375F0D}" sibTransId="{20277202-2D36-4E38-A304-BDE4489D70AA}"/>
    <dgm:cxn modelId="{977EBA78-1945-47CD-BBE0-FC1C37F53AD8}" type="presOf" srcId="{8C3A69B5-71CB-4143-8DB2-68A89AE1388F}" destId="{44013DDC-18D3-46F4-A31B-7509F6C386CE}" srcOrd="0" destOrd="0" presId="urn:microsoft.com/office/officeart/2018/2/layout/IconVerticalSolidList"/>
    <dgm:cxn modelId="{7AD6C189-8CE0-490F-8FE2-8426CEE41614}" type="presOf" srcId="{C430FD75-66AB-43E2-8A97-F1C056342133}" destId="{4A07CE42-A12B-476C-ACB0-4AA344AF8C7B}" srcOrd="0" destOrd="0" presId="urn:microsoft.com/office/officeart/2018/2/layout/IconVerticalSolidList"/>
    <dgm:cxn modelId="{88D4BDA1-52EC-48CB-A564-F76FF714415C}" srcId="{C430FD75-66AB-43E2-8A97-F1C056342133}" destId="{8C3A69B5-71CB-4143-8DB2-68A89AE1388F}" srcOrd="0" destOrd="0" parTransId="{A5EFB2B3-E78A-4D72-A566-BBC73952E72B}" sibTransId="{2BE30FDC-4033-4132-92BE-D8952712199B}"/>
    <dgm:cxn modelId="{DE24FAD8-EEA2-4DB9-A395-5D72257769FA}" type="presParOf" srcId="{4A07CE42-A12B-476C-ACB0-4AA344AF8C7B}" destId="{DCA111B2-B2FF-457D-8C99-974F299A97F1}" srcOrd="0" destOrd="0" presId="urn:microsoft.com/office/officeart/2018/2/layout/IconVerticalSolidList"/>
    <dgm:cxn modelId="{402F1B8A-D6FA-4267-94E1-3A2D8A4E7F1E}" type="presParOf" srcId="{DCA111B2-B2FF-457D-8C99-974F299A97F1}" destId="{DC9E08F5-A817-470D-BB7A-1271B05EE50B}" srcOrd="0" destOrd="0" presId="urn:microsoft.com/office/officeart/2018/2/layout/IconVerticalSolidList"/>
    <dgm:cxn modelId="{6E23C0B5-08FA-4A32-9748-88A37512937F}" type="presParOf" srcId="{DCA111B2-B2FF-457D-8C99-974F299A97F1}" destId="{B734C01B-F10D-477A-B878-88C8561507FF}" srcOrd="1" destOrd="0" presId="urn:microsoft.com/office/officeart/2018/2/layout/IconVerticalSolidList"/>
    <dgm:cxn modelId="{44C0D45E-C292-4287-9622-1B2E857C4AB8}" type="presParOf" srcId="{DCA111B2-B2FF-457D-8C99-974F299A97F1}" destId="{91088FC0-0485-476F-BD13-93FDAB54EB49}" srcOrd="2" destOrd="0" presId="urn:microsoft.com/office/officeart/2018/2/layout/IconVerticalSolidList"/>
    <dgm:cxn modelId="{B6BC998E-9812-47FA-8287-4393171726A9}" type="presParOf" srcId="{DCA111B2-B2FF-457D-8C99-974F299A97F1}" destId="{44013DDC-18D3-46F4-A31B-7509F6C386CE}" srcOrd="3" destOrd="0" presId="urn:microsoft.com/office/officeart/2018/2/layout/IconVerticalSolidList"/>
    <dgm:cxn modelId="{5144229B-8ADE-45C6-9659-B21390247F27}" type="presParOf" srcId="{4A07CE42-A12B-476C-ACB0-4AA344AF8C7B}" destId="{EEC5D854-ED87-451F-8CA4-B6CD96ADC738}" srcOrd="1" destOrd="0" presId="urn:microsoft.com/office/officeart/2018/2/layout/IconVerticalSolidList"/>
    <dgm:cxn modelId="{57342B83-370F-4115-BCD4-D005895F0F65}" type="presParOf" srcId="{4A07CE42-A12B-476C-ACB0-4AA344AF8C7B}" destId="{36FD7D36-7787-4F39-B53E-FFA94AFD2FEA}" srcOrd="2" destOrd="0" presId="urn:microsoft.com/office/officeart/2018/2/layout/IconVerticalSolidList"/>
    <dgm:cxn modelId="{794E3756-6FCF-4C01-AE19-E60B2EA373C3}" type="presParOf" srcId="{36FD7D36-7787-4F39-B53E-FFA94AFD2FEA}" destId="{5779195F-3D16-4879-9696-6BDE84B1A0E8}" srcOrd="0" destOrd="0" presId="urn:microsoft.com/office/officeart/2018/2/layout/IconVerticalSolidList"/>
    <dgm:cxn modelId="{E7BC5CEA-157B-4947-B27B-0A0E20ADA15C}" type="presParOf" srcId="{36FD7D36-7787-4F39-B53E-FFA94AFD2FEA}" destId="{8A9F76AF-85A7-4BB0-B8FC-7E673BDD1E58}" srcOrd="1" destOrd="0" presId="urn:microsoft.com/office/officeart/2018/2/layout/IconVerticalSolidList"/>
    <dgm:cxn modelId="{EF506891-25D6-46CF-9ED2-53A5B366C815}" type="presParOf" srcId="{36FD7D36-7787-4F39-B53E-FFA94AFD2FEA}" destId="{D45A652C-2FE0-48D5-AA5B-02F09E7199FD}" srcOrd="2" destOrd="0" presId="urn:microsoft.com/office/officeart/2018/2/layout/IconVerticalSolidList"/>
    <dgm:cxn modelId="{F10CA7FE-6C16-40AC-AA92-3B060D0800B8}" type="presParOf" srcId="{36FD7D36-7787-4F39-B53E-FFA94AFD2FEA}" destId="{9B20D798-4333-47D5-B4A6-0799E2B79F9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1C6C2B4-0449-487B-8B87-8AF86DF221D3}" type="doc">
      <dgm:prSet loTypeId="urn:microsoft.com/office/officeart/2005/8/layout/list1" loCatId="list" qsTypeId="urn:microsoft.com/office/officeart/2005/8/quickstyle/simple1#13" qsCatId="simple" csTypeId="urn:microsoft.com/office/officeart/2005/8/colors/accent1_2#3" csCatId="accent1"/>
      <dgm:spPr/>
      <dgm:t>
        <a:bodyPr/>
        <a:lstStyle/>
        <a:p>
          <a:endParaRPr lang="en-US"/>
        </a:p>
      </dgm:t>
    </dgm:pt>
    <dgm:pt modelId="{E113CC53-D7CB-4B99-8FC5-1161A1356ED2}">
      <dgm:prSet/>
      <dgm:spPr/>
      <dgm:t>
        <a:bodyPr/>
        <a:lstStyle/>
        <a:p>
          <a:r>
            <a:rPr lang="en-US" dirty="0"/>
            <a:t>The Eco-Map</a:t>
          </a:r>
        </a:p>
      </dgm:t>
    </dgm:pt>
    <dgm:pt modelId="{F640C1D9-ECE0-4530-9756-79E0FEA347E6}" type="parTrans" cxnId="{5F41EF5F-E033-4023-AE49-20FA3DE7CA35}">
      <dgm:prSet/>
      <dgm:spPr/>
      <dgm:t>
        <a:bodyPr/>
        <a:lstStyle/>
        <a:p>
          <a:endParaRPr lang="en-US"/>
        </a:p>
      </dgm:t>
    </dgm:pt>
    <dgm:pt modelId="{34EABEC6-C328-4DE1-928E-97D360B56504}" type="sibTrans" cxnId="{5F41EF5F-E033-4023-AE49-20FA3DE7CA35}">
      <dgm:prSet/>
      <dgm:spPr/>
      <dgm:t>
        <a:bodyPr/>
        <a:lstStyle/>
        <a:p>
          <a:endParaRPr lang="en-US"/>
        </a:p>
      </dgm:t>
    </dgm:pt>
    <dgm:pt modelId="{4D263ECA-A38F-4650-87DC-130A6A95F94A}">
      <dgm:prSet/>
      <dgm:spPr/>
      <dgm:t>
        <a:bodyPr/>
        <a:lstStyle/>
        <a:p>
          <a:r>
            <a:rPr lang="en-US" dirty="0"/>
            <a:t>The Genogram</a:t>
          </a:r>
        </a:p>
      </dgm:t>
    </dgm:pt>
    <dgm:pt modelId="{6C21AEAD-9BBF-4CEB-B5BA-96C6CE3277A9}" type="parTrans" cxnId="{FB9E44FD-2391-441E-927D-7B5051152176}">
      <dgm:prSet/>
      <dgm:spPr/>
      <dgm:t>
        <a:bodyPr/>
        <a:lstStyle/>
        <a:p>
          <a:endParaRPr lang="en-US"/>
        </a:p>
      </dgm:t>
    </dgm:pt>
    <dgm:pt modelId="{867BA397-CEE4-48FA-BBEB-91BBE489BFFE}" type="sibTrans" cxnId="{FB9E44FD-2391-441E-927D-7B5051152176}">
      <dgm:prSet/>
      <dgm:spPr/>
      <dgm:t>
        <a:bodyPr/>
        <a:lstStyle/>
        <a:p>
          <a:endParaRPr lang="en-US"/>
        </a:p>
      </dgm:t>
    </dgm:pt>
    <dgm:pt modelId="{8D069DA0-5D3A-44A4-A79F-A8219968D888}" type="pres">
      <dgm:prSet presAssocID="{71C6C2B4-0449-487B-8B87-8AF86DF221D3}" presName="linear" presStyleCnt="0">
        <dgm:presLayoutVars>
          <dgm:dir/>
          <dgm:animLvl val="lvl"/>
          <dgm:resizeHandles val="exact"/>
        </dgm:presLayoutVars>
      </dgm:prSet>
      <dgm:spPr/>
    </dgm:pt>
    <dgm:pt modelId="{EA1786B2-B62A-47DC-AFCB-EA1A9C0BA7A4}" type="pres">
      <dgm:prSet presAssocID="{E113CC53-D7CB-4B99-8FC5-1161A1356ED2}" presName="parentLin" presStyleCnt="0"/>
      <dgm:spPr/>
    </dgm:pt>
    <dgm:pt modelId="{827D85DB-6225-45FF-91B5-884DF54F3DC7}" type="pres">
      <dgm:prSet presAssocID="{E113CC53-D7CB-4B99-8FC5-1161A1356ED2}" presName="parentLeftMargin" presStyleLbl="node1" presStyleIdx="0" presStyleCnt="2"/>
      <dgm:spPr/>
    </dgm:pt>
    <dgm:pt modelId="{97D72D33-F046-41D3-A613-B129051FE1DF}" type="pres">
      <dgm:prSet presAssocID="{E113CC53-D7CB-4B99-8FC5-1161A1356ED2}" presName="parentText" presStyleLbl="node1" presStyleIdx="0" presStyleCnt="2">
        <dgm:presLayoutVars>
          <dgm:chMax val="0"/>
          <dgm:bulletEnabled val="1"/>
        </dgm:presLayoutVars>
      </dgm:prSet>
      <dgm:spPr/>
    </dgm:pt>
    <dgm:pt modelId="{EF1E0342-8DA8-4494-A6A5-86A00DA0590E}" type="pres">
      <dgm:prSet presAssocID="{E113CC53-D7CB-4B99-8FC5-1161A1356ED2}" presName="negativeSpace" presStyleCnt="0"/>
      <dgm:spPr/>
    </dgm:pt>
    <dgm:pt modelId="{8A259194-F021-4051-800D-E7602C6E053E}" type="pres">
      <dgm:prSet presAssocID="{E113CC53-D7CB-4B99-8FC5-1161A1356ED2}" presName="childText" presStyleLbl="conFgAcc1" presStyleIdx="0" presStyleCnt="2">
        <dgm:presLayoutVars>
          <dgm:bulletEnabled val="1"/>
        </dgm:presLayoutVars>
      </dgm:prSet>
      <dgm:spPr/>
    </dgm:pt>
    <dgm:pt modelId="{7CCBD203-A981-4F91-8DA5-6341892E4A3D}" type="pres">
      <dgm:prSet presAssocID="{34EABEC6-C328-4DE1-928E-97D360B56504}" presName="spaceBetweenRectangles" presStyleCnt="0"/>
      <dgm:spPr/>
    </dgm:pt>
    <dgm:pt modelId="{00CDDFE0-4D26-4279-9E2C-A6D5E1DE3637}" type="pres">
      <dgm:prSet presAssocID="{4D263ECA-A38F-4650-87DC-130A6A95F94A}" presName="parentLin" presStyleCnt="0"/>
      <dgm:spPr/>
    </dgm:pt>
    <dgm:pt modelId="{2BD6D70C-3371-4C02-AA9E-A62EFECAB441}" type="pres">
      <dgm:prSet presAssocID="{4D263ECA-A38F-4650-87DC-130A6A95F94A}" presName="parentLeftMargin" presStyleLbl="node1" presStyleIdx="0" presStyleCnt="2"/>
      <dgm:spPr/>
    </dgm:pt>
    <dgm:pt modelId="{EB059B11-354D-407D-81CE-85615456F1B4}" type="pres">
      <dgm:prSet presAssocID="{4D263ECA-A38F-4650-87DC-130A6A95F94A}" presName="parentText" presStyleLbl="node1" presStyleIdx="1" presStyleCnt="2">
        <dgm:presLayoutVars>
          <dgm:chMax val="0"/>
          <dgm:bulletEnabled val="1"/>
        </dgm:presLayoutVars>
      </dgm:prSet>
      <dgm:spPr/>
    </dgm:pt>
    <dgm:pt modelId="{2738F51A-8E54-4AEB-A6A8-B70AE6F0E7D4}" type="pres">
      <dgm:prSet presAssocID="{4D263ECA-A38F-4650-87DC-130A6A95F94A}" presName="negativeSpace" presStyleCnt="0"/>
      <dgm:spPr/>
    </dgm:pt>
    <dgm:pt modelId="{DDDE538C-ABA2-4355-A7C7-0F982FAD460B}" type="pres">
      <dgm:prSet presAssocID="{4D263ECA-A38F-4650-87DC-130A6A95F94A}" presName="childText" presStyleLbl="conFgAcc1" presStyleIdx="1" presStyleCnt="2">
        <dgm:presLayoutVars>
          <dgm:bulletEnabled val="1"/>
        </dgm:presLayoutVars>
      </dgm:prSet>
      <dgm:spPr/>
    </dgm:pt>
  </dgm:ptLst>
  <dgm:cxnLst>
    <dgm:cxn modelId="{9A4F6A40-E891-4A0F-90C4-7184092FBAA4}" type="presOf" srcId="{4D263ECA-A38F-4650-87DC-130A6A95F94A}" destId="{EB059B11-354D-407D-81CE-85615456F1B4}" srcOrd="1" destOrd="0" presId="urn:microsoft.com/office/officeart/2005/8/layout/list1"/>
    <dgm:cxn modelId="{5F41EF5F-E033-4023-AE49-20FA3DE7CA35}" srcId="{71C6C2B4-0449-487B-8B87-8AF86DF221D3}" destId="{E113CC53-D7CB-4B99-8FC5-1161A1356ED2}" srcOrd="0" destOrd="0" parTransId="{F640C1D9-ECE0-4530-9756-79E0FEA347E6}" sibTransId="{34EABEC6-C328-4DE1-928E-97D360B56504}"/>
    <dgm:cxn modelId="{CE829069-A2F2-4F51-AB35-492269E135BE}" type="presOf" srcId="{E113CC53-D7CB-4B99-8FC5-1161A1356ED2}" destId="{97D72D33-F046-41D3-A613-B129051FE1DF}" srcOrd="1" destOrd="0" presId="urn:microsoft.com/office/officeart/2005/8/layout/list1"/>
    <dgm:cxn modelId="{C19D284E-FA87-4EE1-8898-1F8491692ABC}" type="presOf" srcId="{4D263ECA-A38F-4650-87DC-130A6A95F94A}" destId="{2BD6D70C-3371-4C02-AA9E-A62EFECAB441}" srcOrd="0" destOrd="0" presId="urn:microsoft.com/office/officeart/2005/8/layout/list1"/>
    <dgm:cxn modelId="{D2C23755-6381-4150-9BB9-D3ED572207A1}" type="presOf" srcId="{E113CC53-D7CB-4B99-8FC5-1161A1356ED2}" destId="{827D85DB-6225-45FF-91B5-884DF54F3DC7}" srcOrd="0" destOrd="0" presId="urn:microsoft.com/office/officeart/2005/8/layout/list1"/>
    <dgm:cxn modelId="{EEAB6FFC-0154-4DE5-90BE-385D93E9F837}" type="presOf" srcId="{71C6C2B4-0449-487B-8B87-8AF86DF221D3}" destId="{8D069DA0-5D3A-44A4-A79F-A8219968D888}" srcOrd="0" destOrd="0" presId="urn:microsoft.com/office/officeart/2005/8/layout/list1"/>
    <dgm:cxn modelId="{FB9E44FD-2391-441E-927D-7B5051152176}" srcId="{71C6C2B4-0449-487B-8B87-8AF86DF221D3}" destId="{4D263ECA-A38F-4650-87DC-130A6A95F94A}" srcOrd="1" destOrd="0" parTransId="{6C21AEAD-9BBF-4CEB-B5BA-96C6CE3277A9}" sibTransId="{867BA397-CEE4-48FA-BBEB-91BBE489BFFE}"/>
    <dgm:cxn modelId="{B3DF970E-FCD0-417C-9211-C1763252E592}" type="presParOf" srcId="{8D069DA0-5D3A-44A4-A79F-A8219968D888}" destId="{EA1786B2-B62A-47DC-AFCB-EA1A9C0BA7A4}" srcOrd="0" destOrd="0" presId="urn:microsoft.com/office/officeart/2005/8/layout/list1"/>
    <dgm:cxn modelId="{C5936191-692D-48D0-A2F0-A23D9401D538}" type="presParOf" srcId="{EA1786B2-B62A-47DC-AFCB-EA1A9C0BA7A4}" destId="{827D85DB-6225-45FF-91B5-884DF54F3DC7}" srcOrd="0" destOrd="0" presId="urn:microsoft.com/office/officeart/2005/8/layout/list1"/>
    <dgm:cxn modelId="{2B9D215F-A47C-4C96-AD05-5442BC68FFDB}" type="presParOf" srcId="{EA1786B2-B62A-47DC-AFCB-EA1A9C0BA7A4}" destId="{97D72D33-F046-41D3-A613-B129051FE1DF}" srcOrd="1" destOrd="0" presId="urn:microsoft.com/office/officeart/2005/8/layout/list1"/>
    <dgm:cxn modelId="{5AEA8F90-7139-47C4-B913-D7AC3CD37BFB}" type="presParOf" srcId="{8D069DA0-5D3A-44A4-A79F-A8219968D888}" destId="{EF1E0342-8DA8-4494-A6A5-86A00DA0590E}" srcOrd="1" destOrd="0" presId="urn:microsoft.com/office/officeart/2005/8/layout/list1"/>
    <dgm:cxn modelId="{16F5DF96-A6AE-47BC-9C81-C15219CFB056}" type="presParOf" srcId="{8D069DA0-5D3A-44A4-A79F-A8219968D888}" destId="{8A259194-F021-4051-800D-E7602C6E053E}" srcOrd="2" destOrd="0" presId="urn:microsoft.com/office/officeart/2005/8/layout/list1"/>
    <dgm:cxn modelId="{23201989-B1C0-4532-BAB4-00710B76BC93}" type="presParOf" srcId="{8D069DA0-5D3A-44A4-A79F-A8219968D888}" destId="{7CCBD203-A981-4F91-8DA5-6341892E4A3D}" srcOrd="3" destOrd="0" presId="urn:microsoft.com/office/officeart/2005/8/layout/list1"/>
    <dgm:cxn modelId="{85E0BCB3-21C7-4E46-9EC6-E7E6A271D3B1}" type="presParOf" srcId="{8D069DA0-5D3A-44A4-A79F-A8219968D888}" destId="{00CDDFE0-4D26-4279-9E2C-A6D5E1DE3637}" srcOrd="4" destOrd="0" presId="urn:microsoft.com/office/officeart/2005/8/layout/list1"/>
    <dgm:cxn modelId="{72BA3D9B-A853-442C-9471-F36CE434D8ED}" type="presParOf" srcId="{00CDDFE0-4D26-4279-9E2C-A6D5E1DE3637}" destId="{2BD6D70C-3371-4C02-AA9E-A62EFECAB441}" srcOrd="0" destOrd="0" presId="urn:microsoft.com/office/officeart/2005/8/layout/list1"/>
    <dgm:cxn modelId="{39BE889D-2D4F-4072-8D90-4DE350295D93}" type="presParOf" srcId="{00CDDFE0-4D26-4279-9E2C-A6D5E1DE3637}" destId="{EB059B11-354D-407D-81CE-85615456F1B4}" srcOrd="1" destOrd="0" presId="urn:microsoft.com/office/officeart/2005/8/layout/list1"/>
    <dgm:cxn modelId="{D3D7FFCD-D1F1-4B47-AA78-57F21AE81949}" type="presParOf" srcId="{8D069DA0-5D3A-44A4-A79F-A8219968D888}" destId="{2738F51A-8E54-4AEB-A6A8-B70AE6F0E7D4}" srcOrd="5" destOrd="0" presId="urn:microsoft.com/office/officeart/2005/8/layout/list1"/>
    <dgm:cxn modelId="{C0EB528B-9F10-4649-A498-D9820F161173}" type="presParOf" srcId="{8D069DA0-5D3A-44A4-A79F-A8219968D888}" destId="{DDDE538C-ABA2-4355-A7C7-0F982FAD460B}"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47EDFED8-D904-4084-8B17-B8B9DCD5C11E}" type="doc">
      <dgm:prSet loTypeId="urn:microsoft.com/office/officeart/2018/2/layout/IconLabelList" loCatId="icon" qsTypeId="urn:microsoft.com/office/officeart/2005/8/quickstyle/simple1#14" qsCatId="simple" csTypeId="urn:microsoft.com/office/officeart/2005/8/colors/accent1_2#4" csCatId="accent1" phldr="1"/>
      <dgm:spPr/>
      <dgm:t>
        <a:bodyPr/>
        <a:lstStyle/>
        <a:p>
          <a:endParaRPr lang="en-US"/>
        </a:p>
      </dgm:t>
    </dgm:pt>
    <dgm:pt modelId="{64995786-C3E4-4C35-8ACF-0EA7B2C3A85A}">
      <dgm:prSet/>
      <dgm:spPr/>
      <dgm:t>
        <a:bodyPr/>
        <a:lstStyle/>
        <a:p>
          <a:pPr>
            <a:lnSpc>
              <a:spcPct val="100000"/>
            </a:lnSpc>
          </a:pPr>
          <a:r>
            <a:rPr lang="en-US" b="0" i="0" dirty="0"/>
            <a:t>Focus on the family as a total unit. </a:t>
          </a:r>
          <a:endParaRPr lang="en-US" dirty="0"/>
        </a:p>
      </dgm:t>
    </dgm:pt>
    <dgm:pt modelId="{244ED87E-2035-4B01-BAC9-1C261841FD85}" type="parTrans" cxnId="{5E0E24D3-5E37-4689-9520-9C00EB67C9F2}">
      <dgm:prSet/>
      <dgm:spPr/>
      <dgm:t>
        <a:bodyPr/>
        <a:lstStyle/>
        <a:p>
          <a:endParaRPr lang="en-US"/>
        </a:p>
      </dgm:t>
    </dgm:pt>
    <dgm:pt modelId="{22D4B5CC-3DB2-4A04-8510-C7565C62ACDB}" type="sibTrans" cxnId="{5E0E24D3-5E37-4689-9520-9C00EB67C9F2}">
      <dgm:prSet/>
      <dgm:spPr/>
      <dgm:t>
        <a:bodyPr/>
        <a:lstStyle/>
        <a:p>
          <a:endParaRPr lang="en-US"/>
        </a:p>
      </dgm:t>
    </dgm:pt>
    <dgm:pt modelId="{D83509FB-3CE0-4758-A6E2-E14E820C75B8}">
      <dgm:prSet/>
      <dgm:spPr/>
      <dgm:t>
        <a:bodyPr/>
        <a:lstStyle/>
        <a:p>
          <a:pPr>
            <a:lnSpc>
              <a:spcPct val="100000"/>
            </a:lnSpc>
          </a:pPr>
          <a:r>
            <a:rPr lang="en-US" b="0" i="0" dirty="0"/>
            <a:t>Ask goal-directed questions. </a:t>
          </a:r>
          <a:endParaRPr lang="en-US" dirty="0"/>
        </a:p>
      </dgm:t>
    </dgm:pt>
    <dgm:pt modelId="{1940CF61-91EC-47FF-A0AF-9181E8E28B5C}" type="parTrans" cxnId="{8BB294DC-BFD6-4E1D-A824-7AFDC4F955A3}">
      <dgm:prSet/>
      <dgm:spPr/>
      <dgm:t>
        <a:bodyPr/>
        <a:lstStyle/>
        <a:p>
          <a:endParaRPr lang="en-US"/>
        </a:p>
      </dgm:t>
    </dgm:pt>
    <dgm:pt modelId="{5CC603F0-CDCA-41F5-874F-19D0918D0284}" type="sibTrans" cxnId="{8BB294DC-BFD6-4E1D-A824-7AFDC4F955A3}">
      <dgm:prSet/>
      <dgm:spPr/>
      <dgm:t>
        <a:bodyPr/>
        <a:lstStyle/>
        <a:p>
          <a:endParaRPr lang="en-US"/>
        </a:p>
      </dgm:t>
    </dgm:pt>
    <dgm:pt modelId="{CE303DFC-0882-41FA-88FD-93B046836DA6}">
      <dgm:prSet/>
      <dgm:spPr/>
      <dgm:t>
        <a:bodyPr/>
        <a:lstStyle/>
        <a:p>
          <a:pPr>
            <a:lnSpc>
              <a:spcPct val="100000"/>
            </a:lnSpc>
          </a:pPr>
          <a:r>
            <a:rPr lang="en-US" b="0" i="0" dirty="0"/>
            <a:t>Collect data over time. </a:t>
          </a:r>
          <a:endParaRPr lang="en-US" dirty="0"/>
        </a:p>
      </dgm:t>
    </dgm:pt>
    <dgm:pt modelId="{82459B4D-13B8-475A-872B-E93A7A82D244}" type="parTrans" cxnId="{8C70B2F9-C01E-4480-98E7-DE079879E757}">
      <dgm:prSet/>
      <dgm:spPr/>
      <dgm:t>
        <a:bodyPr/>
        <a:lstStyle/>
        <a:p>
          <a:endParaRPr lang="en-US"/>
        </a:p>
      </dgm:t>
    </dgm:pt>
    <dgm:pt modelId="{5359E862-532C-4953-BF6E-7AC4C723BA55}" type="sibTrans" cxnId="{8C70B2F9-C01E-4480-98E7-DE079879E757}">
      <dgm:prSet/>
      <dgm:spPr/>
      <dgm:t>
        <a:bodyPr/>
        <a:lstStyle/>
        <a:p>
          <a:endParaRPr lang="en-US"/>
        </a:p>
      </dgm:t>
    </dgm:pt>
    <dgm:pt modelId="{2454CF20-847A-4C71-81E2-6D69D8275DEC}">
      <dgm:prSet/>
      <dgm:spPr/>
      <dgm:t>
        <a:bodyPr/>
        <a:lstStyle/>
        <a:p>
          <a:pPr>
            <a:lnSpc>
              <a:spcPct val="100000"/>
            </a:lnSpc>
          </a:pPr>
          <a:r>
            <a:rPr lang="en-US" b="0" i="0" dirty="0"/>
            <a:t>Combine quantitative and qualitative data. </a:t>
          </a:r>
          <a:endParaRPr lang="en-US" dirty="0"/>
        </a:p>
      </dgm:t>
    </dgm:pt>
    <dgm:pt modelId="{4BFE0307-BC02-462E-8212-BE56591A75AA}" type="parTrans" cxnId="{D1ECACA9-5053-44C5-9C9F-BAA9FF4FD22B}">
      <dgm:prSet/>
      <dgm:spPr/>
      <dgm:t>
        <a:bodyPr/>
        <a:lstStyle/>
        <a:p>
          <a:endParaRPr lang="en-US"/>
        </a:p>
      </dgm:t>
    </dgm:pt>
    <dgm:pt modelId="{D3353591-64E5-4D41-99BB-3C38681877F6}" type="sibTrans" cxnId="{D1ECACA9-5053-44C5-9C9F-BAA9FF4FD22B}">
      <dgm:prSet/>
      <dgm:spPr/>
      <dgm:t>
        <a:bodyPr/>
        <a:lstStyle/>
        <a:p>
          <a:endParaRPr lang="en-US"/>
        </a:p>
      </dgm:t>
    </dgm:pt>
    <dgm:pt modelId="{CA1B7CA6-66B4-4C7B-B9CE-8BDADA9838F2}">
      <dgm:prSet/>
      <dgm:spPr/>
      <dgm:t>
        <a:bodyPr/>
        <a:lstStyle/>
        <a:p>
          <a:pPr>
            <a:lnSpc>
              <a:spcPct val="100000"/>
            </a:lnSpc>
          </a:pPr>
          <a:r>
            <a:rPr lang="en-US" b="0" i="0" dirty="0"/>
            <a:t>Exercise professional judgment.</a:t>
          </a:r>
          <a:endParaRPr lang="en-US" dirty="0"/>
        </a:p>
      </dgm:t>
    </dgm:pt>
    <dgm:pt modelId="{E7176C10-04B7-453C-9D3C-5F7C8A083A1B}" type="parTrans" cxnId="{969276DD-CA3D-4B3F-A1DD-7F8760BE05EF}">
      <dgm:prSet/>
      <dgm:spPr/>
      <dgm:t>
        <a:bodyPr/>
        <a:lstStyle/>
        <a:p>
          <a:endParaRPr lang="en-US"/>
        </a:p>
      </dgm:t>
    </dgm:pt>
    <dgm:pt modelId="{75EBD203-D1C9-45B3-BF54-317ED04CCA4C}" type="sibTrans" cxnId="{969276DD-CA3D-4B3F-A1DD-7F8760BE05EF}">
      <dgm:prSet/>
      <dgm:spPr/>
      <dgm:t>
        <a:bodyPr/>
        <a:lstStyle/>
        <a:p>
          <a:endParaRPr lang="en-US"/>
        </a:p>
      </dgm:t>
    </dgm:pt>
    <dgm:pt modelId="{1A5471E1-5875-4206-A5C3-96D6FFDBE639}" type="pres">
      <dgm:prSet presAssocID="{47EDFED8-D904-4084-8B17-B8B9DCD5C11E}" presName="root" presStyleCnt="0">
        <dgm:presLayoutVars>
          <dgm:dir/>
          <dgm:resizeHandles val="exact"/>
        </dgm:presLayoutVars>
      </dgm:prSet>
      <dgm:spPr/>
    </dgm:pt>
    <dgm:pt modelId="{6F36BC65-ECF8-44D4-827C-B4ABE0D5D0A3}" type="pres">
      <dgm:prSet presAssocID="{64995786-C3E4-4C35-8ACF-0EA7B2C3A85A}" presName="compNode" presStyleCnt="0"/>
      <dgm:spPr/>
    </dgm:pt>
    <dgm:pt modelId="{371FF6E0-9B3B-4C0B-8926-845E381C0D27}" type="pres">
      <dgm:prSet presAssocID="{64995786-C3E4-4C35-8ACF-0EA7B2C3A85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agnifying glass"/>
        </a:ext>
      </dgm:extLst>
    </dgm:pt>
    <dgm:pt modelId="{5ED33404-A197-4F12-AA38-4C77C2004177}" type="pres">
      <dgm:prSet presAssocID="{64995786-C3E4-4C35-8ACF-0EA7B2C3A85A}" presName="spaceRect" presStyleCnt="0"/>
      <dgm:spPr/>
    </dgm:pt>
    <dgm:pt modelId="{271585EA-4934-4BA0-9D93-C9DD1A7C6EF0}" type="pres">
      <dgm:prSet presAssocID="{64995786-C3E4-4C35-8ACF-0EA7B2C3A85A}" presName="textRect" presStyleLbl="revTx" presStyleIdx="0" presStyleCnt="5">
        <dgm:presLayoutVars>
          <dgm:chMax val="1"/>
          <dgm:chPref val="1"/>
        </dgm:presLayoutVars>
      </dgm:prSet>
      <dgm:spPr/>
    </dgm:pt>
    <dgm:pt modelId="{BD458C10-45B3-41B8-AADF-1B1275AF9A1E}" type="pres">
      <dgm:prSet presAssocID="{22D4B5CC-3DB2-4A04-8510-C7565C62ACDB}" presName="sibTrans" presStyleCnt="0"/>
      <dgm:spPr/>
    </dgm:pt>
    <dgm:pt modelId="{0CD18856-A559-41C1-8F22-CB45C88A4F15}" type="pres">
      <dgm:prSet presAssocID="{D83509FB-3CE0-4758-A6E2-E14E820C75B8}" presName="compNode" presStyleCnt="0"/>
      <dgm:spPr/>
    </dgm:pt>
    <dgm:pt modelId="{C15C9A8B-383B-4A96-A90C-8F6EDA9EAF68}" type="pres">
      <dgm:prSet presAssocID="{D83509FB-3CE0-4758-A6E2-E14E820C75B8}"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rget"/>
        </a:ext>
      </dgm:extLst>
    </dgm:pt>
    <dgm:pt modelId="{0E235176-FE56-4B0B-908F-4F7759DE7DCA}" type="pres">
      <dgm:prSet presAssocID="{D83509FB-3CE0-4758-A6E2-E14E820C75B8}" presName="spaceRect" presStyleCnt="0"/>
      <dgm:spPr/>
    </dgm:pt>
    <dgm:pt modelId="{065F8652-00DE-485F-ACD0-0CD4442C0F1C}" type="pres">
      <dgm:prSet presAssocID="{D83509FB-3CE0-4758-A6E2-E14E820C75B8}" presName="textRect" presStyleLbl="revTx" presStyleIdx="1" presStyleCnt="5">
        <dgm:presLayoutVars>
          <dgm:chMax val="1"/>
          <dgm:chPref val="1"/>
        </dgm:presLayoutVars>
      </dgm:prSet>
      <dgm:spPr/>
    </dgm:pt>
    <dgm:pt modelId="{D997FA89-0C12-47D5-ABA7-B26276C9B44A}" type="pres">
      <dgm:prSet presAssocID="{5CC603F0-CDCA-41F5-874F-19D0918D0284}" presName="sibTrans" presStyleCnt="0"/>
      <dgm:spPr/>
    </dgm:pt>
    <dgm:pt modelId="{817EB476-0412-4CF8-ACF5-263B1B096613}" type="pres">
      <dgm:prSet presAssocID="{CE303DFC-0882-41FA-88FD-93B046836DA6}" presName="compNode" presStyleCnt="0"/>
      <dgm:spPr/>
    </dgm:pt>
    <dgm:pt modelId="{F2638FC7-3F9B-437B-9FF2-9E3F0CF33062}" type="pres">
      <dgm:prSet presAssocID="{CE303DFC-0882-41FA-88FD-93B046836DA6}"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tatistics"/>
        </a:ext>
      </dgm:extLst>
    </dgm:pt>
    <dgm:pt modelId="{62D4C1A4-BC62-4238-A6DE-81169913473D}" type="pres">
      <dgm:prSet presAssocID="{CE303DFC-0882-41FA-88FD-93B046836DA6}" presName="spaceRect" presStyleCnt="0"/>
      <dgm:spPr/>
    </dgm:pt>
    <dgm:pt modelId="{28BD1C67-F52F-4C3D-A00B-89FAB47BC46A}" type="pres">
      <dgm:prSet presAssocID="{CE303DFC-0882-41FA-88FD-93B046836DA6}" presName="textRect" presStyleLbl="revTx" presStyleIdx="2" presStyleCnt="5">
        <dgm:presLayoutVars>
          <dgm:chMax val="1"/>
          <dgm:chPref val="1"/>
        </dgm:presLayoutVars>
      </dgm:prSet>
      <dgm:spPr/>
    </dgm:pt>
    <dgm:pt modelId="{3BF3C2B0-637C-4854-A08F-9124D08E67DC}" type="pres">
      <dgm:prSet presAssocID="{5359E862-532C-4953-BF6E-7AC4C723BA55}" presName="sibTrans" presStyleCnt="0"/>
      <dgm:spPr/>
    </dgm:pt>
    <dgm:pt modelId="{4F762FC9-FF4D-4FAD-A6FF-70715862097D}" type="pres">
      <dgm:prSet presAssocID="{2454CF20-847A-4C71-81E2-6D69D8275DEC}" presName="compNode" presStyleCnt="0"/>
      <dgm:spPr/>
    </dgm:pt>
    <dgm:pt modelId="{D1F16322-959D-4BA0-8545-C9294D1C7D2B}" type="pres">
      <dgm:prSet presAssocID="{2454CF20-847A-4C71-81E2-6D69D8275DEC}"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8A3C6457-99FF-4736-B98C-92328978096D}" type="pres">
      <dgm:prSet presAssocID="{2454CF20-847A-4C71-81E2-6D69D8275DEC}" presName="spaceRect" presStyleCnt="0"/>
      <dgm:spPr/>
    </dgm:pt>
    <dgm:pt modelId="{E9539DF8-6B19-414D-A358-B4363F20C36A}" type="pres">
      <dgm:prSet presAssocID="{2454CF20-847A-4C71-81E2-6D69D8275DEC}" presName="textRect" presStyleLbl="revTx" presStyleIdx="3" presStyleCnt="5">
        <dgm:presLayoutVars>
          <dgm:chMax val="1"/>
          <dgm:chPref val="1"/>
        </dgm:presLayoutVars>
      </dgm:prSet>
      <dgm:spPr/>
    </dgm:pt>
    <dgm:pt modelId="{7D28B9B9-F879-4FC5-8910-DC30178E457E}" type="pres">
      <dgm:prSet presAssocID="{D3353591-64E5-4D41-99BB-3C38681877F6}" presName="sibTrans" presStyleCnt="0"/>
      <dgm:spPr/>
    </dgm:pt>
    <dgm:pt modelId="{48218444-FDF2-4D6B-B77A-461B0BFC8756}" type="pres">
      <dgm:prSet presAssocID="{CA1B7CA6-66B4-4C7B-B9CE-8BDADA9838F2}" presName="compNode" presStyleCnt="0"/>
      <dgm:spPr/>
    </dgm:pt>
    <dgm:pt modelId="{4111130E-02B5-4EAB-81C4-A5DC20725917}" type="pres">
      <dgm:prSet presAssocID="{CA1B7CA6-66B4-4C7B-B9CE-8BDADA9838F2}"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Gavel"/>
        </a:ext>
      </dgm:extLst>
    </dgm:pt>
    <dgm:pt modelId="{3B9A0634-12A5-45E9-81C3-EA3C60D43A9D}" type="pres">
      <dgm:prSet presAssocID="{CA1B7CA6-66B4-4C7B-B9CE-8BDADA9838F2}" presName="spaceRect" presStyleCnt="0"/>
      <dgm:spPr/>
    </dgm:pt>
    <dgm:pt modelId="{8A1B0037-8EE0-44A5-A3CC-57D493291C92}" type="pres">
      <dgm:prSet presAssocID="{CA1B7CA6-66B4-4C7B-B9CE-8BDADA9838F2}" presName="textRect" presStyleLbl="revTx" presStyleIdx="4" presStyleCnt="5">
        <dgm:presLayoutVars>
          <dgm:chMax val="1"/>
          <dgm:chPref val="1"/>
        </dgm:presLayoutVars>
      </dgm:prSet>
      <dgm:spPr/>
    </dgm:pt>
  </dgm:ptLst>
  <dgm:cxnLst>
    <dgm:cxn modelId="{BADC1604-106F-4E90-9A61-C8DF94668B56}" type="presOf" srcId="{CE303DFC-0882-41FA-88FD-93B046836DA6}" destId="{28BD1C67-F52F-4C3D-A00B-89FAB47BC46A}" srcOrd="0" destOrd="0" presId="urn:microsoft.com/office/officeart/2018/2/layout/IconLabelList"/>
    <dgm:cxn modelId="{32F49370-95CD-4821-996B-E55BE999AD52}" type="presOf" srcId="{2454CF20-847A-4C71-81E2-6D69D8275DEC}" destId="{E9539DF8-6B19-414D-A358-B4363F20C36A}" srcOrd="0" destOrd="0" presId="urn:microsoft.com/office/officeart/2018/2/layout/IconLabelList"/>
    <dgm:cxn modelId="{6EC47D73-80B2-4C90-B927-1B17C5CA3FDF}" type="presOf" srcId="{D83509FB-3CE0-4758-A6E2-E14E820C75B8}" destId="{065F8652-00DE-485F-ACD0-0CD4442C0F1C}" srcOrd="0" destOrd="0" presId="urn:microsoft.com/office/officeart/2018/2/layout/IconLabelList"/>
    <dgm:cxn modelId="{9090BD96-7C82-4DC3-BD2D-1DF5F4BA88DE}" type="presOf" srcId="{47EDFED8-D904-4084-8B17-B8B9DCD5C11E}" destId="{1A5471E1-5875-4206-A5C3-96D6FFDBE639}" srcOrd="0" destOrd="0" presId="urn:microsoft.com/office/officeart/2018/2/layout/IconLabelList"/>
    <dgm:cxn modelId="{D1ECACA9-5053-44C5-9C9F-BAA9FF4FD22B}" srcId="{47EDFED8-D904-4084-8B17-B8B9DCD5C11E}" destId="{2454CF20-847A-4C71-81E2-6D69D8275DEC}" srcOrd="3" destOrd="0" parTransId="{4BFE0307-BC02-462E-8212-BE56591A75AA}" sibTransId="{D3353591-64E5-4D41-99BB-3C38681877F6}"/>
    <dgm:cxn modelId="{5E0E24D3-5E37-4689-9520-9C00EB67C9F2}" srcId="{47EDFED8-D904-4084-8B17-B8B9DCD5C11E}" destId="{64995786-C3E4-4C35-8ACF-0EA7B2C3A85A}" srcOrd="0" destOrd="0" parTransId="{244ED87E-2035-4B01-BAC9-1C261841FD85}" sibTransId="{22D4B5CC-3DB2-4A04-8510-C7565C62ACDB}"/>
    <dgm:cxn modelId="{8BB294DC-BFD6-4E1D-A824-7AFDC4F955A3}" srcId="{47EDFED8-D904-4084-8B17-B8B9DCD5C11E}" destId="{D83509FB-3CE0-4758-A6E2-E14E820C75B8}" srcOrd="1" destOrd="0" parTransId="{1940CF61-91EC-47FF-A0AF-9181E8E28B5C}" sibTransId="{5CC603F0-CDCA-41F5-874F-19D0918D0284}"/>
    <dgm:cxn modelId="{969276DD-CA3D-4B3F-A1DD-7F8760BE05EF}" srcId="{47EDFED8-D904-4084-8B17-B8B9DCD5C11E}" destId="{CA1B7CA6-66B4-4C7B-B9CE-8BDADA9838F2}" srcOrd="4" destOrd="0" parTransId="{E7176C10-04B7-453C-9D3C-5F7C8A083A1B}" sibTransId="{75EBD203-D1C9-45B3-BF54-317ED04CCA4C}"/>
    <dgm:cxn modelId="{BFEF24E5-505D-43EC-80EC-6B0EFA2B4DC4}" type="presOf" srcId="{CA1B7CA6-66B4-4C7B-B9CE-8BDADA9838F2}" destId="{8A1B0037-8EE0-44A5-A3CC-57D493291C92}" srcOrd="0" destOrd="0" presId="urn:microsoft.com/office/officeart/2018/2/layout/IconLabelList"/>
    <dgm:cxn modelId="{588434EF-34AA-4CDD-9256-7B0496235445}" type="presOf" srcId="{64995786-C3E4-4C35-8ACF-0EA7B2C3A85A}" destId="{271585EA-4934-4BA0-9D93-C9DD1A7C6EF0}" srcOrd="0" destOrd="0" presId="urn:microsoft.com/office/officeart/2018/2/layout/IconLabelList"/>
    <dgm:cxn modelId="{8C70B2F9-C01E-4480-98E7-DE079879E757}" srcId="{47EDFED8-D904-4084-8B17-B8B9DCD5C11E}" destId="{CE303DFC-0882-41FA-88FD-93B046836DA6}" srcOrd="2" destOrd="0" parTransId="{82459B4D-13B8-475A-872B-E93A7A82D244}" sibTransId="{5359E862-532C-4953-BF6E-7AC4C723BA55}"/>
    <dgm:cxn modelId="{3FBB0CBD-D1F7-4966-B334-9B91C5FFBAEF}" type="presParOf" srcId="{1A5471E1-5875-4206-A5C3-96D6FFDBE639}" destId="{6F36BC65-ECF8-44D4-827C-B4ABE0D5D0A3}" srcOrd="0" destOrd="0" presId="urn:microsoft.com/office/officeart/2018/2/layout/IconLabelList"/>
    <dgm:cxn modelId="{D34517B7-D202-44EA-BEC9-CA5B2061BD6C}" type="presParOf" srcId="{6F36BC65-ECF8-44D4-827C-B4ABE0D5D0A3}" destId="{371FF6E0-9B3B-4C0B-8926-845E381C0D27}" srcOrd="0" destOrd="0" presId="urn:microsoft.com/office/officeart/2018/2/layout/IconLabelList"/>
    <dgm:cxn modelId="{2EDF982D-244E-46CA-A258-F95572FA92A3}" type="presParOf" srcId="{6F36BC65-ECF8-44D4-827C-B4ABE0D5D0A3}" destId="{5ED33404-A197-4F12-AA38-4C77C2004177}" srcOrd="1" destOrd="0" presId="urn:microsoft.com/office/officeart/2018/2/layout/IconLabelList"/>
    <dgm:cxn modelId="{11C393F4-EC74-4665-ABFD-D53521DDE0B3}" type="presParOf" srcId="{6F36BC65-ECF8-44D4-827C-B4ABE0D5D0A3}" destId="{271585EA-4934-4BA0-9D93-C9DD1A7C6EF0}" srcOrd="2" destOrd="0" presId="urn:microsoft.com/office/officeart/2018/2/layout/IconLabelList"/>
    <dgm:cxn modelId="{572D0DC9-25A6-42AC-9C4B-577B478BE4DF}" type="presParOf" srcId="{1A5471E1-5875-4206-A5C3-96D6FFDBE639}" destId="{BD458C10-45B3-41B8-AADF-1B1275AF9A1E}" srcOrd="1" destOrd="0" presId="urn:microsoft.com/office/officeart/2018/2/layout/IconLabelList"/>
    <dgm:cxn modelId="{DFF8CB6D-36B1-4654-BF9A-358CC4D43C67}" type="presParOf" srcId="{1A5471E1-5875-4206-A5C3-96D6FFDBE639}" destId="{0CD18856-A559-41C1-8F22-CB45C88A4F15}" srcOrd="2" destOrd="0" presId="urn:microsoft.com/office/officeart/2018/2/layout/IconLabelList"/>
    <dgm:cxn modelId="{884F7DA8-2742-4866-B817-93B97B7A7852}" type="presParOf" srcId="{0CD18856-A559-41C1-8F22-CB45C88A4F15}" destId="{C15C9A8B-383B-4A96-A90C-8F6EDA9EAF68}" srcOrd="0" destOrd="0" presId="urn:microsoft.com/office/officeart/2018/2/layout/IconLabelList"/>
    <dgm:cxn modelId="{131F1A16-6AB2-417E-B3E1-2BD7865DEC60}" type="presParOf" srcId="{0CD18856-A559-41C1-8F22-CB45C88A4F15}" destId="{0E235176-FE56-4B0B-908F-4F7759DE7DCA}" srcOrd="1" destOrd="0" presId="urn:microsoft.com/office/officeart/2018/2/layout/IconLabelList"/>
    <dgm:cxn modelId="{1E6266C2-8A28-43F0-9971-2DDD1372B601}" type="presParOf" srcId="{0CD18856-A559-41C1-8F22-CB45C88A4F15}" destId="{065F8652-00DE-485F-ACD0-0CD4442C0F1C}" srcOrd="2" destOrd="0" presId="urn:microsoft.com/office/officeart/2018/2/layout/IconLabelList"/>
    <dgm:cxn modelId="{24A931F3-E4DF-47B9-8D44-55FC04745B0C}" type="presParOf" srcId="{1A5471E1-5875-4206-A5C3-96D6FFDBE639}" destId="{D997FA89-0C12-47D5-ABA7-B26276C9B44A}" srcOrd="3" destOrd="0" presId="urn:microsoft.com/office/officeart/2018/2/layout/IconLabelList"/>
    <dgm:cxn modelId="{D7995741-66C3-404C-97D6-B9AAB44BB029}" type="presParOf" srcId="{1A5471E1-5875-4206-A5C3-96D6FFDBE639}" destId="{817EB476-0412-4CF8-ACF5-263B1B096613}" srcOrd="4" destOrd="0" presId="urn:microsoft.com/office/officeart/2018/2/layout/IconLabelList"/>
    <dgm:cxn modelId="{937DAC4B-CBDF-46A8-B34B-21309E97C63B}" type="presParOf" srcId="{817EB476-0412-4CF8-ACF5-263B1B096613}" destId="{F2638FC7-3F9B-437B-9FF2-9E3F0CF33062}" srcOrd="0" destOrd="0" presId="urn:microsoft.com/office/officeart/2018/2/layout/IconLabelList"/>
    <dgm:cxn modelId="{D777A70A-D65C-4E46-B42E-97BD5B3ECBB3}" type="presParOf" srcId="{817EB476-0412-4CF8-ACF5-263B1B096613}" destId="{62D4C1A4-BC62-4238-A6DE-81169913473D}" srcOrd="1" destOrd="0" presId="urn:microsoft.com/office/officeart/2018/2/layout/IconLabelList"/>
    <dgm:cxn modelId="{DC55A222-CC81-4CA2-B13D-D2394BB4C9AA}" type="presParOf" srcId="{817EB476-0412-4CF8-ACF5-263B1B096613}" destId="{28BD1C67-F52F-4C3D-A00B-89FAB47BC46A}" srcOrd="2" destOrd="0" presId="urn:microsoft.com/office/officeart/2018/2/layout/IconLabelList"/>
    <dgm:cxn modelId="{8247565B-3608-4B23-85B2-514ED40FE804}" type="presParOf" srcId="{1A5471E1-5875-4206-A5C3-96D6FFDBE639}" destId="{3BF3C2B0-637C-4854-A08F-9124D08E67DC}" srcOrd="5" destOrd="0" presId="urn:microsoft.com/office/officeart/2018/2/layout/IconLabelList"/>
    <dgm:cxn modelId="{FCA4653D-CF6B-42B9-A33B-1EB54ACEA103}" type="presParOf" srcId="{1A5471E1-5875-4206-A5C3-96D6FFDBE639}" destId="{4F762FC9-FF4D-4FAD-A6FF-70715862097D}" srcOrd="6" destOrd="0" presId="urn:microsoft.com/office/officeart/2018/2/layout/IconLabelList"/>
    <dgm:cxn modelId="{E89BECB5-86D6-4606-AA11-83C758A031EB}" type="presParOf" srcId="{4F762FC9-FF4D-4FAD-A6FF-70715862097D}" destId="{D1F16322-959D-4BA0-8545-C9294D1C7D2B}" srcOrd="0" destOrd="0" presId="urn:microsoft.com/office/officeart/2018/2/layout/IconLabelList"/>
    <dgm:cxn modelId="{3FB73F79-5679-418A-9A92-152C168835B7}" type="presParOf" srcId="{4F762FC9-FF4D-4FAD-A6FF-70715862097D}" destId="{8A3C6457-99FF-4736-B98C-92328978096D}" srcOrd="1" destOrd="0" presId="urn:microsoft.com/office/officeart/2018/2/layout/IconLabelList"/>
    <dgm:cxn modelId="{C82379E4-139D-4F1F-A217-73FB770FE834}" type="presParOf" srcId="{4F762FC9-FF4D-4FAD-A6FF-70715862097D}" destId="{E9539DF8-6B19-414D-A358-B4363F20C36A}" srcOrd="2" destOrd="0" presId="urn:microsoft.com/office/officeart/2018/2/layout/IconLabelList"/>
    <dgm:cxn modelId="{E99B38E4-F501-47C6-95CB-5169578FBBF8}" type="presParOf" srcId="{1A5471E1-5875-4206-A5C3-96D6FFDBE639}" destId="{7D28B9B9-F879-4FC5-8910-DC30178E457E}" srcOrd="7" destOrd="0" presId="urn:microsoft.com/office/officeart/2018/2/layout/IconLabelList"/>
    <dgm:cxn modelId="{F11146A6-971C-4166-8EDB-54CD21752A68}" type="presParOf" srcId="{1A5471E1-5875-4206-A5C3-96D6FFDBE639}" destId="{48218444-FDF2-4D6B-B77A-461B0BFC8756}" srcOrd="8" destOrd="0" presId="urn:microsoft.com/office/officeart/2018/2/layout/IconLabelList"/>
    <dgm:cxn modelId="{8F50E918-08AC-4A55-B844-5B01256FD1AC}" type="presParOf" srcId="{48218444-FDF2-4D6B-B77A-461B0BFC8756}" destId="{4111130E-02B5-4EAB-81C4-A5DC20725917}" srcOrd="0" destOrd="0" presId="urn:microsoft.com/office/officeart/2018/2/layout/IconLabelList"/>
    <dgm:cxn modelId="{9A7D9E5D-73EC-40F3-B17B-6CEA020318DA}" type="presParOf" srcId="{48218444-FDF2-4D6B-B77A-461B0BFC8756}" destId="{3B9A0634-12A5-45E9-81C3-EA3C60D43A9D}" srcOrd="1" destOrd="0" presId="urn:microsoft.com/office/officeart/2018/2/layout/IconLabelList"/>
    <dgm:cxn modelId="{F182EC75-5EC7-4082-B08F-470B0BF9CE0A}" type="presParOf" srcId="{48218444-FDF2-4D6B-B77A-461B0BFC8756}" destId="{8A1B0037-8EE0-44A5-A3CC-57D493291C9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08893E0-9CDB-4ECE-A25F-34D0ADA7541E}" type="doc">
      <dgm:prSet loTypeId="urn:microsoft.com/office/officeart/2005/8/layout/hierarchy1" loCatId="hierarchy" qsTypeId="urn:microsoft.com/office/officeart/2005/8/quickstyle/simple1#15" qsCatId="simple" csTypeId="urn:microsoft.com/office/officeart/2005/8/colors/accent1_2#5" csCatId="accent1" phldr="1"/>
      <dgm:spPr/>
      <dgm:t>
        <a:bodyPr/>
        <a:lstStyle/>
        <a:p>
          <a:endParaRPr lang="en-US"/>
        </a:p>
      </dgm:t>
    </dgm:pt>
    <dgm:pt modelId="{9037CED1-2391-411D-8D3F-BC7DE5FD1E4F}">
      <dgm:prSet custT="1"/>
      <dgm:spPr/>
      <dgm:t>
        <a:bodyPr/>
        <a:lstStyle/>
        <a:p>
          <a:pPr algn="just">
            <a:lnSpc>
              <a:spcPct val="150000"/>
            </a:lnSpc>
          </a:pPr>
          <a:r>
            <a:rPr lang="en-US" sz="2000" b="0" i="0" dirty="0"/>
            <a:t>During the family diagnosis process, the CH nurse recognizes patterns, behaviors, and/or seen/unseen routines from the collected information during the assessment. </a:t>
          </a:r>
          <a:endParaRPr lang="en-US" sz="2000" dirty="0"/>
        </a:p>
      </dgm:t>
    </dgm:pt>
    <dgm:pt modelId="{27E41149-417C-4088-B9F7-4F41E137ED05}" type="parTrans" cxnId="{34A1FB5C-D904-4555-ADF6-0594E17914EC}">
      <dgm:prSet/>
      <dgm:spPr/>
      <dgm:t>
        <a:bodyPr/>
        <a:lstStyle/>
        <a:p>
          <a:endParaRPr lang="en-US"/>
        </a:p>
      </dgm:t>
    </dgm:pt>
    <dgm:pt modelId="{B23B1F95-25AC-4D3C-BE17-7DD341C8ECF9}" type="sibTrans" cxnId="{34A1FB5C-D904-4555-ADF6-0594E17914EC}">
      <dgm:prSet/>
      <dgm:spPr/>
      <dgm:t>
        <a:bodyPr/>
        <a:lstStyle/>
        <a:p>
          <a:endParaRPr lang="en-US"/>
        </a:p>
      </dgm:t>
    </dgm:pt>
    <dgm:pt modelId="{082B1594-8FD9-41D5-B94B-99574924F645}">
      <dgm:prSet custT="1"/>
      <dgm:spPr/>
      <dgm:t>
        <a:bodyPr/>
        <a:lstStyle/>
        <a:p>
          <a:pPr algn="just">
            <a:lnSpc>
              <a:spcPct val="150000"/>
            </a:lnSpc>
          </a:pPr>
          <a:r>
            <a:rPr lang="en-US" sz="2000" b="0" i="0" dirty="0"/>
            <a:t>This step involves identifying issues, risks concerns, and problems that can negatively alter the health of the family.</a:t>
          </a:r>
          <a:endParaRPr lang="en-US" sz="2000" dirty="0"/>
        </a:p>
      </dgm:t>
    </dgm:pt>
    <dgm:pt modelId="{C303DE13-06B8-43D0-9AEE-97FE5D49CDDB}" type="parTrans" cxnId="{6B43E852-D182-4BD3-BCA5-E165E6E96A6B}">
      <dgm:prSet/>
      <dgm:spPr/>
      <dgm:t>
        <a:bodyPr/>
        <a:lstStyle/>
        <a:p>
          <a:endParaRPr lang="en-US"/>
        </a:p>
      </dgm:t>
    </dgm:pt>
    <dgm:pt modelId="{336DD326-C143-499A-A06C-C01B1445DF56}" type="sibTrans" cxnId="{6B43E852-D182-4BD3-BCA5-E165E6E96A6B}">
      <dgm:prSet/>
      <dgm:spPr/>
      <dgm:t>
        <a:bodyPr/>
        <a:lstStyle/>
        <a:p>
          <a:endParaRPr lang="en-US"/>
        </a:p>
      </dgm:t>
    </dgm:pt>
    <dgm:pt modelId="{24EB80D9-54F7-461A-8A08-05CD420220E4}" type="pres">
      <dgm:prSet presAssocID="{008893E0-9CDB-4ECE-A25F-34D0ADA7541E}" presName="hierChild1" presStyleCnt="0">
        <dgm:presLayoutVars>
          <dgm:chPref val="1"/>
          <dgm:dir/>
          <dgm:animOne val="branch"/>
          <dgm:animLvl val="lvl"/>
          <dgm:resizeHandles/>
        </dgm:presLayoutVars>
      </dgm:prSet>
      <dgm:spPr/>
    </dgm:pt>
    <dgm:pt modelId="{4899FB73-A8AA-40EA-B600-CDCDBDF5B0F4}" type="pres">
      <dgm:prSet presAssocID="{9037CED1-2391-411D-8D3F-BC7DE5FD1E4F}" presName="hierRoot1" presStyleCnt="0"/>
      <dgm:spPr/>
    </dgm:pt>
    <dgm:pt modelId="{73EEC6E9-7B39-4645-9647-2CFE093376FA}" type="pres">
      <dgm:prSet presAssocID="{9037CED1-2391-411D-8D3F-BC7DE5FD1E4F}" presName="composite" presStyleCnt="0"/>
      <dgm:spPr/>
    </dgm:pt>
    <dgm:pt modelId="{E9D9350F-BD0D-476E-BFA4-87E845575AC5}" type="pres">
      <dgm:prSet presAssocID="{9037CED1-2391-411D-8D3F-BC7DE5FD1E4F}" presName="background" presStyleLbl="node0" presStyleIdx="0" presStyleCnt="2"/>
      <dgm:spPr/>
    </dgm:pt>
    <dgm:pt modelId="{536AC1C6-8A0C-4EA6-AC57-485B5AB1FF0D}" type="pres">
      <dgm:prSet presAssocID="{9037CED1-2391-411D-8D3F-BC7DE5FD1E4F}" presName="text" presStyleLbl="fgAcc0" presStyleIdx="0" presStyleCnt="2">
        <dgm:presLayoutVars>
          <dgm:chPref val="3"/>
        </dgm:presLayoutVars>
      </dgm:prSet>
      <dgm:spPr/>
    </dgm:pt>
    <dgm:pt modelId="{BC8FDFB5-D5D8-470E-BDF6-34B9993C8585}" type="pres">
      <dgm:prSet presAssocID="{9037CED1-2391-411D-8D3F-BC7DE5FD1E4F}" presName="hierChild2" presStyleCnt="0"/>
      <dgm:spPr/>
    </dgm:pt>
    <dgm:pt modelId="{BF98EB2E-046C-419B-AB34-6042E35F855A}" type="pres">
      <dgm:prSet presAssocID="{082B1594-8FD9-41D5-B94B-99574924F645}" presName="hierRoot1" presStyleCnt="0"/>
      <dgm:spPr/>
    </dgm:pt>
    <dgm:pt modelId="{50C1338B-AA4D-401B-BAFA-59EA819690FB}" type="pres">
      <dgm:prSet presAssocID="{082B1594-8FD9-41D5-B94B-99574924F645}" presName="composite" presStyleCnt="0"/>
      <dgm:spPr/>
    </dgm:pt>
    <dgm:pt modelId="{05A627A7-1623-4B0C-8CF6-795D9BF53702}" type="pres">
      <dgm:prSet presAssocID="{082B1594-8FD9-41D5-B94B-99574924F645}" presName="background" presStyleLbl="node0" presStyleIdx="1" presStyleCnt="2"/>
      <dgm:spPr/>
    </dgm:pt>
    <dgm:pt modelId="{16C16F81-82BA-4DA6-8E49-D9D0CC820BA5}" type="pres">
      <dgm:prSet presAssocID="{082B1594-8FD9-41D5-B94B-99574924F645}" presName="text" presStyleLbl="fgAcc0" presStyleIdx="1" presStyleCnt="2">
        <dgm:presLayoutVars>
          <dgm:chPref val="3"/>
        </dgm:presLayoutVars>
      </dgm:prSet>
      <dgm:spPr/>
    </dgm:pt>
    <dgm:pt modelId="{FF17865B-D8F9-4A35-9594-3DFB20288423}" type="pres">
      <dgm:prSet presAssocID="{082B1594-8FD9-41D5-B94B-99574924F645}" presName="hierChild2" presStyleCnt="0"/>
      <dgm:spPr/>
    </dgm:pt>
  </dgm:ptLst>
  <dgm:cxnLst>
    <dgm:cxn modelId="{34A1FB5C-D904-4555-ADF6-0594E17914EC}" srcId="{008893E0-9CDB-4ECE-A25F-34D0ADA7541E}" destId="{9037CED1-2391-411D-8D3F-BC7DE5FD1E4F}" srcOrd="0" destOrd="0" parTransId="{27E41149-417C-4088-B9F7-4F41E137ED05}" sibTransId="{B23B1F95-25AC-4D3C-BE17-7DD341C8ECF9}"/>
    <dgm:cxn modelId="{6B43E852-D182-4BD3-BCA5-E165E6E96A6B}" srcId="{008893E0-9CDB-4ECE-A25F-34D0ADA7541E}" destId="{082B1594-8FD9-41D5-B94B-99574924F645}" srcOrd="1" destOrd="0" parTransId="{C303DE13-06B8-43D0-9AEE-97FE5D49CDDB}" sibTransId="{336DD326-C143-499A-A06C-C01B1445DF56}"/>
    <dgm:cxn modelId="{2A351486-C49F-4FFE-8A36-92DF1B94EF35}" type="presOf" srcId="{082B1594-8FD9-41D5-B94B-99574924F645}" destId="{16C16F81-82BA-4DA6-8E49-D9D0CC820BA5}" srcOrd="0" destOrd="0" presId="urn:microsoft.com/office/officeart/2005/8/layout/hierarchy1"/>
    <dgm:cxn modelId="{A4EBD6AD-A44F-4AD3-9756-7D49B8DB0DFC}" type="presOf" srcId="{008893E0-9CDB-4ECE-A25F-34D0ADA7541E}" destId="{24EB80D9-54F7-461A-8A08-05CD420220E4}" srcOrd="0" destOrd="0" presId="urn:microsoft.com/office/officeart/2005/8/layout/hierarchy1"/>
    <dgm:cxn modelId="{0B4BFABF-6100-4D6D-A4E3-46FBE7EF780F}" type="presOf" srcId="{9037CED1-2391-411D-8D3F-BC7DE5FD1E4F}" destId="{536AC1C6-8A0C-4EA6-AC57-485B5AB1FF0D}" srcOrd="0" destOrd="0" presId="urn:microsoft.com/office/officeart/2005/8/layout/hierarchy1"/>
    <dgm:cxn modelId="{9960521A-FA2A-4874-9D65-4426342D5129}" type="presParOf" srcId="{24EB80D9-54F7-461A-8A08-05CD420220E4}" destId="{4899FB73-A8AA-40EA-B600-CDCDBDF5B0F4}" srcOrd="0" destOrd="0" presId="urn:microsoft.com/office/officeart/2005/8/layout/hierarchy1"/>
    <dgm:cxn modelId="{7EDBEFF7-7F97-45EE-8BD6-0757D2894B0D}" type="presParOf" srcId="{4899FB73-A8AA-40EA-B600-CDCDBDF5B0F4}" destId="{73EEC6E9-7B39-4645-9647-2CFE093376FA}" srcOrd="0" destOrd="0" presId="urn:microsoft.com/office/officeart/2005/8/layout/hierarchy1"/>
    <dgm:cxn modelId="{70490292-A8F3-4A18-83F5-73B0F53C1FC8}" type="presParOf" srcId="{73EEC6E9-7B39-4645-9647-2CFE093376FA}" destId="{E9D9350F-BD0D-476E-BFA4-87E845575AC5}" srcOrd="0" destOrd="0" presId="urn:microsoft.com/office/officeart/2005/8/layout/hierarchy1"/>
    <dgm:cxn modelId="{980908FF-C9F0-4920-A892-4BA12361175A}" type="presParOf" srcId="{73EEC6E9-7B39-4645-9647-2CFE093376FA}" destId="{536AC1C6-8A0C-4EA6-AC57-485B5AB1FF0D}" srcOrd="1" destOrd="0" presId="urn:microsoft.com/office/officeart/2005/8/layout/hierarchy1"/>
    <dgm:cxn modelId="{30BCED1E-1915-4960-A412-74879ABD5446}" type="presParOf" srcId="{4899FB73-A8AA-40EA-B600-CDCDBDF5B0F4}" destId="{BC8FDFB5-D5D8-470E-BDF6-34B9993C8585}" srcOrd="1" destOrd="0" presId="urn:microsoft.com/office/officeart/2005/8/layout/hierarchy1"/>
    <dgm:cxn modelId="{4EEDB7EA-27F6-4079-8A39-02BCD767FBB0}" type="presParOf" srcId="{24EB80D9-54F7-461A-8A08-05CD420220E4}" destId="{BF98EB2E-046C-419B-AB34-6042E35F855A}" srcOrd="1" destOrd="0" presId="urn:microsoft.com/office/officeart/2005/8/layout/hierarchy1"/>
    <dgm:cxn modelId="{A2BE5DCA-4226-4CC7-A55B-CB8F305C3EAA}" type="presParOf" srcId="{BF98EB2E-046C-419B-AB34-6042E35F855A}" destId="{50C1338B-AA4D-401B-BAFA-59EA819690FB}" srcOrd="0" destOrd="0" presId="urn:microsoft.com/office/officeart/2005/8/layout/hierarchy1"/>
    <dgm:cxn modelId="{623D1C9D-D12B-4AE3-93AF-632F01B632E2}" type="presParOf" srcId="{50C1338B-AA4D-401B-BAFA-59EA819690FB}" destId="{05A627A7-1623-4B0C-8CF6-795D9BF53702}" srcOrd="0" destOrd="0" presId="urn:microsoft.com/office/officeart/2005/8/layout/hierarchy1"/>
    <dgm:cxn modelId="{2EDBF136-F2C6-4DC9-86EF-D15C6BBA32C6}" type="presParOf" srcId="{50C1338B-AA4D-401B-BAFA-59EA819690FB}" destId="{16C16F81-82BA-4DA6-8E49-D9D0CC820BA5}" srcOrd="1" destOrd="0" presId="urn:microsoft.com/office/officeart/2005/8/layout/hierarchy1"/>
    <dgm:cxn modelId="{19A28838-F9AB-4DE5-A52B-FD2D7F673E9F}" type="presParOf" srcId="{BF98EB2E-046C-419B-AB34-6042E35F855A}" destId="{FF17865B-D8F9-4A35-9594-3DFB2028842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739840B-2AA5-459E-8B0A-2525BCB4FA5A}" type="doc">
      <dgm:prSet loTypeId="urn:microsoft.com/office/officeart/2005/8/layout/vList2" loCatId="list" qsTypeId="urn:microsoft.com/office/officeart/2005/8/quickstyle/simple1#16" qsCatId="simple" csTypeId="urn:microsoft.com/office/officeart/2005/8/colors/accent1_2#6" csCatId="accent1"/>
      <dgm:spPr/>
      <dgm:t>
        <a:bodyPr/>
        <a:lstStyle/>
        <a:p>
          <a:endParaRPr lang="en-US"/>
        </a:p>
      </dgm:t>
    </dgm:pt>
    <dgm:pt modelId="{699032B4-DA2A-40D3-8733-C10AD28A373A}">
      <dgm:prSet/>
      <dgm:spPr/>
      <dgm:t>
        <a:bodyPr/>
        <a:lstStyle/>
        <a:p>
          <a:r>
            <a:rPr lang="en-PH" b="0" i="0" dirty="0"/>
            <a:t>Family assessment is made</a:t>
          </a:r>
          <a:endParaRPr lang="en-US" dirty="0"/>
        </a:p>
      </dgm:t>
    </dgm:pt>
    <dgm:pt modelId="{73EE137A-3993-468F-B022-43E227C3FCEC}" type="parTrans" cxnId="{77E0F56A-116E-4487-8E3B-2645C951A947}">
      <dgm:prSet/>
      <dgm:spPr/>
      <dgm:t>
        <a:bodyPr/>
        <a:lstStyle/>
        <a:p>
          <a:endParaRPr lang="en-US"/>
        </a:p>
      </dgm:t>
    </dgm:pt>
    <dgm:pt modelId="{4CC84024-D6C8-43F3-94B1-18FDA7B4CBA5}" type="sibTrans" cxnId="{77E0F56A-116E-4487-8E3B-2645C951A947}">
      <dgm:prSet/>
      <dgm:spPr/>
      <dgm:t>
        <a:bodyPr/>
        <a:lstStyle/>
        <a:p>
          <a:endParaRPr lang="en-US"/>
        </a:p>
      </dgm:t>
    </dgm:pt>
    <dgm:pt modelId="{0ACBA6D7-0E64-4E6C-944A-B755059D2B89}">
      <dgm:prSet/>
      <dgm:spPr/>
      <dgm:t>
        <a:bodyPr/>
        <a:lstStyle/>
        <a:p>
          <a:r>
            <a:rPr lang="en-PH" b="0" i="0"/>
            <a:t>Data is analyzed in a systematic way.</a:t>
          </a:r>
          <a:endParaRPr lang="en-US"/>
        </a:p>
      </dgm:t>
    </dgm:pt>
    <dgm:pt modelId="{C1164AD3-FED7-42DD-B476-6D3FA133773A}" type="parTrans" cxnId="{CBBCEF5A-3458-47B7-A489-8BEC1CA4C607}">
      <dgm:prSet/>
      <dgm:spPr/>
      <dgm:t>
        <a:bodyPr/>
        <a:lstStyle/>
        <a:p>
          <a:endParaRPr lang="en-US"/>
        </a:p>
      </dgm:t>
    </dgm:pt>
    <dgm:pt modelId="{C8A2B321-3274-4235-98EB-79B1974F3C71}" type="sibTrans" cxnId="{CBBCEF5A-3458-47B7-A489-8BEC1CA4C607}">
      <dgm:prSet/>
      <dgm:spPr/>
      <dgm:t>
        <a:bodyPr/>
        <a:lstStyle/>
        <a:p>
          <a:endParaRPr lang="en-US"/>
        </a:p>
      </dgm:t>
    </dgm:pt>
    <dgm:pt modelId="{1B19554A-6FF8-4F92-9299-D300DF1275F4}">
      <dgm:prSet/>
      <dgm:spPr/>
      <dgm:t>
        <a:bodyPr/>
        <a:lstStyle/>
        <a:p>
          <a:r>
            <a:rPr lang="en-PH" b="0" i="0"/>
            <a:t>Priorities are determined.</a:t>
          </a:r>
          <a:endParaRPr lang="en-US"/>
        </a:p>
      </dgm:t>
    </dgm:pt>
    <dgm:pt modelId="{403998C7-BE8A-47C7-90F7-40EDBC6805D8}" type="parTrans" cxnId="{EFEA3788-E33A-4B09-92FE-B85AC1314D6B}">
      <dgm:prSet/>
      <dgm:spPr/>
      <dgm:t>
        <a:bodyPr/>
        <a:lstStyle/>
        <a:p>
          <a:endParaRPr lang="en-US"/>
        </a:p>
      </dgm:t>
    </dgm:pt>
    <dgm:pt modelId="{D5996FFC-1F54-4F54-82DA-BC1367B63D38}" type="sibTrans" cxnId="{EFEA3788-E33A-4B09-92FE-B85AC1314D6B}">
      <dgm:prSet/>
      <dgm:spPr/>
      <dgm:t>
        <a:bodyPr/>
        <a:lstStyle/>
        <a:p>
          <a:endParaRPr lang="en-US"/>
        </a:p>
      </dgm:t>
    </dgm:pt>
    <dgm:pt modelId="{72205710-5079-4B5A-B6FB-9AD18EE647C8}" type="pres">
      <dgm:prSet presAssocID="{F739840B-2AA5-459E-8B0A-2525BCB4FA5A}" presName="linear" presStyleCnt="0">
        <dgm:presLayoutVars>
          <dgm:animLvl val="lvl"/>
          <dgm:resizeHandles val="exact"/>
        </dgm:presLayoutVars>
      </dgm:prSet>
      <dgm:spPr/>
    </dgm:pt>
    <dgm:pt modelId="{C7470F08-F1E7-4890-9511-0A945B52877C}" type="pres">
      <dgm:prSet presAssocID="{699032B4-DA2A-40D3-8733-C10AD28A373A}" presName="parentText" presStyleLbl="node1" presStyleIdx="0" presStyleCnt="3">
        <dgm:presLayoutVars>
          <dgm:chMax val="0"/>
          <dgm:bulletEnabled val="1"/>
        </dgm:presLayoutVars>
      </dgm:prSet>
      <dgm:spPr/>
    </dgm:pt>
    <dgm:pt modelId="{689D38EC-444F-4267-9B66-CF16B522B1A5}" type="pres">
      <dgm:prSet presAssocID="{4CC84024-D6C8-43F3-94B1-18FDA7B4CBA5}" presName="spacer" presStyleCnt="0"/>
      <dgm:spPr/>
    </dgm:pt>
    <dgm:pt modelId="{12C7DEF1-99B4-45BB-86B9-F2C3B4AEEB4A}" type="pres">
      <dgm:prSet presAssocID="{0ACBA6D7-0E64-4E6C-944A-B755059D2B89}" presName="parentText" presStyleLbl="node1" presStyleIdx="1" presStyleCnt="3">
        <dgm:presLayoutVars>
          <dgm:chMax val="0"/>
          <dgm:bulletEnabled val="1"/>
        </dgm:presLayoutVars>
      </dgm:prSet>
      <dgm:spPr/>
    </dgm:pt>
    <dgm:pt modelId="{51813A24-7E64-4FE3-83B6-9B4516CFDFBF}" type="pres">
      <dgm:prSet presAssocID="{C8A2B321-3274-4235-98EB-79B1974F3C71}" presName="spacer" presStyleCnt="0"/>
      <dgm:spPr/>
    </dgm:pt>
    <dgm:pt modelId="{C165A566-DC79-4B4F-A2A5-68C4AD4D346C}" type="pres">
      <dgm:prSet presAssocID="{1B19554A-6FF8-4F92-9299-D300DF1275F4}" presName="parentText" presStyleLbl="node1" presStyleIdx="2" presStyleCnt="3">
        <dgm:presLayoutVars>
          <dgm:chMax val="0"/>
          <dgm:bulletEnabled val="1"/>
        </dgm:presLayoutVars>
      </dgm:prSet>
      <dgm:spPr/>
    </dgm:pt>
  </dgm:ptLst>
  <dgm:cxnLst>
    <dgm:cxn modelId="{4BF00841-A286-4EDD-8C4D-DBB7B93CBCDA}" type="presOf" srcId="{699032B4-DA2A-40D3-8733-C10AD28A373A}" destId="{C7470F08-F1E7-4890-9511-0A945B52877C}" srcOrd="0" destOrd="0" presId="urn:microsoft.com/office/officeart/2005/8/layout/vList2"/>
    <dgm:cxn modelId="{77E0F56A-116E-4487-8E3B-2645C951A947}" srcId="{F739840B-2AA5-459E-8B0A-2525BCB4FA5A}" destId="{699032B4-DA2A-40D3-8733-C10AD28A373A}" srcOrd="0" destOrd="0" parTransId="{73EE137A-3993-468F-B022-43E227C3FCEC}" sibTransId="{4CC84024-D6C8-43F3-94B1-18FDA7B4CBA5}"/>
    <dgm:cxn modelId="{CBBCEF5A-3458-47B7-A489-8BEC1CA4C607}" srcId="{F739840B-2AA5-459E-8B0A-2525BCB4FA5A}" destId="{0ACBA6D7-0E64-4E6C-944A-B755059D2B89}" srcOrd="1" destOrd="0" parTransId="{C1164AD3-FED7-42DD-B476-6D3FA133773A}" sibTransId="{C8A2B321-3274-4235-98EB-79B1974F3C71}"/>
    <dgm:cxn modelId="{EFEA3788-E33A-4B09-92FE-B85AC1314D6B}" srcId="{F739840B-2AA5-459E-8B0A-2525BCB4FA5A}" destId="{1B19554A-6FF8-4F92-9299-D300DF1275F4}" srcOrd="2" destOrd="0" parTransId="{403998C7-BE8A-47C7-90F7-40EDBC6805D8}" sibTransId="{D5996FFC-1F54-4F54-82DA-BC1367B63D38}"/>
    <dgm:cxn modelId="{C9CB15BB-E42D-4920-A91E-3B4491070DDD}" type="presOf" srcId="{1B19554A-6FF8-4F92-9299-D300DF1275F4}" destId="{C165A566-DC79-4B4F-A2A5-68C4AD4D346C}" srcOrd="0" destOrd="0" presId="urn:microsoft.com/office/officeart/2005/8/layout/vList2"/>
    <dgm:cxn modelId="{FD9C6BEC-F794-4E21-8DD1-9B297C194C5B}" type="presOf" srcId="{F739840B-2AA5-459E-8B0A-2525BCB4FA5A}" destId="{72205710-5079-4B5A-B6FB-9AD18EE647C8}" srcOrd="0" destOrd="0" presId="urn:microsoft.com/office/officeart/2005/8/layout/vList2"/>
    <dgm:cxn modelId="{45F119FA-0A38-4984-A8C8-8AEB1701AE7D}" type="presOf" srcId="{0ACBA6D7-0E64-4E6C-944A-B755059D2B89}" destId="{12C7DEF1-99B4-45BB-86B9-F2C3B4AEEB4A}" srcOrd="0" destOrd="0" presId="urn:microsoft.com/office/officeart/2005/8/layout/vList2"/>
    <dgm:cxn modelId="{61D3F500-3B39-40D0-B0A7-08B2721D6522}" type="presParOf" srcId="{72205710-5079-4B5A-B6FB-9AD18EE647C8}" destId="{C7470F08-F1E7-4890-9511-0A945B52877C}" srcOrd="0" destOrd="0" presId="urn:microsoft.com/office/officeart/2005/8/layout/vList2"/>
    <dgm:cxn modelId="{73E259DF-4204-4250-8755-0AAF0E536A88}" type="presParOf" srcId="{72205710-5079-4B5A-B6FB-9AD18EE647C8}" destId="{689D38EC-444F-4267-9B66-CF16B522B1A5}" srcOrd="1" destOrd="0" presId="urn:microsoft.com/office/officeart/2005/8/layout/vList2"/>
    <dgm:cxn modelId="{52762730-7ED6-4D06-AC3A-1CB4621ED9E0}" type="presParOf" srcId="{72205710-5079-4B5A-B6FB-9AD18EE647C8}" destId="{12C7DEF1-99B4-45BB-86B9-F2C3B4AEEB4A}" srcOrd="2" destOrd="0" presId="urn:microsoft.com/office/officeart/2005/8/layout/vList2"/>
    <dgm:cxn modelId="{E3E52CC1-1BD8-498B-AE53-6C84DDF07CB6}" type="presParOf" srcId="{72205710-5079-4B5A-B6FB-9AD18EE647C8}" destId="{51813A24-7E64-4FE3-83B6-9B4516CFDFBF}" srcOrd="3" destOrd="0" presId="urn:microsoft.com/office/officeart/2005/8/layout/vList2"/>
    <dgm:cxn modelId="{B59940A8-7337-483E-9A88-65DE7C873336}" type="presParOf" srcId="{72205710-5079-4B5A-B6FB-9AD18EE647C8}" destId="{C165A566-DC79-4B4F-A2A5-68C4AD4D346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3E99323-6959-466D-A82C-907DDEDC39A5}" type="doc">
      <dgm:prSet loTypeId="urn:microsoft.com/office/officeart/2018/2/layout/IconLabelList" loCatId="icon" qsTypeId="urn:microsoft.com/office/officeart/2005/8/quickstyle/simple1#17" qsCatId="simple" csTypeId="urn:microsoft.com/office/officeart/2005/8/colors/accent1_2#7" csCatId="accent1" phldr="1"/>
      <dgm:spPr/>
      <dgm:t>
        <a:bodyPr/>
        <a:lstStyle/>
        <a:p>
          <a:endParaRPr lang="en-US"/>
        </a:p>
      </dgm:t>
    </dgm:pt>
    <dgm:pt modelId="{0DF9EC82-80C0-425C-A311-29A553DAF696}">
      <dgm:prSet/>
      <dgm:spPr/>
      <dgm:t>
        <a:bodyPr/>
        <a:lstStyle/>
        <a:p>
          <a:pPr>
            <a:lnSpc>
              <a:spcPct val="100000"/>
            </a:lnSpc>
          </a:pPr>
          <a:r>
            <a:rPr lang="en-PH" b="0" i="0" dirty="0"/>
            <a:t>Growth and development</a:t>
          </a:r>
          <a:endParaRPr lang="en-US" dirty="0"/>
        </a:p>
      </dgm:t>
    </dgm:pt>
    <dgm:pt modelId="{FD04BCDC-39FE-476E-808E-1C501922229C}" type="parTrans" cxnId="{9DC7F9BB-2A4D-40B1-AC43-2F5C3AF6B2CE}">
      <dgm:prSet/>
      <dgm:spPr/>
      <dgm:t>
        <a:bodyPr/>
        <a:lstStyle/>
        <a:p>
          <a:endParaRPr lang="en-US"/>
        </a:p>
      </dgm:t>
    </dgm:pt>
    <dgm:pt modelId="{D9BFDC67-4CBA-49CB-B752-F00B6BEBB597}" type="sibTrans" cxnId="{9DC7F9BB-2A4D-40B1-AC43-2F5C3AF6B2CE}">
      <dgm:prSet/>
      <dgm:spPr/>
      <dgm:t>
        <a:bodyPr/>
        <a:lstStyle/>
        <a:p>
          <a:endParaRPr lang="en-US"/>
        </a:p>
      </dgm:t>
    </dgm:pt>
    <dgm:pt modelId="{D5590C47-7B19-4BCB-B21B-1EE778233FEB}">
      <dgm:prSet/>
      <dgm:spPr/>
      <dgm:t>
        <a:bodyPr/>
        <a:lstStyle/>
        <a:p>
          <a:pPr>
            <a:lnSpc>
              <a:spcPct val="100000"/>
            </a:lnSpc>
          </a:pPr>
          <a:r>
            <a:rPr lang="en-PH" b="0" i="0" dirty="0"/>
            <a:t>Coping with losses and illness</a:t>
          </a:r>
          <a:endParaRPr lang="en-US" dirty="0"/>
        </a:p>
      </dgm:t>
    </dgm:pt>
    <dgm:pt modelId="{51A1281C-75EF-4ED3-B78C-EEAD0173F937}" type="parTrans" cxnId="{C4DB79B8-4D13-4F9C-A5B9-DBA9A70DF1B2}">
      <dgm:prSet/>
      <dgm:spPr/>
      <dgm:t>
        <a:bodyPr/>
        <a:lstStyle/>
        <a:p>
          <a:endParaRPr lang="en-US"/>
        </a:p>
      </dgm:t>
    </dgm:pt>
    <dgm:pt modelId="{1A6F3696-0A50-4F46-9C9C-1EFF8978FC61}" type="sibTrans" cxnId="{C4DB79B8-4D13-4F9C-A5B9-DBA9A70DF1B2}">
      <dgm:prSet/>
      <dgm:spPr/>
      <dgm:t>
        <a:bodyPr/>
        <a:lstStyle/>
        <a:p>
          <a:endParaRPr lang="en-US"/>
        </a:p>
      </dgm:t>
    </dgm:pt>
    <dgm:pt modelId="{777A040C-8A06-48F8-B4A1-5359F1BB2B52}">
      <dgm:prSet/>
      <dgm:spPr/>
      <dgm:t>
        <a:bodyPr/>
        <a:lstStyle/>
        <a:p>
          <a:pPr>
            <a:lnSpc>
              <a:spcPct val="100000"/>
            </a:lnSpc>
          </a:pPr>
          <a:r>
            <a:rPr lang="en-PH" b="0" i="0" dirty="0"/>
            <a:t>Adapting to the demands of modifying the environment</a:t>
          </a:r>
          <a:endParaRPr lang="en-US" dirty="0"/>
        </a:p>
      </dgm:t>
    </dgm:pt>
    <dgm:pt modelId="{EF3D7535-431C-4796-832E-85A31197682C}" type="parTrans" cxnId="{10786589-E3BD-4735-9D88-C94C534900B6}">
      <dgm:prSet/>
      <dgm:spPr/>
      <dgm:t>
        <a:bodyPr/>
        <a:lstStyle/>
        <a:p>
          <a:endParaRPr lang="en-US"/>
        </a:p>
      </dgm:t>
    </dgm:pt>
    <dgm:pt modelId="{4791B475-F1F2-4AA0-8527-74EA4CE4C386}" type="sibTrans" cxnId="{10786589-E3BD-4735-9D88-C94C534900B6}">
      <dgm:prSet/>
      <dgm:spPr/>
      <dgm:t>
        <a:bodyPr/>
        <a:lstStyle/>
        <a:p>
          <a:endParaRPr lang="en-US"/>
        </a:p>
      </dgm:t>
    </dgm:pt>
    <dgm:pt modelId="{1A43B4E6-8CCD-4B2C-9FD6-32B734E930C9}">
      <dgm:prSet/>
      <dgm:spPr/>
      <dgm:t>
        <a:bodyPr/>
        <a:lstStyle/>
        <a:p>
          <a:pPr>
            <a:lnSpc>
              <a:spcPct val="100000"/>
            </a:lnSpc>
          </a:pPr>
          <a:r>
            <a:rPr lang="en-PH" b="0" i="0" dirty="0"/>
            <a:t>Strengthening inadequate resources and support</a:t>
          </a:r>
          <a:endParaRPr lang="en-US" dirty="0"/>
        </a:p>
      </dgm:t>
    </dgm:pt>
    <dgm:pt modelId="{62216902-748C-487A-B342-1025A8D2CC7B}" type="parTrans" cxnId="{5E3C9147-31BD-41D3-BE39-68E2C536BE4E}">
      <dgm:prSet/>
      <dgm:spPr/>
      <dgm:t>
        <a:bodyPr/>
        <a:lstStyle/>
        <a:p>
          <a:endParaRPr lang="en-US"/>
        </a:p>
      </dgm:t>
    </dgm:pt>
    <dgm:pt modelId="{EB5A3794-438B-4C4D-8F52-9B2FF8EFDF40}" type="sibTrans" cxnId="{5E3C9147-31BD-41D3-BE39-68E2C536BE4E}">
      <dgm:prSet/>
      <dgm:spPr/>
      <dgm:t>
        <a:bodyPr/>
        <a:lstStyle/>
        <a:p>
          <a:endParaRPr lang="en-US"/>
        </a:p>
      </dgm:t>
    </dgm:pt>
    <dgm:pt modelId="{D6726B4B-0A03-43DA-8E97-95FA5E860006}">
      <dgm:prSet/>
      <dgm:spPr/>
      <dgm:t>
        <a:bodyPr/>
        <a:lstStyle/>
        <a:p>
          <a:pPr>
            <a:lnSpc>
              <a:spcPct val="100000"/>
            </a:lnSpc>
          </a:pPr>
          <a:r>
            <a:rPr lang="en-PH" b="0" i="0" dirty="0"/>
            <a:t>Dealing with disturbances in internal dynamics.</a:t>
          </a:r>
          <a:endParaRPr lang="en-US" dirty="0"/>
        </a:p>
      </dgm:t>
    </dgm:pt>
    <dgm:pt modelId="{B85F6258-2ADC-4CC8-9294-DE174AE22888}" type="parTrans" cxnId="{EE813D0B-BD94-497A-82E3-5D1A0717D040}">
      <dgm:prSet/>
      <dgm:spPr/>
      <dgm:t>
        <a:bodyPr/>
        <a:lstStyle/>
        <a:p>
          <a:endParaRPr lang="en-US"/>
        </a:p>
      </dgm:t>
    </dgm:pt>
    <dgm:pt modelId="{9D69A1B3-7A33-49F4-81F0-4B0714FD8714}" type="sibTrans" cxnId="{EE813D0B-BD94-497A-82E3-5D1A0717D040}">
      <dgm:prSet/>
      <dgm:spPr/>
      <dgm:t>
        <a:bodyPr/>
        <a:lstStyle/>
        <a:p>
          <a:endParaRPr lang="en-US"/>
        </a:p>
      </dgm:t>
    </dgm:pt>
    <dgm:pt modelId="{6CEC8A63-9909-48C0-BAC7-EA1F6BFBE85D}" type="pres">
      <dgm:prSet presAssocID="{23E99323-6959-466D-A82C-907DDEDC39A5}" presName="root" presStyleCnt="0">
        <dgm:presLayoutVars>
          <dgm:dir/>
          <dgm:resizeHandles val="exact"/>
        </dgm:presLayoutVars>
      </dgm:prSet>
      <dgm:spPr/>
    </dgm:pt>
    <dgm:pt modelId="{3BE84BDE-5DDA-4EA9-B471-B1ABF335F0BC}" type="pres">
      <dgm:prSet presAssocID="{0DF9EC82-80C0-425C-A311-29A553DAF696}" presName="compNode" presStyleCnt="0"/>
      <dgm:spPr/>
    </dgm:pt>
    <dgm:pt modelId="{F4C9D5CA-3B59-489E-A824-1DE9C8E70E3B}" type="pres">
      <dgm:prSet presAssocID="{0DF9EC82-80C0-425C-A311-29A553DAF696}"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usiness Growth"/>
        </a:ext>
      </dgm:extLst>
    </dgm:pt>
    <dgm:pt modelId="{336F879A-2D68-4C68-9412-743C8877D768}" type="pres">
      <dgm:prSet presAssocID="{0DF9EC82-80C0-425C-A311-29A553DAF696}" presName="spaceRect" presStyleCnt="0"/>
      <dgm:spPr/>
    </dgm:pt>
    <dgm:pt modelId="{C4320C82-9A4B-41F7-929D-90B8A2F61F98}" type="pres">
      <dgm:prSet presAssocID="{0DF9EC82-80C0-425C-A311-29A553DAF696}" presName="textRect" presStyleLbl="revTx" presStyleIdx="0" presStyleCnt="5">
        <dgm:presLayoutVars>
          <dgm:chMax val="1"/>
          <dgm:chPref val="1"/>
        </dgm:presLayoutVars>
      </dgm:prSet>
      <dgm:spPr/>
    </dgm:pt>
    <dgm:pt modelId="{F0AF6CA2-5153-4097-803F-7ABF15FC9F84}" type="pres">
      <dgm:prSet presAssocID="{D9BFDC67-4CBA-49CB-B752-F00B6BEBB597}" presName="sibTrans" presStyleCnt="0"/>
      <dgm:spPr/>
    </dgm:pt>
    <dgm:pt modelId="{DB66FA7A-B4A0-4BBD-9CEA-B354791F448E}" type="pres">
      <dgm:prSet presAssocID="{D5590C47-7B19-4BCB-B21B-1EE778233FEB}" presName="compNode" presStyleCnt="0"/>
      <dgm:spPr/>
    </dgm:pt>
    <dgm:pt modelId="{0F0955B3-D5E1-40CF-8234-622B7CF1A981}" type="pres">
      <dgm:prSet presAssocID="{D5590C47-7B19-4BCB-B21B-1EE778233FEB}"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ain in head"/>
        </a:ext>
      </dgm:extLst>
    </dgm:pt>
    <dgm:pt modelId="{6C787E29-A61A-4C84-8D01-2C4B4E31C02B}" type="pres">
      <dgm:prSet presAssocID="{D5590C47-7B19-4BCB-B21B-1EE778233FEB}" presName="spaceRect" presStyleCnt="0"/>
      <dgm:spPr/>
    </dgm:pt>
    <dgm:pt modelId="{2765FA4E-1AD9-4261-B577-BF2C7F5D3677}" type="pres">
      <dgm:prSet presAssocID="{D5590C47-7B19-4BCB-B21B-1EE778233FEB}" presName="textRect" presStyleLbl="revTx" presStyleIdx="1" presStyleCnt="5">
        <dgm:presLayoutVars>
          <dgm:chMax val="1"/>
          <dgm:chPref val="1"/>
        </dgm:presLayoutVars>
      </dgm:prSet>
      <dgm:spPr/>
    </dgm:pt>
    <dgm:pt modelId="{5C932EE0-7AA1-486E-9215-67AB3E2620FC}" type="pres">
      <dgm:prSet presAssocID="{1A6F3696-0A50-4F46-9C9C-1EFF8978FC61}" presName="sibTrans" presStyleCnt="0"/>
      <dgm:spPr/>
    </dgm:pt>
    <dgm:pt modelId="{0C4F85DF-1255-4B40-9662-BBD48B70C3B3}" type="pres">
      <dgm:prSet presAssocID="{777A040C-8A06-48F8-B4A1-5359F1BB2B52}" presName="compNode" presStyleCnt="0"/>
      <dgm:spPr/>
    </dgm:pt>
    <dgm:pt modelId="{83E820E8-504A-4ABD-9902-F174AF5042E5}" type="pres">
      <dgm:prSet presAssocID="{777A040C-8A06-48F8-B4A1-5359F1BB2B52}"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eciduous tree"/>
        </a:ext>
      </dgm:extLst>
    </dgm:pt>
    <dgm:pt modelId="{D989E069-75C0-4D0B-A556-F65213DBDF82}" type="pres">
      <dgm:prSet presAssocID="{777A040C-8A06-48F8-B4A1-5359F1BB2B52}" presName="spaceRect" presStyleCnt="0"/>
      <dgm:spPr/>
    </dgm:pt>
    <dgm:pt modelId="{015D4E5C-0CFF-444C-9DB5-31D035A63878}" type="pres">
      <dgm:prSet presAssocID="{777A040C-8A06-48F8-B4A1-5359F1BB2B52}" presName="textRect" presStyleLbl="revTx" presStyleIdx="2" presStyleCnt="5">
        <dgm:presLayoutVars>
          <dgm:chMax val="1"/>
          <dgm:chPref val="1"/>
        </dgm:presLayoutVars>
      </dgm:prSet>
      <dgm:spPr/>
    </dgm:pt>
    <dgm:pt modelId="{5BF28D25-75BD-40C2-8F9D-EA30448ADF6F}" type="pres">
      <dgm:prSet presAssocID="{4791B475-F1F2-4AA0-8527-74EA4CE4C386}" presName="sibTrans" presStyleCnt="0"/>
      <dgm:spPr/>
    </dgm:pt>
    <dgm:pt modelId="{4CF3CACD-5AF3-48FE-ADDC-B031BB02C7DF}" type="pres">
      <dgm:prSet presAssocID="{1A43B4E6-8CCD-4B2C-9FD6-32B734E930C9}" presName="compNode" presStyleCnt="0"/>
      <dgm:spPr/>
    </dgm:pt>
    <dgm:pt modelId="{49EB3A21-392C-4C46-832B-0CCF5D0257DF}" type="pres">
      <dgm:prSet presAssocID="{1A43B4E6-8CCD-4B2C-9FD6-32B734E930C9}"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roup"/>
        </a:ext>
      </dgm:extLst>
    </dgm:pt>
    <dgm:pt modelId="{56C715A5-B271-4C2A-B6A3-3490AC3C08E3}" type="pres">
      <dgm:prSet presAssocID="{1A43B4E6-8CCD-4B2C-9FD6-32B734E930C9}" presName="spaceRect" presStyleCnt="0"/>
      <dgm:spPr/>
    </dgm:pt>
    <dgm:pt modelId="{B9B0EBDD-8132-4481-811F-9AE0CAD9FE1D}" type="pres">
      <dgm:prSet presAssocID="{1A43B4E6-8CCD-4B2C-9FD6-32B734E930C9}" presName="textRect" presStyleLbl="revTx" presStyleIdx="3" presStyleCnt="5">
        <dgm:presLayoutVars>
          <dgm:chMax val="1"/>
          <dgm:chPref val="1"/>
        </dgm:presLayoutVars>
      </dgm:prSet>
      <dgm:spPr/>
    </dgm:pt>
    <dgm:pt modelId="{85AACD4F-0D75-4C51-BBA3-6EB4493EBE4E}" type="pres">
      <dgm:prSet presAssocID="{EB5A3794-438B-4C4D-8F52-9B2FF8EFDF40}" presName="sibTrans" presStyleCnt="0"/>
      <dgm:spPr/>
    </dgm:pt>
    <dgm:pt modelId="{337AD3C6-294A-4B33-ABA0-406B9F8EA2CC}" type="pres">
      <dgm:prSet presAssocID="{D6726B4B-0A03-43DA-8E97-95FA5E860006}" presName="compNode" presStyleCnt="0"/>
      <dgm:spPr/>
    </dgm:pt>
    <dgm:pt modelId="{D92E6631-A6C9-49BC-9BC6-078F3806E07C}" type="pres">
      <dgm:prSet presAssocID="{D6726B4B-0A03-43DA-8E97-95FA5E860006}"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Brain"/>
        </a:ext>
      </dgm:extLst>
    </dgm:pt>
    <dgm:pt modelId="{2A31ADB9-482D-4F3B-8699-658F7CB15676}" type="pres">
      <dgm:prSet presAssocID="{D6726B4B-0A03-43DA-8E97-95FA5E860006}" presName="spaceRect" presStyleCnt="0"/>
      <dgm:spPr/>
    </dgm:pt>
    <dgm:pt modelId="{C6EFB5FF-5DB1-4379-9B8D-7AD0B23F24C6}" type="pres">
      <dgm:prSet presAssocID="{D6726B4B-0A03-43DA-8E97-95FA5E860006}" presName="textRect" presStyleLbl="revTx" presStyleIdx="4" presStyleCnt="5">
        <dgm:presLayoutVars>
          <dgm:chMax val="1"/>
          <dgm:chPref val="1"/>
        </dgm:presLayoutVars>
      </dgm:prSet>
      <dgm:spPr/>
    </dgm:pt>
  </dgm:ptLst>
  <dgm:cxnLst>
    <dgm:cxn modelId="{EE813D0B-BD94-497A-82E3-5D1A0717D040}" srcId="{23E99323-6959-466D-A82C-907DDEDC39A5}" destId="{D6726B4B-0A03-43DA-8E97-95FA5E860006}" srcOrd="4" destOrd="0" parTransId="{B85F6258-2ADC-4CC8-9294-DE174AE22888}" sibTransId="{9D69A1B3-7A33-49F4-81F0-4B0714FD8714}"/>
    <dgm:cxn modelId="{69363C41-AA36-4732-AB8D-1184624F6C59}" type="presOf" srcId="{D5590C47-7B19-4BCB-B21B-1EE778233FEB}" destId="{2765FA4E-1AD9-4261-B577-BF2C7F5D3677}" srcOrd="0" destOrd="0" presId="urn:microsoft.com/office/officeart/2018/2/layout/IconLabelList"/>
    <dgm:cxn modelId="{5E3C9147-31BD-41D3-BE39-68E2C536BE4E}" srcId="{23E99323-6959-466D-A82C-907DDEDC39A5}" destId="{1A43B4E6-8CCD-4B2C-9FD6-32B734E930C9}" srcOrd="3" destOrd="0" parTransId="{62216902-748C-487A-B342-1025A8D2CC7B}" sibTransId="{EB5A3794-438B-4C4D-8F52-9B2FF8EFDF40}"/>
    <dgm:cxn modelId="{10786589-E3BD-4735-9D88-C94C534900B6}" srcId="{23E99323-6959-466D-A82C-907DDEDC39A5}" destId="{777A040C-8A06-48F8-B4A1-5359F1BB2B52}" srcOrd="2" destOrd="0" parTransId="{EF3D7535-431C-4796-832E-85A31197682C}" sibTransId="{4791B475-F1F2-4AA0-8527-74EA4CE4C386}"/>
    <dgm:cxn modelId="{9AB42B9D-052D-465B-B1A2-BD3FB58A9E08}" type="presOf" srcId="{777A040C-8A06-48F8-B4A1-5359F1BB2B52}" destId="{015D4E5C-0CFF-444C-9DB5-31D035A63878}" srcOrd="0" destOrd="0" presId="urn:microsoft.com/office/officeart/2018/2/layout/IconLabelList"/>
    <dgm:cxn modelId="{C4DB79B8-4D13-4F9C-A5B9-DBA9A70DF1B2}" srcId="{23E99323-6959-466D-A82C-907DDEDC39A5}" destId="{D5590C47-7B19-4BCB-B21B-1EE778233FEB}" srcOrd="1" destOrd="0" parTransId="{51A1281C-75EF-4ED3-B78C-EEAD0173F937}" sibTransId="{1A6F3696-0A50-4F46-9C9C-1EFF8978FC61}"/>
    <dgm:cxn modelId="{9DC7F9BB-2A4D-40B1-AC43-2F5C3AF6B2CE}" srcId="{23E99323-6959-466D-A82C-907DDEDC39A5}" destId="{0DF9EC82-80C0-425C-A311-29A553DAF696}" srcOrd="0" destOrd="0" parTransId="{FD04BCDC-39FE-476E-808E-1C501922229C}" sibTransId="{D9BFDC67-4CBA-49CB-B752-F00B6BEBB597}"/>
    <dgm:cxn modelId="{3F8223CC-2526-4849-B557-CBCBBC09DFA0}" type="presOf" srcId="{D6726B4B-0A03-43DA-8E97-95FA5E860006}" destId="{C6EFB5FF-5DB1-4379-9B8D-7AD0B23F24C6}" srcOrd="0" destOrd="0" presId="urn:microsoft.com/office/officeart/2018/2/layout/IconLabelList"/>
    <dgm:cxn modelId="{D074C5D8-A6DF-4105-B755-DC2AD40A3E67}" type="presOf" srcId="{1A43B4E6-8CCD-4B2C-9FD6-32B734E930C9}" destId="{B9B0EBDD-8132-4481-811F-9AE0CAD9FE1D}" srcOrd="0" destOrd="0" presId="urn:microsoft.com/office/officeart/2018/2/layout/IconLabelList"/>
    <dgm:cxn modelId="{8D3A92E8-EA9B-45BE-BFD2-E821C4CD7745}" type="presOf" srcId="{0DF9EC82-80C0-425C-A311-29A553DAF696}" destId="{C4320C82-9A4B-41F7-929D-90B8A2F61F98}" srcOrd="0" destOrd="0" presId="urn:microsoft.com/office/officeart/2018/2/layout/IconLabelList"/>
    <dgm:cxn modelId="{938FFEFD-478C-4936-84F0-2BC589DE1B86}" type="presOf" srcId="{23E99323-6959-466D-A82C-907DDEDC39A5}" destId="{6CEC8A63-9909-48C0-BAC7-EA1F6BFBE85D}" srcOrd="0" destOrd="0" presId="urn:microsoft.com/office/officeart/2018/2/layout/IconLabelList"/>
    <dgm:cxn modelId="{8BC37375-A572-4DB6-82B7-191837F47F96}" type="presParOf" srcId="{6CEC8A63-9909-48C0-BAC7-EA1F6BFBE85D}" destId="{3BE84BDE-5DDA-4EA9-B471-B1ABF335F0BC}" srcOrd="0" destOrd="0" presId="urn:microsoft.com/office/officeart/2018/2/layout/IconLabelList"/>
    <dgm:cxn modelId="{70C40F0B-403F-42B3-A52D-9A22610B4A3B}" type="presParOf" srcId="{3BE84BDE-5DDA-4EA9-B471-B1ABF335F0BC}" destId="{F4C9D5CA-3B59-489E-A824-1DE9C8E70E3B}" srcOrd="0" destOrd="0" presId="urn:microsoft.com/office/officeart/2018/2/layout/IconLabelList"/>
    <dgm:cxn modelId="{526DACE7-918B-4E86-9B44-1C9106A1E6D4}" type="presParOf" srcId="{3BE84BDE-5DDA-4EA9-B471-B1ABF335F0BC}" destId="{336F879A-2D68-4C68-9412-743C8877D768}" srcOrd="1" destOrd="0" presId="urn:microsoft.com/office/officeart/2018/2/layout/IconLabelList"/>
    <dgm:cxn modelId="{4621AF80-793E-4B9C-B537-480BECE74B33}" type="presParOf" srcId="{3BE84BDE-5DDA-4EA9-B471-B1ABF335F0BC}" destId="{C4320C82-9A4B-41F7-929D-90B8A2F61F98}" srcOrd="2" destOrd="0" presId="urn:microsoft.com/office/officeart/2018/2/layout/IconLabelList"/>
    <dgm:cxn modelId="{40C05FDF-3635-4349-8A26-B1838EFAF41D}" type="presParOf" srcId="{6CEC8A63-9909-48C0-BAC7-EA1F6BFBE85D}" destId="{F0AF6CA2-5153-4097-803F-7ABF15FC9F84}" srcOrd="1" destOrd="0" presId="urn:microsoft.com/office/officeart/2018/2/layout/IconLabelList"/>
    <dgm:cxn modelId="{C6EE9E1E-912E-49E2-81EA-8A65F2B0514A}" type="presParOf" srcId="{6CEC8A63-9909-48C0-BAC7-EA1F6BFBE85D}" destId="{DB66FA7A-B4A0-4BBD-9CEA-B354791F448E}" srcOrd="2" destOrd="0" presId="urn:microsoft.com/office/officeart/2018/2/layout/IconLabelList"/>
    <dgm:cxn modelId="{03E5F747-B627-44BB-A9A6-A0BDDBC97E6A}" type="presParOf" srcId="{DB66FA7A-B4A0-4BBD-9CEA-B354791F448E}" destId="{0F0955B3-D5E1-40CF-8234-622B7CF1A981}" srcOrd="0" destOrd="0" presId="urn:microsoft.com/office/officeart/2018/2/layout/IconLabelList"/>
    <dgm:cxn modelId="{BAB86639-320B-4977-BA59-E38CA05B56F2}" type="presParOf" srcId="{DB66FA7A-B4A0-4BBD-9CEA-B354791F448E}" destId="{6C787E29-A61A-4C84-8D01-2C4B4E31C02B}" srcOrd="1" destOrd="0" presId="urn:microsoft.com/office/officeart/2018/2/layout/IconLabelList"/>
    <dgm:cxn modelId="{758006DC-3DBE-406D-8E9D-E1CC354FFADB}" type="presParOf" srcId="{DB66FA7A-B4A0-4BBD-9CEA-B354791F448E}" destId="{2765FA4E-1AD9-4261-B577-BF2C7F5D3677}" srcOrd="2" destOrd="0" presId="urn:microsoft.com/office/officeart/2018/2/layout/IconLabelList"/>
    <dgm:cxn modelId="{3C006879-E667-4EE9-A2DB-63CD7A338D20}" type="presParOf" srcId="{6CEC8A63-9909-48C0-BAC7-EA1F6BFBE85D}" destId="{5C932EE0-7AA1-486E-9215-67AB3E2620FC}" srcOrd="3" destOrd="0" presId="urn:microsoft.com/office/officeart/2018/2/layout/IconLabelList"/>
    <dgm:cxn modelId="{A340FB73-E6E9-4BDD-AEB5-8002CF89393A}" type="presParOf" srcId="{6CEC8A63-9909-48C0-BAC7-EA1F6BFBE85D}" destId="{0C4F85DF-1255-4B40-9662-BBD48B70C3B3}" srcOrd="4" destOrd="0" presId="urn:microsoft.com/office/officeart/2018/2/layout/IconLabelList"/>
    <dgm:cxn modelId="{BEA760F6-E504-4D82-956A-8671D1FC9F09}" type="presParOf" srcId="{0C4F85DF-1255-4B40-9662-BBD48B70C3B3}" destId="{83E820E8-504A-4ABD-9902-F174AF5042E5}" srcOrd="0" destOrd="0" presId="urn:microsoft.com/office/officeart/2018/2/layout/IconLabelList"/>
    <dgm:cxn modelId="{D6BF1A6F-E0E3-4F39-A02D-7F6AA263FCE1}" type="presParOf" srcId="{0C4F85DF-1255-4B40-9662-BBD48B70C3B3}" destId="{D989E069-75C0-4D0B-A556-F65213DBDF82}" srcOrd="1" destOrd="0" presId="urn:microsoft.com/office/officeart/2018/2/layout/IconLabelList"/>
    <dgm:cxn modelId="{DF7718D8-CD3A-4FD8-BBA8-7851DE2E4803}" type="presParOf" srcId="{0C4F85DF-1255-4B40-9662-BBD48B70C3B3}" destId="{015D4E5C-0CFF-444C-9DB5-31D035A63878}" srcOrd="2" destOrd="0" presId="urn:microsoft.com/office/officeart/2018/2/layout/IconLabelList"/>
    <dgm:cxn modelId="{97AC7DD6-F356-4BBF-82C5-4EF174AB8966}" type="presParOf" srcId="{6CEC8A63-9909-48C0-BAC7-EA1F6BFBE85D}" destId="{5BF28D25-75BD-40C2-8F9D-EA30448ADF6F}" srcOrd="5" destOrd="0" presId="urn:microsoft.com/office/officeart/2018/2/layout/IconLabelList"/>
    <dgm:cxn modelId="{531C02FF-B6C8-4B05-8E1E-9FC2690330DF}" type="presParOf" srcId="{6CEC8A63-9909-48C0-BAC7-EA1F6BFBE85D}" destId="{4CF3CACD-5AF3-48FE-ADDC-B031BB02C7DF}" srcOrd="6" destOrd="0" presId="urn:microsoft.com/office/officeart/2018/2/layout/IconLabelList"/>
    <dgm:cxn modelId="{2CD1CA27-8769-4EC3-B97D-0060685CDCDB}" type="presParOf" srcId="{4CF3CACD-5AF3-48FE-ADDC-B031BB02C7DF}" destId="{49EB3A21-392C-4C46-832B-0CCF5D0257DF}" srcOrd="0" destOrd="0" presId="urn:microsoft.com/office/officeart/2018/2/layout/IconLabelList"/>
    <dgm:cxn modelId="{615A2FF4-3404-4700-BBF7-1C702325D24A}" type="presParOf" srcId="{4CF3CACD-5AF3-48FE-ADDC-B031BB02C7DF}" destId="{56C715A5-B271-4C2A-B6A3-3490AC3C08E3}" srcOrd="1" destOrd="0" presId="urn:microsoft.com/office/officeart/2018/2/layout/IconLabelList"/>
    <dgm:cxn modelId="{5860F710-80FC-438C-B73C-E073E2477912}" type="presParOf" srcId="{4CF3CACD-5AF3-48FE-ADDC-B031BB02C7DF}" destId="{B9B0EBDD-8132-4481-811F-9AE0CAD9FE1D}" srcOrd="2" destOrd="0" presId="urn:microsoft.com/office/officeart/2018/2/layout/IconLabelList"/>
    <dgm:cxn modelId="{839D5DE1-0848-4F98-BC69-82DCD565D539}" type="presParOf" srcId="{6CEC8A63-9909-48C0-BAC7-EA1F6BFBE85D}" destId="{85AACD4F-0D75-4C51-BBA3-6EB4493EBE4E}" srcOrd="7" destOrd="0" presId="urn:microsoft.com/office/officeart/2018/2/layout/IconLabelList"/>
    <dgm:cxn modelId="{951C1593-4C09-4FB4-A4D0-93884EADD97E}" type="presParOf" srcId="{6CEC8A63-9909-48C0-BAC7-EA1F6BFBE85D}" destId="{337AD3C6-294A-4B33-ABA0-406B9F8EA2CC}" srcOrd="8" destOrd="0" presId="urn:microsoft.com/office/officeart/2018/2/layout/IconLabelList"/>
    <dgm:cxn modelId="{7ACA4A0C-27AA-43E3-A424-4F9EA42FA7F5}" type="presParOf" srcId="{337AD3C6-294A-4B33-ABA0-406B9F8EA2CC}" destId="{D92E6631-A6C9-49BC-9BC6-078F3806E07C}" srcOrd="0" destOrd="0" presId="urn:microsoft.com/office/officeart/2018/2/layout/IconLabelList"/>
    <dgm:cxn modelId="{73312A39-FE53-453A-B1ED-671F060DFE65}" type="presParOf" srcId="{337AD3C6-294A-4B33-ABA0-406B9F8EA2CC}" destId="{2A31ADB9-482D-4F3B-8699-658F7CB15676}" srcOrd="1" destOrd="0" presId="urn:microsoft.com/office/officeart/2018/2/layout/IconLabelList"/>
    <dgm:cxn modelId="{651A9137-01D7-48A7-A83A-30477EEA2915}" type="presParOf" srcId="{337AD3C6-294A-4B33-ABA0-406B9F8EA2CC}" destId="{C6EFB5FF-5DB1-4379-9B8D-7AD0B23F24C6}"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748259-6006-4181-8B61-7507805DB74C}">
      <dsp:nvSpPr>
        <dsp:cNvPr id="0" name=""/>
        <dsp:cNvSpPr/>
      </dsp:nvSpPr>
      <dsp:spPr>
        <a:xfrm>
          <a:off x="1174" y="184257"/>
          <a:ext cx="4124157" cy="2618839"/>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780FCCA5-D998-4821-B29F-A3C8523A6734}">
      <dsp:nvSpPr>
        <dsp:cNvPr id="0" name=""/>
        <dsp:cNvSpPr/>
      </dsp:nvSpPr>
      <dsp:spPr>
        <a:xfrm>
          <a:off x="459414" y="619585"/>
          <a:ext cx="4124157" cy="261883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PH" sz="4000" b="0" i="0" kern="1200"/>
            <a:t>Traditional Families</a:t>
          </a:r>
          <a:endParaRPr lang="en-US" sz="4000" kern="1200"/>
        </a:p>
      </dsp:txBody>
      <dsp:txXfrm>
        <a:off x="536117" y="696288"/>
        <a:ext cx="3970751" cy="2465433"/>
      </dsp:txXfrm>
    </dsp:sp>
    <dsp:sp modelId="{40ED0A37-1980-4ED6-992E-CF34DEFB95A8}">
      <dsp:nvSpPr>
        <dsp:cNvPr id="0" name=""/>
        <dsp:cNvSpPr/>
      </dsp:nvSpPr>
      <dsp:spPr>
        <a:xfrm>
          <a:off x="5041811" y="184257"/>
          <a:ext cx="4124157" cy="2618839"/>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094C7CF2-05FC-4F68-B2AB-B87F211EE31F}">
      <dsp:nvSpPr>
        <dsp:cNvPr id="0" name=""/>
        <dsp:cNvSpPr/>
      </dsp:nvSpPr>
      <dsp:spPr>
        <a:xfrm>
          <a:off x="5500051" y="619585"/>
          <a:ext cx="4124157" cy="261883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PH" sz="4000" b="0" i="0" kern="1200" dirty="0"/>
            <a:t>Contemporary Families</a:t>
          </a:r>
          <a:endParaRPr lang="en-US" sz="4000" kern="1200" dirty="0"/>
        </a:p>
      </dsp:txBody>
      <dsp:txXfrm>
        <a:off x="5576754" y="696288"/>
        <a:ext cx="3970751" cy="24654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D8D321-41BF-4149-8D9D-8B78E56FF467}">
      <dsp:nvSpPr>
        <dsp:cNvPr id="0" name=""/>
        <dsp:cNvSpPr/>
      </dsp:nvSpPr>
      <dsp:spPr>
        <a:xfrm>
          <a:off x="0" y="366180"/>
          <a:ext cx="6540499" cy="185785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PH" sz="1700" b="1" i="1" kern="1200" dirty="0"/>
            <a:t>Nuclear Family</a:t>
          </a:r>
          <a:r>
            <a:rPr lang="en-PH" sz="1700" i="1" kern="1200" dirty="0"/>
            <a:t>: </a:t>
          </a:r>
          <a:r>
            <a:rPr lang="en-US" sz="1700" kern="1200" dirty="0"/>
            <a:t>Husband, wife, and children living together. Roles may vary: both adults working, one adult working and one managing the home, or partners alternating responsibilities.</a:t>
          </a:r>
        </a:p>
      </dsp:txBody>
      <dsp:txXfrm>
        <a:off x="90693" y="456873"/>
        <a:ext cx="6359113" cy="1676464"/>
      </dsp:txXfrm>
    </dsp:sp>
    <dsp:sp modelId="{7907C2C6-8598-44BD-B139-CBD9B60D2C20}">
      <dsp:nvSpPr>
        <dsp:cNvPr id="0" name=""/>
        <dsp:cNvSpPr/>
      </dsp:nvSpPr>
      <dsp:spPr>
        <a:xfrm>
          <a:off x="0" y="2305876"/>
          <a:ext cx="6540499" cy="1408046"/>
        </a:xfrm>
        <a:prstGeom prst="roundRect">
          <a:avLst/>
        </a:prstGeom>
        <a:solidFill>
          <a:schemeClr val="accent2">
            <a:hueOff val="-9882860"/>
            <a:satOff val="45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PH" sz="1700" b="1" i="1" kern="1200" dirty="0">
              <a:solidFill>
                <a:schemeClr val="accent1"/>
              </a:solidFill>
            </a:rPr>
            <a:t>Nuclear Dyad Family</a:t>
          </a:r>
          <a:r>
            <a:rPr lang="en-PH" sz="1700" i="1" kern="1200" dirty="0">
              <a:solidFill>
                <a:schemeClr val="accent1"/>
              </a:solidFill>
            </a:rPr>
            <a:t>: </a:t>
          </a:r>
          <a:r>
            <a:rPr lang="en-US" sz="1700" i="1" kern="1200" dirty="0">
              <a:solidFill>
                <a:schemeClr val="accent1"/>
              </a:solidFill>
            </a:rPr>
            <a:t>Two adults living together without children (either by choice or after children leave home).</a:t>
          </a:r>
          <a:r>
            <a:rPr lang="en-PH" sz="1700" i="1" kern="1200" dirty="0">
              <a:solidFill>
                <a:schemeClr val="accent1"/>
              </a:solidFill>
            </a:rPr>
            <a:t>  </a:t>
          </a:r>
          <a:endParaRPr lang="en-US" sz="1700" kern="1200" dirty="0">
            <a:solidFill>
              <a:schemeClr val="accent1"/>
            </a:solidFill>
          </a:endParaRPr>
        </a:p>
      </dsp:txBody>
      <dsp:txXfrm>
        <a:off x="68735" y="2374611"/>
        <a:ext cx="6403029" cy="1270576"/>
      </dsp:txXfrm>
    </dsp:sp>
    <dsp:sp modelId="{A93785C4-20F2-46D4-9800-6B3C6C35B2BB}">
      <dsp:nvSpPr>
        <dsp:cNvPr id="0" name=""/>
        <dsp:cNvSpPr/>
      </dsp:nvSpPr>
      <dsp:spPr>
        <a:xfrm>
          <a:off x="0" y="3762883"/>
          <a:ext cx="6540499" cy="1857850"/>
        </a:xfrm>
        <a:prstGeom prst="roundRect">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1" kern="1200" dirty="0">
              <a:solidFill>
                <a:schemeClr val="accent1">
                  <a:lumMod val="50000"/>
                </a:schemeClr>
              </a:solidFill>
            </a:rPr>
            <a:t>Kin Network Families: Multiple nuclear families (e.g., grandparents, aunts, uncles, cousins)  living together or close by, sharing resources, childcare, and responsibilities.
Example: </a:t>
          </a:r>
          <a:r>
            <a:rPr lang="en-US" sz="1700" b="1" i="1" kern="1200" dirty="0">
              <a:solidFill>
                <a:schemeClr val="accent1"/>
              </a:solidFill>
            </a:rPr>
            <a:t>Extended households in close-knit ethnic communities or children postponing leaving home due to economic or educational reasons.</a:t>
          </a:r>
        </a:p>
      </dsp:txBody>
      <dsp:txXfrm>
        <a:off x="90693" y="3853576"/>
        <a:ext cx="6359113" cy="16764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5B5251-D4D9-4014-8738-FA3845CFDE73}">
      <dsp:nvSpPr>
        <dsp:cNvPr id="0" name=""/>
        <dsp:cNvSpPr/>
      </dsp:nvSpPr>
      <dsp:spPr>
        <a:xfrm>
          <a:off x="0" y="506121"/>
          <a:ext cx="6391275" cy="222768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1" kern="1200" dirty="0">
              <a:solidFill>
                <a:schemeClr val="bg2"/>
              </a:solidFill>
            </a:rPr>
            <a:t>Families Experiencing Divorce, Remarriage, and Blending
</a:t>
          </a:r>
          <a:r>
            <a:rPr lang="en-US" sz="1700" b="1" i="1" kern="1200" dirty="0">
              <a:solidFill>
                <a:srgbClr val="FFFF00"/>
              </a:solidFill>
            </a:rPr>
            <a:t>Blended (or Step-) Families: </a:t>
          </a:r>
          <a:r>
            <a:rPr lang="en-US" sz="1700" b="0" i="1" kern="1200" dirty="0">
              <a:solidFill>
                <a:srgbClr val="FFFF00"/>
              </a:solidFill>
            </a:rPr>
            <a:t>Created when parents remarry and bring children from previous relationships. Requires adjusting roles, communication, and traditions.</a:t>
          </a:r>
        </a:p>
        <a:p>
          <a:pPr marL="0" lvl="0" indent="0" algn="l" defTabSz="755650">
            <a:lnSpc>
              <a:spcPct val="90000"/>
            </a:lnSpc>
            <a:spcBef>
              <a:spcPct val="0"/>
            </a:spcBef>
            <a:spcAft>
              <a:spcPct val="35000"/>
            </a:spcAft>
            <a:buNone/>
          </a:pPr>
          <a:r>
            <a:rPr lang="en-US" sz="1700" b="0" i="0" kern="1200" dirty="0"/>
            <a:t>Requires significant adjustment, redefinition of roles, and can involve complex dynamics with noncustodial parents.</a:t>
          </a:r>
          <a:endParaRPr lang="en-US" sz="1700" b="0" kern="1200" dirty="0">
            <a:solidFill>
              <a:srgbClr val="FFFF00"/>
            </a:solidFill>
          </a:endParaRPr>
        </a:p>
      </dsp:txBody>
      <dsp:txXfrm>
        <a:off x="108746" y="614867"/>
        <a:ext cx="6173783" cy="2010188"/>
      </dsp:txXfrm>
    </dsp:sp>
    <dsp:sp modelId="{82D9E108-94FC-4527-825E-3FF9F5E652B1}">
      <dsp:nvSpPr>
        <dsp:cNvPr id="0" name=""/>
        <dsp:cNvSpPr/>
      </dsp:nvSpPr>
      <dsp:spPr>
        <a:xfrm>
          <a:off x="0" y="2782760"/>
          <a:ext cx="6391275" cy="2227680"/>
        </a:xfrm>
        <a:prstGeom prst="roundRect">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1" kern="1200" dirty="0"/>
            <a:t>Single-Parent Families
</a:t>
          </a:r>
          <a:r>
            <a:rPr lang="en-US" sz="1700" b="0" i="1" kern="1200" dirty="0"/>
            <a:t>Structure: One adult (by choice, divorce, death, or separation) raising children.</a:t>
          </a:r>
        </a:p>
        <a:p>
          <a:pPr marL="0" lvl="0" indent="0" algn="l" defTabSz="755650">
            <a:lnSpc>
              <a:spcPct val="90000"/>
            </a:lnSpc>
            <a:spcBef>
              <a:spcPct val="0"/>
            </a:spcBef>
            <a:spcAft>
              <a:spcPct val="35000"/>
            </a:spcAft>
            <a:buNone/>
          </a:pPr>
          <a:r>
            <a:rPr lang="en-US" sz="1700" b="0" i="1" kern="1200" dirty="0"/>
            <a:t>Key Feature: Most often headed by women. Faces unique challenges related to being the sole financial, emotional, and caregiving support.</a:t>
          </a:r>
          <a:endParaRPr lang="en-US" sz="1700" b="0" kern="1200" dirty="0"/>
        </a:p>
      </dsp:txBody>
      <dsp:txXfrm>
        <a:off x="108746" y="2891506"/>
        <a:ext cx="6173783" cy="20101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EC1F24-C14F-406C-A245-272878067DF6}">
      <dsp:nvSpPr>
        <dsp:cNvPr id="0" name=""/>
        <dsp:cNvSpPr/>
      </dsp:nvSpPr>
      <dsp:spPr>
        <a:xfrm>
          <a:off x="0" y="182880"/>
          <a:ext cx="6391275" cy="1179359"/>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1" kern="1200" dirty="0">
              <a:solidFill>
                <a:schemeClr val="bg1"/>
              </a:solidFill>
            </a:rPr>
            <a:t>Cohabitating Couple Family:</a:t>
          </a:r>
        </a:p>
        <a:p>
          <a:pPr marL="0" lvl="0" indent="0" algn="l" defTabSz="533400">
            <a:lnSpc>
              <a:spcPct val="90000"/>
            </a:lnSpc>
            <a:spcBef>
              <a:spcPct val="0"/>
            </a:spcBef>
            <a:spcAft>
              <a:spcPct val="35000"/>
            </a:spcAft>
            <a:buNone/>
          </a:pPr>
          <a:r>
            <a:rPr lang="en-US" sz="1200" b="1" i="1" kern="1200" dirty="0">
              <a:solidFill>
                <a:schemeClr val="bg1"/>
              </a:solidFill>
            </a:rPr>
            <a:t>Structure: An unmarried couple, heterosexual or LGBTQ, living together with or without children.</a:t>
          </a:r>
        </a:p>
        <a:p>
          <a:pPr marL="0" lvl="0" indent="0" algn="l" defTabSz="533400">
            <a:lnSpc>
              <a:spcPct val="90000"/>
            </a:lnSpc>
            <a:spcBef>
              <a:spcPct val="0"/>
            </a:spcBef>
            <a:spcAft>
              <a:spcPct val="35000"/>
            </a:spcAft>
            <a:buNone/>
          </a:pPr>
          <a:r>
            <a:rPr lang="en-US" sz="1200" b="1" i="1" kern="1200" dirty="0">
              <a:solidFill>
                <a:schemeClr val="bg1"/>
              </a:solidFill>
            </a:rPr>
            <a:t>Key Feature: Chosen for various reasons, including delayed marriage, career focus, or as an alternative to marriage in later life. Not always a precursor to marriage.</a:t>
          </a:r>
          <a:endParaRPr lang="en-US" sz="1200" kern="1200" dirty="0">
            <a:solidFill>
              <a:schemeClr val="bg1"/>
            </a:solidFill>
          </a:endParaRPr>
        </a:p>
      </dsp:txBody>
      <dsp:txXfrm>
        <a:off x="57572" y="240452"/>
        <a:ext cx="6276131" cy="1064215"/>
      </dsp:txXfrm>
    </dsp:sp>
    <dsp:sp modelId="{FA9812EF-1689-46C0-A960-0EB269472A3C}">
      <dsp:nvSpPr>
        <dsp:cNvPr id="0" name=""/>
        <dsp:cNvSpPr/>
      </dsp:nvSpPr>
      <dsp:spPr>
        <a:xfrm>
          <a:off x="0" y="1396800"/>
          <a:ext cx="6391275" cy="1179359"/>
        </a:xfrm>
        <a:prstGeom prst="roundRect">
          <a:avLst/>
        </a:prstGeom>
        <a:solidFill>
          <a:schemeClr val="accent2">
            <a:hueOff val="-4941430"/>
            <a:satOff val="225"/>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dirty="0">
              <a:solidFill>
                <a:schemeClr val="bg1"/>
              </a:solidFill>
            </a:rPr>
            <a:t>LGBTQ Families</a:t>
          </a:r>
          <a:r>
            <a:rPr lang="en-PH" sz="1200" b="0" i="0" kern="1200" dirty="0">
              <a:solidFill>
                <a:schemeClr val="bg1"/>
              </a:solidFill>
            </a:rPr>
            <a:t>: </a:t>
          </a:r>
          <a:r>
            <a:rPr lang="en-US" sz="1200" b="0" i="0" kern="1200" dirty="0">
              <a:solidFill>
                <a:schemeClr val="bg1"/>
              </a:solidFill>
            </a:rPr>
            <a:t>Families headed by one or more lesbian, gay, bisexual, transgender, or queer individuals. They may have biological children (from previous or current relationships), adopted children, or foster children.</a:t>
          </a:r>
          <a:endParaRPr lang="en-US" sz="1200" kern="1200" dirty="0">
            <a:solidFill>
              <a:schemeClr val="bg1"/>
            </a:solidFill>
          </a:endParaRPr>
        </a:p>
      </dsp:txBody>
      <dsp:txXfrm>
        <a:off x="57572" y="1454372"/>
        <a:ext cx="6276131" cy="1064215"/>
      </dsp:txXfrm>
    </dsp:sp>
    <dsp:sp modelId="{B6BF89E0-88A9-461B-8EAC-36C2818DECDC}">
      <dsp:nvSpPr>
        <dsp:cNvPr id="0" name=""/>
        <dsp:cNvSpPr/>
      </dsp:nvSpPr>
      <dsp:spPr>
        <a:xfrm>
          <a:off x="0" y="2610720"/>
          <a:ext cx="6391275" cy="1179359"/>
        </a:xfrm>
        <a:prstGeom prst="roundRect">
          <a:avLst/>
        </a:prstGeom>
        <a:solidFill>
          <a:schemeClr val="accent2">
            <a:hueOff val="-9882860"/>
            <a:satOff val="45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dirty="0">
              <a:solidFill>
                <a:schemeClr val="accent1"/>
              </a:solidFill>
            </a:rPr>
            <a:t>Families Headed by an Adolescent Parent(s):</a:t>
          </a:r>
        </a:p>
        <a:p>
          <a:pPr marL="0" lvl="0" indent="0" algn="l" defTabSz="533400">
            <a:lnSpc>
              <a:spcPct val="90000"/>
            </a:lnSpc>
            <a:spcBef>
              <a:spcPct val="0"/>
            </a:spcBef>
            <a:spcAft>
              <a:spcPct val="35000"/>
            </a:spcAft>
            <a:buNone/>
          </a:pPr>
          <a:r>
            <a:rPr lang="en-US" sz="1200" b="1" i="0" kern="1200" dirty="0">
              <a:solidFill>
                <a:schemeClr val="accent1"/>
              </a:solidFill>
            </a:rPr>
            <a:t>Structure: A family where one or both parents are teenagers..</a:t>
          </a:r>
          <a:endParaRPr lang="en-US" sz="1200" kern="1200" dirty="0">
            <a:solidFill>
              <a:schemeClr val="accent1"/>
            </a:solidFill>
          </a:endParaRPr>
        </a:p>
      </dsp:txBody>
      <dsp:txXfrm>
        <a:off x="57572" y="2668292"/>
        <a:ext cx="6276131" cy="1064215"/>
      </dsp:txXfrm>
    </dsp:sp>
    <dsp:sp modelId="{F9AEE7D9-3EC9-484B-9924-9B14BE93AE74}">
      <dsp:nvSpPr>
        <dsp:cNvPr id="0" name=""/>
        <dsp:cNvSpPr/>
      </dsp:nvSpPr>
      <dsp:spPr>
        <a:xfrm>
          <a:off x="0" y="3824640"/>
          <a:ext cx="6391275" cy="1179359"/>
        </a:xfrm>
        <a:prstGeom prst="roundRect">
          <a:avLst/>
        </a:prstGeom>
        <a:solidFill>
          <a:schemeClr val="accent2">
            <a:hueOff val="-14824290"/>
            <a:satOff val="676"/>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dirty="0">
              <a:solidFill>
                <a:schemeClr val="accent1"/>
              </a:solidFill>
            </a:rPr>
            <a:t>Families with Older Adults:</a:t>
          </a:r>
          <a:endParaRPr lang="en-US" sz="1200" b="0" i="0" kern="1200" dirty="0">
            <a:solidFill>
              <a:schemeClr val="accent1"/>
            </a:solidFill>
          </a:endParaRPr>
        </a:p>
        <a:p>
          <a:pPr marL="0" lvl="0" indent="0" algn="l" defTabSz="533400">
            <a:lnSpc>
              <a:spcPct val="90000"/>
            </a:lnSpc>
            <a:spcBef>
              <a:spcPct val="0"/>
            </a:spcBef>
            <a:spcAft>
              <a:spcPct val="35000"/>
            </a:spcAft>
            <a:buFont typeface="Arial" panose="020B0604020202020204" pitchFamily="34" charset="0"/>
            <a:buNone/>
          </a:pPr>
          <a:r>
            <a:rPr lang="en-US" sz="1200" b="0" i="0" kern="1200" dirty="0">
              <a:solidFill>
                <a:schemeClr val="accent1"/>
              </a:solidFill>
            </a:rPr>
            <a:t>This can refer to elderly couples living independently, multi-generational households, or situations where adult children become caregivers for their aging parents.</a:t>
          </a:r>
          <a:endParaRPr lang="en-US" sz="1200" kern="1200" dirty="0">
            <a:solidFill>
              <a:schemeClr val="accent1"/>
            </a:solidFill>
          </a:endParaRPr>
        </a:p>
      </dsp:txBody>
      <dsp:txXfrm>
        <a:off x="57572" y="3882212"/>
        <a:ext cx="6276131" cy="1064215"/>
      </dsp:txXfrm>
    </dsp:sp>
    <dsp:sp modelId="{7FEAF096-2E59-4215-8886-550C1EAF824B}">
      <dsp:nvSpPr>
        <dsp:cNvPr id="0" name=""/>
        <dsp:cNvSpPr/>
      </dsp:nvSpPr>
      <dsp:spPr>
        <a:xfrm>
          <a:off x="0" y="5038559"/>
          <a:ext cx="6391275" cy="1179359"/>
        </a:xfrm>
        <a:prstGeom prst="roundRect">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dirty="0"/>
            <a:t>Foster Families:</a:t>
          </a:r>
          <a:endParaRPr lang="en-US" sz="1200" b="0" i="0" kern="1200" dirty="0"/>
        </a:p>
        <a:p>
          <a:pPr marL="0" lvl="0" indent="0" algn="l" defTabSz="533400">
            <a:lnSpc>
              <a:spcPct val="90000"/>
            </a:lnSpc>
            <a:spcBef>
              <a:spcPct val="0"/>
            </a:spcBef>
            <a:spcAft>
              <a:spcPct val="35000"/>
            </a:spcAft>
            <a:buFont typeface="Arial" panose="020B0604020202020204" pitchFamily="34" charset="0"/>
            <a:buNone/>
          </a:pPr>
          <a:r>
            <a:rPr lang="en-US" sz="1200" b="0" i="0" kern="1200" dirty="0"/>
            <a:t>Trained individuals or couples who provide temporary, safe, and loving homes for children removed from their biological families due to maltreatment.</a:t>
          </a:r>
          <a:endParaRPr lang="en-US" sz="1200" kern="1200" dirty="0"/>
        </a:p>
      </dsp:txBody>
      <dsp:txXfrm>
        <a:off x="57572" y="5096131"/>
        <a:ext cx="6276131" cy="106421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C5103-50DB-4BF9-8491-95B170CB1318}">
      <dsp:nvSpPr>
        <dsp:cNvPr id="0" name=""/>
        <dsp:cNvSpPr/>
      </dsp:nvSpPr>
      <dsp:spPr>
        <a:xfrm>
          <a:off x="0" y="640"/>
          <a:ext cx="6391275" cy="14986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F2B8AA-5FFD-431C-A192-71E16D4153D5}">
      <dsp:nvSpPr>
        <dsp:cNvPr id="0" name=""/>
        <dsp:cNvSpPr/>
      </dsp:nvSpPr>
      <dsp:spPr>
        <a:xfrm>
          <a:off x="453352" y="337845"/>
          <a:ext cx="824278" cy="8242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59ED620-AA3F-4521-B627-FC1DBC0EF5E0}">
      <dsp:nvSpPr>
        <dsp:cNvPr id="0" name=""/>
        <dsp:cNvSpPr/>
      </dsp:nvSpPr>
      <dsp:spPr>
        <a:xfrm>
          <a:off x="1730984" y="640"/>
          <a:ext cx="4660290" cy="1498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11" tIns="158611" rIns="158611" bIns="158611" numCol="1" spcCol="1270" anchor="ctr" anchorCtr="0">
          <a:noAutofit/>
        </a:bodyPr>
        <a:lstStyle/>
        <a:p>
          <a:pPr marL="0" lvl="0" indent="0" algn="l" defTabSz="1111250">
            <a:lnSpc>
              <a:spcPct val="90000"/>
            </a:lnSpc>
            <a:spcBef>
              <a:spcPct val="0"/>
            </a:spcBef>
            <a:spcAft>
              <a:spcPct val="35000"/>
            </a:spcAft>
            <a:buNone/>
          </a:pPr>
          <a:r>
            <a:rPr lang="en-US" sz="2500" b="0" i="0" kern="1200" dirty="0"/>
            <a:t>1- Pre visit preparation </a:t>
          </a:r>
          <a:endParaRPr lang="en-US" sz="2500" kern="1200" dirty="0"/>
        </a:p>
      </dsp:txBody>
      <dsp:txXfrm>
        <a:off x="1730984" y="640"/>
        <a:ext cx="4660290" cy="1498687"/>
      </dsp:txXfrm>
    </dsp:sp>
    <dsp:sp modelId="{E835A42E-E5E6-42D3-932F-12E9E6928846}">
      <dsp:nvSpPr>
        <dsp:cNvPr id="0" name=""/>
        <dsp:cNvSpPr/>
      </dsp:nvSpPr>
      <dsp:spPr>
        <a:xfrm>
          <a:off x="0" y="1873999"/>
          <a:ext cx="6391275" cy="14986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CF51C4-4B5B-461B-A7B5-83A97CD8B0C1}">
      <dsp:nvSpPr>
        <dsp:cNvPr id="0" name=""/>
        <dsp:cNvSpPr/>
      </dsp:nvSpPr>
      <dsp:spPr>
        <a:xfrm>
          <a:off x="453352" y="2211204"/>
          <a:ext cx="824278" cy="8242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19A1383-54B7-4856-8FE5-443EF20FDF72}">
      <dsp:nvSpPr>
        <dsp:cNvPr id="0" name=""/>
        <dsp:cNvSpPr/>
      </dsp:nvSpPr>
      <dsp:spPr>
        <a:xfrm>
          <a:off x="1730984" y="1873999"/>
          <a:ext cx="4660290" cy="1498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11" tIns="158611" rIns="158611" bIns="158611" numCol="1" spcCol="1270" anchor="ctr" anchorCtr="0">
          <a:noAutofit/>
        </a:bodyPr>
        <a:lstStyle/>
        <a:p>
          <a:pPr marL="0" lvl="0" indent="0" algn="l" defTabSz="1111250">
            <a:lnSpc>
              <a:spcPct val="90000"/>
            </a:lnSpc>
            <a:spcBef>
              <a:spcPct val="0"/>
            </a:spcBef>
            <a:spcAft>
              <a:spcPct val="35000"/>
            </a:spcAft>
            <a:buNone/>
          </a:pPr>
          <a:r>
            <a:rPr lang="en-US" sz="2500" b="0" i="0" kern="1200"/>
            <a:t>2- Making the visit</a:t>
          </a:r>
          <a:endParaRPr lang="en-US" sz="2500" kern="1200"/>
        </a:p>
      </dsp:txBody>
      <dsp:txXfrm>
        <a:off x="1730984" y="1873999"/>
        <a:ext cx="4660290" cy="1498687"/>
      </dsp:txXfrm>
    </dsp:sp>
    <dsp:sp modelId="{9DA35545-D718-400F-9E08-A05DB31BD9BF}">
      <dsp:nvSpPr>
        <dsp:cNvPr id="0" name=""/>
        <dsp:cNvSpPr/>
      </dsp:nvSpPr>
      <dsp:spPr>
        <a:xfrm>
          <a:off x="0" y="3747359"/>
          <a:ext cx="6391275" cy="14986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A9175F-DC63-47A2-800E-263CF5CAD359}">
      <dsp:nvSpPr>
        <dsp:cNvPr id="0" name=""/>
        <dsp:cNvSpPr/>
      </dsp:nvSpPr>
      <dsp:spPr>
        <a:xfrm>
          <a:off x="453352" y="4084563"/>
          <a:ext cx="824278" cy="8242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64EEBB9-9321-4CA8-BF92-D2E804DFD704}">
      <dsp:nvSpPr>
        <dsp:cNvPr id="0" name=""/>
        <dsp:cNvSpPr/>
      </dsp:nvSpPr>
      <dsp:spPr>
        <a:xfrm>
          <a:off x="1730984" y="3747359"/>
          <a:ext cx="4660290" cy="1498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11" tIns="158611" rIns="158611" bIns="158611" numCol="1" spcCol="1270" anchor="ctr" anchorCtr="0">
          <a:noAutofit/>
        </a:bodyPr>
        <a:lstStyle/>
        <a:p>
          <a:pPr marL="0" lvl="0" indent="0" algn="l" defTabSz="1111250">
            <a:lnSpc>
              <a:spcPct val="90000"/>
            </a:lnSpc>
            <a:spcBef>
              <a:spcPct val="0"/>
            </a:spcBef>
            <a:spcAft>
              <a:spcPct val="35000"/>
            </a:spcAft>
            <a:buNone/>
          </a:pPr>
          <a:r>
            <a:rPr lang="en-US" sz="2500" b="0" i="0" kern="1200"/>
            <a:t>3- Concluding and documenting the visit</a:t>
          </a:r>
          <a:endParaRPr lang="en-US" sz="2500" kern="1200"/>
        </a:p>
      </dsp:txBody>
      <dsp:txXfrm>
        <a:off x="1730984" y="3747359"/>
        <a:ext cx="4660290" cy="149868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C5103-50DB-4BF9-8491-95B170CB1318}">
      <dsp:nvSpPr>
        <dsp:cNvPr id="0" name=""/>
        <dsp:cNvSpPr/>
      </dsp:nvSpPr>
      <dsp:spPr>
        <a:xfrm>
          <a:off x="0" y="852586"/>
          <a:ext cx="6391275" cy="1574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F2B8AA-5FFD-431C-A192-71E16D4153D5}">
      <dsp:nvSpPr>
        <dsp:cNvPr id="0" name=""/>
        <dsp:cNvSpPr/>
      </dsp:nvSpPr>
      <dsp:spPr>
        <a:xfrm>
          <a:off x="476136" y="1206738"/>
          <a:ext cx="865703" cy="8657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59ED620-AA3F-4521-B627-FC1DBC0EF5E0}">
      <dsp:nvSpPr>
        <dsp:cNvPr id="0" name=""/>
        <dsp:cNvSpPr/>
      </dsp:nvSpPr>
      <dsp:spPr>
        <a:xfrm>
          <a:off x="1817977" y="852586"/>
          <a:ext cx="4573297" cy="1574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582" tIns="166582" rIns="166582" bIns="166582" numCol="1" spcCol="1270" anchor="ctr" anchorCtr="0">
          <a:noAutofit/>
        </a:bodyPr>
        <a:lstStyle/>
        <a:p>
          <a:pPr marL="0" lvl="0" indent="0" algn="l" defTabSz="1111250">
            <a:lnSpc>
              <a:spcPct val="100000"/>
            </a:lnSpc>
            <a:spcBef>
              <a:spcPct val="0"/>
            </a:spcBef>
            <a:spcAft>
              <a:spcPct val="35000"/>
            </a:spcAft>
            <a:buNone/>
          </a:pPr>
          <a:r>
            <a:rPr lang="en-US" sz="2500" b="0" i="0" kern="1200" dirty="0"/>
            <a:t>1- </a:t>
          </a:r>
          <a:r>
            <a:rPr lang="en-US" sz="2500" b="1" kern="1200" dirty="0"/>
            <a:t>Family Education &amp; Anticipatory Guidance</a:t>
          </a:r>
          <a:endParaRPr lang="en-US" sz="2500" kern="1200" dirty="0"/>
        </a:p>
      </dsp:txBody>
      <dsp:txXfrm>
        <a:off x="1817977" y="852586"/>
        <a:ext cx="4573297" cy="1574006"/>
      </dsp:txXfrm>
    </dsp:sp>
    <dsp:sp modelId="{E835A42E-E5E6-42D3-932F-12E9E6928846}">
      <dsp:nvSpPr>
        <dsp:cNvPr id="0" name=""/>
        <dsp:cNvSpPr/>
      </dsp:nvSpPr>
      <dsp:spPr>
        <a:xfrm>
          <a:off x="0" y="3044390"/>
          <a:ext cx="6391275" cy="1574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CF51C4-4B5B-461B-A7B5-83A97CD8B0C1}">
      <dsp:nvSpPr>
        <dsp:cNvPr id="0" name=""/>
        <dsp:cNvSpPr/>
      </dsp:nvSpPr>
      <dsp:spPr>
        <a:xfrm>
          <a:off x="476136" y="3174245"/>
          <a:ext cx="865703" cy="8657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19A1383-54B7-4856-8FE5-443EF20FDF72}">
      <dsp:nvSpPr>
        <dsp:cNvPr id="0" name=""/>
        <dsp:cNvSpPr/>
      </dsp:nvSpPr>
      <dsp:spPr>
        <a:xfrm>
          <a:off x="1817977" y="2820094"/>
          <a:ext cx="4573297" cy="1574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582" tIns="166582" rIns="166582" bIns="166582" numCol="1" spcCol="1270" anchor="ctr" anchorCtr="0">
          <a:noAutofit/>
        </a:bodyPr>
        <a:lstStyle/>
        <a:p>
          <a:pPr marL="0" lvl="0" indent="0" algn="l" defTabSz="1111250">
            <a:lnSpc>
              <a:spcPct val="100000"/>
            </a:lnSpc>
            <a:spcBef>
              <a:spcPct val="0"/>
            </a:spcBef>
            <a:spcAft>
              <a:spcPct val="35000"/>
            </a:spcAft>
            <a:buNone/>
          </a:pPr>
          <a:r>
            <a:rPr lang="en-US" sz="2500" b="0" i="0" kern="1200" dirty="0"/>
            <a:t>2- </a:t>
          </a:r>
          <a:r>
            <a:rPr lang="en-US" sz="2500" b="1" kern="1200" dirty="0"/>
            <a:t>Health Promotion &amp; Illness Prevention</a:t>
          </a:r>
          <a:endParaRPr lang="en-US" sz="2500" kern="1200" dirty="0"/>
        </a:p>
      </dsp:txBody>
      <dsp:txXfrm>
        <a:off x="1817977" y="2820094"/>
        <a:ext cx="4573297" cy="157400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C5103-50DB-4BF9-8491-95B170CB1318}">
      <dsp:nvSpPr>
        <dsp:cNvPr id="0" name=""/>
        <dsp:cNvSpPr/>
      </dsp:nvSpPr>
      <dsp:spPr>
        <a:xfrm>
          <a:off x="0" y="570626"/>
          <a:ext cx="6391275" cy="4891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F2B8AA-5FFD-431C-A192-71E16D4153D5}">
      <dsp:nvSpPr>
        <dsp:cNvPr id="0" name=""/>
        <dsp:cNvSpPr/>
      </dsp:nvSpPr>
      <dsp:spPr>
        <a:xfrm>
          <a:off x="147955" y="680676"/>
          <a:ext cx="269009" cy="269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59ED620-AA3F-4521-B627-FC1DBC0EF5E0}">
      <dsp:nvSpPr>
        <dsp:cNvPr id="0" name=""/>
        <dsp:cNvSpPr/>
      </dsp:nvSpPr>
      <dsp:spPr>
        <a:xfrm>
          <a:off x="564920" y="570626"/>
          <a:ext cx="5826354" cy="489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764" tIns="51764" rIns="51764" bIns="51764" numCol="1" spcCol="1270" anchor="ctr" anchorCtr="0">
          <a:noAutofit/>
        </a:bodyPr>
        <a:lstStyle/>
        <a:p>
          <a:pPr marL="0" lvl="0" indent="0" algn="l" defTabSz="889000">
            <a:lnSpc>
              <a:spcPct val="100000"/>
            </a:lnSpc>
            <a:spcBef>
              <a:spcPct val="0"/>
            </a:spcBef>
            <a:spcAft>
              <a:spcPct val="35000"/>
            </a:spcAft>
            <a:buNone/>
          </a:pPr>
          <a:r>
            <a:rPr lang="en-US" sz="2000" b="0" i="0" kern="1200" dirty="0"/>
            <a:t>1- </a:t>
          </a:r>
          <a:r>
            <a:rPr lang="en-US" sz="2000" b="1" kern="1200" dirty="0"/>
            <a:t>Family Education &amp; Anticipatory Guidance</a:t>
          </a:r>
          <a:endParaRPr lang="en-US" sz="2000" kern="1200" dirty="0"/>
        </a:p>
      </dsp:txBody>
      <dsp:txXfrm>
        <a:off x="564920" y="570626"/>
        <a:ext cx="5826354" cy="48910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C5103-50DB-4BF9-8491-95B170CB1318}">
      <dsp:nvSpPr>
        <dsp:cNvPr id="0" name=""/>
        <dsp:cNvSpPr/>
      </dsp:nvSpPr>
      <dsp:spPr>
        <a:xfrm>
          <a:off x="0" y="570626"/>
          <a:ext cx="6391275" cy="4891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F2B8AA-5FFD-431C-A192-71E16D4153D5}">
      <dsp:nvSpPr>
        <dsp:cNvPr id="0" name=""/>
        <dsp:cNvSpPr/>
      </dsp:nvSpPr>
      <dsp:spPr>
        <a:xfrm>
          <a:off x="147955" y="680676"/>
          <a:ext cx="269009" cy="269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59ED620-AA3F-4521-B627-FC1DBC0EF5E0}">
      <dsp:nvSpPr>
        <dsp:cNvPr id="0" name=""/>
        <dsp:cNvSpPr/>
      </dsp:nvSpPr>
      <dsp:spPr>
        <a:xfrm>
          <a:off x="564920" y="570626"/>
          <a:ext cx="5826354" cy="489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764" tIns="51764" rIns="51764" bIns="51764" numCol="1" spcCol="1270" anchor="ctr" anchorCtr="0">
          <a:noAutofit/>
        </a:bodyPr>
        <a:lstStyle/>
        <a:p>
          <a:pPr marL="0" lvl="0" indent="0" algn="l" defTabSz="1022350">
            <a:lnSpc>
              <a:spcPct val="100000"/>
            </a:lnSpc>
            <a:spcBef>
              <a:spcPct val="0"/>
            </a:spcBef>
            <a:spcAft>
              <a:spcPct val="35000"/>
            </a:spcAft>
            <a:buNone/>
          </a:pPr>
          <a:r>
            <a:rPr lang="en-US" sz="2300" b="0" i="0" kern="1200" dirty="0"/>
            <a:t>2- </a:t>
          </a:r>
          <a:r>
            <a:rPr lang="en-US" sz="2300" b="1" kern="1200" dirty="0"/>
            <a:t>Health Promotion &amp; Illness Prevention</a:t>
          </a:r>
          <a:endParaRPr lang="en-US" sz="2300" kern="1200" dirty="0"/>
        </a:p>
      </dsp:txBody>
      <dsp:txXfrm>
        <a:off x="564920" y="570626"/>
        <a:ext cx="5826354" cy="48910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9E08F5-A817-470D-BB7A-1271B05EE50B}">
      <dsp:nvSpPr>
        <dsp:cNvPr id="0" name=""/>
        <dsp:cNvSpPr/>
      </dsp:nvSpPr>
      <dsp:spPr>
        <a:xfrm>
          <a:off x="0" y="547687"/>
          <a:ext cx="10351246" cy="12144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34C01B-F10D-477A-B878-88C8561507FF}">
      <dsp:nvSpPr>
        <dsp:cNvPr id="0" name=""/>
        <dsp:cNvSpPr/>
      </dsp:nvSpPr>
      <dsp:spPr>
        <a:xfrm>
          <a:off x="367367" y="820935"/>
          <a:ext cx="667940" cy="6679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013DDC-18D3-46F4-A31B-7509F6C386CE}">
      <dsp:nvSpPr>
        <dsp:cNvPr id="0" name=""/>
        <dsp:cNvSpPr/>
      </dsp:nvSpPr>
      <dsp:spPr>
        <a:xfrm>
          <a:off x="1402675" y="547687"/>
          <a:ext cx="8948570" cy="1214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528" tIns="128528" rIns="128528" bIns="128528" numCol="1" spcCol="1270" anchor="ctr" anchorCtr="0">
          <a:noAutofit/>
        </a:bodyPr>
        <a:lstStyle/>
        <a:p>
          <a:pPr marL="0" lvl="0" indent="0" algn="l" defTabSz="800100">
            <a:lnSpc>
              <a:spcPct val="100000"/>
            </a:lnSpc>
            <a:spcBef>
              <a:spcPct val="0"/>
            </a:spcBef>
            <a:spcAft>
              <a:spcPct val="35000"/>
            </a:spcAft>
            <a:buNone/>
          </a:pPr>
          <a:r>
            <a:rPr lang="en-US" sz="1800" b="1" i="0" kern="1200" dirty="0">
              <a:solidFill>
                <a:schemeClr val="accent5">
                  <a:lumMod val="75000"/>
                </a:schemeClr>
              </a:solidFill>
            </a:rPr>
            <a:t>1- Informal approach</a:t>
          </a:r>
        </a:p>
        <a:p>
          <a:pPr marL="0" lvl="0" indent="0" algn="l" defTabSz="800100">
            <a:lnSpc>
              <a:spcPct val="100000"/>
            </a:lnSpc>
            <a:spcBef>
              <a:spcPct val="0"/>
            </a:spcBef>
            <a:spcAft>
              <a:spcPct val="35000"/>
            </a:spcAft>
            <a:buNone/>
          </a:pPr>
          <a:r>
            <a:rPr lang="en-US" sz="1600" b="0" i="0" kern="1200" dirty="0"/>
            <a:t>where the nurse relies on her or his acute observational skills for the assessment.</a:t>
          </a:r>
          <a:endParaRPr lang="en-US" sz="1600" kern="1200" dirty="0"/>
        </a:p>
      </dsp:txBody>
      <dsp:txXfrm>
        <a:off x="1402675" y="547687"/>
        <a:ext cx="8948570" cy="1214437"/>
      </dsp:txXfrm>
    </dsp:sp>
    <dsp:sp modelId="{5779195F-3D16-4879-9696-6BDE84B1A0E8}">
      <dsp:nvSpPr>
        <dsp:cNvPr id="0" name=""/>
        <dsp:cNvSpPr/>
      </dsp:nvSpPr>
      <dsp:spPr>
        <a:xfrm>
          <a:off x="0" y="2047875"/>
          <a:ext cx="10351246" cy="12144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9F76AF-85A7-4BB0-B8FC-7E673BDD1E58}">
      <dsp:nvSpPr>
        <dsp:cNvPr id="0" name=""/>
        <dsp:cNvSpPr/>
      </dsp:nvSpPr>
      <dsp:spPr>
        <a:xfrm>
          <a:off x="367367" y="2321123"/>
          <a:ext cx="667940" cy="6679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20D798-4333-47D5-B4A6-0799E2B79F97}">
      <dsp:nvSpPr>
        <dsp:cNvPr id="0" name=""/>
        <dsp:cNvSpPr/>
      </dsp:nvSpPr>
      <dsp:spPr>
        <a:xfrm>
          <a:off x="1402675" y="2047875"/>
          <a:ext cx="8948570" cy="1214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528" tIns="128528" rIns="128528" bIns="128528" numCol="1" spcCol="1270" anchor="ctr" anchorCtr="0">
          <a:noAutofit/>
        </a:bodyPr>
        <a:lstStyle/>
        <a:p>
          <a:pPr marL="0" lvl="0" indent="0" algn="l" defTabSz="889000">
            <a:lnSpc>
              <a:spcPct val="100000"/>
            </a:lnSpc>
            <a:spcBef>
              <a:spcPct val="0"/>
            </a:spcBef>
            <a:spcAft>
              <a:spcPct val="35000"/>
            </a:spcAft>
            <a:buNone/>
          </a:pPr>
          <a:r>
            <a:rPr lang="en-US" sz="2000" b="1" i="0" kern="1200" dirty="0">
              <a:solidFill>
                <a:schemeClr val="accent5">
                  <a:lumMod val="75000"/>
                </a:schemeClr>
              </a:solidFill>
            </a:rPr>
            <a:t>2- Formal approach</a:t>
          </a:r>
        </a:p>
        <a:p>
          <a:pPr marL="0" lvl="0" indent="0" algn="l" defTabSz="889000">
            <a:lnSpc>
              <a:spcPct val="100000"/>
            </a:lnSpc>
            <a:spcBef>
              <a:spcPct val="0"/>
            </a:spcBef>
            <a:spcAft>
              <a:spcPct val="35000"/>
            </a:spcAft>
            <a:buNone/>
          </a:pPr>
          <a:r>
            <a:rPr lang="en-US" sz="1700" b="0" i="0" kern="1200" dirty="0"/>
            <a:t>include specific questions and assessment tools such as questionnaires, tests, and/or charts/diagrams</a:t>
          </a:r>
          <a:endParaRPr lang="en-US" sz="1700" kern="1200" dirty="0"/>
        </a:p>
      </dsp:txBody>
      <dsp:txXfrm>
        <a:off x="1402675" y="2047875"/>
        <a:ext cx="8948570" cy="121443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259194-F021-4051-800D-E7602C6E053E}">
      <dsp:nvSpPr>
        <dsp:cNvPr id="0" name=""/>
        <dsp:cNvSpPr/>
      </dsp:nvSpPr>
      <dsp:spPr>
        <a:xfrm>
          <a:off x="0" y="461239"/>
          <a:ext cx="9144000" cy="7308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7D72D33-F046-41D3-A613-B129051FE1DF}">
      <dsp:nvSpPr>
        <dsp:cNvPr id="0" name=""/>
        <dsp:cNvSpPr/>
      </dsp:nvSpPr>
      <dsp:spPr>
        <a:xfrm>
          <a:off x="457200" y="33199"/>
          <a:ext cx="6400800" cy="8560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935" tIns="0" rIns="241935" bIns="0" numCol="1" spcCol="1270" anchor="ctr" anchorCtr="0">
          <a:noAutofit/>
        </a:bodyPr>
        <a:lstStyle/>
        <a:p>
          <a:pPr marL="0" lvl="0" indent="0" algn="l" defTabSz="1289050">
            <a:lnSpc>
              <a:spcPct val="90000"/>
            </a:lnSpc>
            <a:spcBef>
              <a:spcPct val="0"/>
            </a:spcBef>
            <a:spcAft>
              <a:spcPct val="35000"/>
            </a:spcAft>
            <a:buNone/>
          </a:pPr>
          <a:r>
            <a:rPr lang="en-US" sz="2900" kern="1200" dirty="0"/>
            <a:t>The Eco-Map</a:t>
          </a:r>
        </a:p>
      </dsp:txBody>
      <dsp:txXfrm>
        <a:off x="498990" y="74989"/>
        <a:ext cx="6317220" cy="772500"/>
      </dsp:txXfrm>
    </dsp:sp>
    <dsp:sp modelId="{DDDE538C-ABA2-4355-A7C7-0F982FAD460B}">
      <dsp:nvSpPr>
        <dsp:cNvPr id="0" name=""/>
        <dsp:cNvSpPr/>
      </dsp:nvSpPr>
      <dsp:spPr>
        <a:xfrm>
          <a:off x="0" y="1776679"/>
          <a:ext cx="9144000" cy="7308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B059B11-354D-407D-81CE-85615456F1B4}">
      <dsp:nvSpPr>
        <dsp:cNvPr id="0" name=""/>
        <dsp:cNvSpPr/>
      </dsp:nvSpPr>
      <dsp:spPr>
        <a:xfrm>
          <a:off x="457200" y="1348639"/>
          <a:ext cx="6400800" cy="8560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935" tIns="0" rIns="241935" bIns="0" numCol="1" spcCol="1270" anchor="ctr" anchorCtr="0">
          <a:noAutofit/>
        </a:bodyPr>
        <a:lstStyle/>
        <a:p>
          <a:pPr marL="0" lvl="0" indent="0" algn="l" defTabSz="1289050">
            <a:lnSpc>
              <a:spcPct val="90000"/>
            </a:lnSpc>
            <a:spcBef>
              <a:spcPct val="0"/>
            </a:spcBef>
            <a:spcAft>
              <a:spcPct val="35000"/>
            </a:spcAft>
            <a:buNone/>
          </a:pPr>
          <a:r>
            <a:rPr lang="en-US" sz="2900" kern="1200" dirty="0"/>
            <a:t>The Genogram</a:t>
          </a:r>
        </a:p>
      </dsp:txBody>
      <dsp:txXfrm>
        <a:off x="498990" y="1390429"/>
        <a:ext cx="6317220" cy="7725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1FF6E0-9B3B-4C0B-8926-845E381C0D27}">
      <dsp:nvSpPr>
        <dsp:cNvPr id="0" name=""/>
        <dsp:cNvSpPr/>
      </dsp:nvSpPr>
      <dsp:spPr>
        <a:xfrm>
          <a:off x="496107" y="1378315"/>
          <a:ext cx="804462" cy="8044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1585EA-4934-4BA0-9D93-C9DD1A7C6EF0}">
      <dsp:nvSpPr>
        <dsp:cNvPr id="0" name=""/>
        <dsp:cNvSpPr/>
      </dsp:nvSpPr>
      <dsp:spPr>
        <a:xfrm>
          <a:off x="4491" y="2455725"/>
          <a:ext cx="1787695" cy="71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kern="1200" dirty="0"/>
            <a:t>Focus on the family as a total unit. </a:t>
          </a:r>
          <a:endParaRPr lang="en-US" sz="1500" kern="1200" dirty="0"/>
        </a:p>
      </dsp:txBody>
      <dsp:txXfrm>
        <a:off x="4491" y="2455725"/>
        <a:ext cx="1787695" cy="715078"/>
      </dsp:txXfrm>
    </dsp:sp>
    <dsp:sp modelId="{C15C9A8B-383B-4A96-A90C-8F6EDA9EAF68}">
      <dsp:nvSpPr>
        <dsp:cNvPr id="0" name=""/>
        <dsp:cNvSpPr/>
      </dsp:nvSpPr>
      <dsp:spPr>
        <a:xfrm>
          <a:off x="2596649" y="1378315"/>
          <a:ext cx="804462" cy="8044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5F8652-00DE-485F-ACD0-0CD4442C0F1C}">
      <dsp:nvSpPr>
        <dsp:cNvPr id="0" name=""/>
        <dsp:cNvSpPr/>
      </dsp:nvSpPr>
      <dsp:spPr>
        <a:xfrm>
          <a:off x="2105033" y="2455725"/>
          <a:ext cx="1787695" cy="71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kern="1200" dirty="0"/>
            <a:t>Ask goal-directed questions. </a:t>
          </a:r>
          <a:endParaRPr lang="en-US" sz="1500" kern="1200" dirty="0"/>
        </a:p>
      </dsp:txBody>
      <dsp:txXfrm>
        <a:off x="2105033" y="2455725"/>
        <a:ext cx="1787695" cy="715078"/>
      </dsp:txXfrm>
    </dsp:sp>
    <dsp:sp modelId="{F2638FC7-3F9B-437B-9FF2-9E3F0CF33062}">
      <dsp:nvSpPr>
        <dsp:cNvPr id="0" name=""/>
        <dsp:cNvSpPr/>
      </dsp:nvSpPr>
      <dsp:spPr>
        <a:xfrm>
          <a:off x="4697191" y="1378315"/>
          <a:ext cx="804462" cy="8044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BD1C67-F52F-4C3D-A00B-89FAB47BC46A}">
      <dsp:nvSpPr>
        <dsp:cNvPr id="0" name=""/>
        <dsp:cNvSpPr/>
      </dsp:nvSpPr>
      <dsp:spPr>
        <a:xfrm>
          <a:off x="4205575" y="2455725"/>
          <a:ext cx="1787695" cy="71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kern="1200" dirty="0"/>
            <a:t>Collect data over time. </a:t>
          </a:r>
          <a:endParaRPr lang="en-US" sz="1500" kern="1200" dirty="0"/>
        </a:p>
      </dsp:txBody>
      <dsp:txXfrm>
        <a:off x="4205575" y="2455725"/>
        <a:ext cx="1787695" cy="715078"/>
      </dsp:txXfrm>
    </dsp:sp>
    <dsp:sp modelId="{D1F16322-959D-4BA0-8545-C9294D1C7D2B}">
      <dsp:nvSpPr>
        <dsp:cNvPr id="0" name=""/>
        <dsp:cNvSpPr/>
      </dsp:nvSpPr>
      <dsp:spPr>
        <a:xfrm>
          <a:off x="6797733" y="1378315"/>
          <a:ext cx="804462" cy="8044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539DF8-6B19-414D-A358-B4363F20C36A}">
      <dsp:nvSpPr>
        <dsp:cNvPr id="0" name=""/>
        <dsp:cNvSpPr/>
      </dsp:nvSpPr>
      <dsp:spPr>
        <a:xfrm>
          <a:off x="6306117" y="2455725"/>
          <a:ext cx="1787695" cy="71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kern="1200" dirty="0"/>
            <a:t>Combine quantitative and qualitative data. </a:t>
          </a:r>
          <a:endParaRPr lang="en-US" sz="1500" kern="1200" dirty="0"/>
        </a:p>
      </dsp:txBody>
      <dsp:txXfrm>
        <a:off x="6306117" y="2455725"/>
        <a:ext cx="1787695" cy="715078"/>
      </dsp:txXfrm>
    </dsp:sp>
    <dsp:sp modelId="{4111130E-02B5-4EAB-81C4-A5DC20725917}">
      <dsp:nvSpPr>
        <dsp:cNvPr id="0" name=""/>
        <dsp:cNvSpPr/>
      </dsp:nvSpPr>
      <dsp:spPr>
        <a:xfrm>
          <a:off x="8898275" y="1378315"/>
          <a:ext cx="804462" cy="8044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1B0037-8EE0-44A5-A3CC-57D493291C92}">
      <dsp:nvSpPr>
        <dsp:cNvPr id="0" name=""/>
        <dsp:cNvSpPr/>
      </dsp:nvSpPr>
      <dsp:spPr>
        <a:xfrm>
          <a:off x="8406659" y="2455725"/>
          <a:ext cx="1787695" cy="71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kern="1200" dirty="0"/>
            <a:t>Exercise professional judgment.</a:t>
          </a:r>
          <a:endParaRPr lang="en-US" sz="1500" kern="1200" dirty="0"/>
        </a:p>
      </dsp:txBody>
      <dsp:txXfrm>
        <a:off x="8406659" y="2455725"/>
        <a:ext cx="1787695" cy="71507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9350F-BD0D-476E-BFA4-87E845575AC5}">
      <dsp:nvSpPr>
        <dsp:cNvPr id="0" name=""/>
        <dsp:cNvSpPr/>
      </dsp:nvSpPr>
      <dsp:spPr>
        <a:xfrm>
          <a:off x="68369" y="662"/>
          <a:ext cx="4611368" cy="292821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6AC1C6-8A0C-4EA6-AC57-485B5AB1FF0D}">
      <dsp:nvSpPr>
        <dsp:cNvPr id="0" name=""/>
        <dsp:cNvSpPr/>
      </dsp:nvSpPr>
      <dsp:spPr>
        <a:xfrm>
          <a:off x="580744" y="487418"/>
          <a:ext cx="4611368" cy="292821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just" defTabSz="889000">
            <a:lnSpc>
              <a:spcPct val="150000"/>
            </a:lnSpc>
            <a:spcBef>
              <a:spcPct val="0"/>
            </a:spcBef>
            <a:spcAft>
              <a:spcPct val="35000"/>
            </a:spcAft>
            <a:buNone/>
          </a:pPr>
          <a:r>
            <a:rPr lang="en-US" sz="2000" b="0" i="0" kern="1200" dirty="0"/>
            <a:t>During the family diagnosis process, the CH nurse recognizes patterns, behaviors, and/or seen/unseen routines from the collected information during the assessment. </a:t>
          </a:r>
          <a:endParaRPr lang="en-US" sz="2000" kern="1200" dirty="0"/>
        </a:p>
      </dsp:txBody>
      <dsp:txXfrm>
        <a:off x="666509" y="573183"/>
        <a:ext cx="4439838" cy="2756689"/>
      </dsp:txXfrm>
    </dsp:sp>
    <dsp:sp modelId="{05A627A7-1623-4B0C-8CF6-795D9BF53702}">
      <dsp:nvSpPr>
        <dsp:cNvPr id="0" name=""/>
        <dsp:cNvSpPr/>
      </dsp:nvSpPr>
      <dsp:spPr>
        <a:xfrm>
          <a:off x="5704487" y="662"/>
          <a:ext cx="4611368" cy="292821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C16F81-82BA-4DA6-8E49-D9D0CC820BA5}">
      <dsp:nvSpPr>
        <dsp:cNvPr id="0" name=""/>
        <dsp:cNvSpPr/>
      </dsp:nvSpPr>
      <dsp:spPr>
        <a:xfrm>
          <a:off x="6216861" y="487418"/>
          <a:ext cx="4611368" cy="292821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just" defTabSz="889000">
            <a:lnSpc>
              <a:spcPct val="150000"/>
            </a:lnSpc>
            <a:spcBef>
              <a:spcPct val="0"/>
            </a:spcBef>
            <a:spcAft>
              <a:spcPct val="35000"/>
            </a:spcAft>
            <a:buNone/>
          </a:pPr>
          <a:r>
            <a:rPr lang="en-US" sz="2000" b="0" i="0" kern="1200" dirty="0"/>
            <a:t>This step involves identifying issues, risks concerns, and problems that can negatively alter the health of the family.</a:t>
          </a:r>
          <a:endParaRPr lang="en-US" sz="2000" kern="1200" dirty="0"/>
        </a:p>
      </dsp:txBody>
      <dsp:txXfrm>
        <a:off x="6302626" y="573183"/>
        <a:ext cx="4439838" cy="275668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470F08-F1E7-4890-9511-0A945B52877C}">
      <dsp:nvSpPr>
        <dsp:cNvPr id="0" name=""/>
        <dsp:cNvSpPr/>
      </dsp:nvSpPr>
      <dsp:spPr>
        <a:xfrm>
          <a:off x="0" y="309280"/>
          <a:ext cx="8825659" cy="8634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PH" sz="3600" b="0" i="0" kern="1200" dirty="0"/>
            <a:t>Family assessment is made</a:t>
          </a:r>
          <a:endParaRPr lang="en-US" sz="3600" kern="1200" dirty="0"/>
        </a:p>
      </dsp:txBody>
      <dsp:txXfrm>
        <a:off x="42151" y="351431"/>
        <a:ext cx="8741357" cy="779158"/>
      </dsp:txXfrm>
    </dsp:sp>
    <dsp:sp modelId="{12C7DEF1-99B4-45BB-86B9-F2C3B4AEEB4A}">
      <dsp:nvSpPr>
        <dsp:cNvPr id="0" name=""/>
        <dsp:cNvSpPr/>
      </dsp:nvSpPr>
      <dsp:spPr>
        <a:xfrm>
          <a:off x="0" y="1276420"/>
          <a:ext cx="8825659" cy="8634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PH" sz="3600" b="0" i="0" kern="1200"/>
            <a:t>Data is analyzed in a systematic way.</a:t>
          </a:r>
          <a:endParaRPr lang="en-US" sz="3600" kern="1200"/>
        </a:p>
      </dsp:txBody>
      <dsp:txXfrm>
        <a:off x="42151" y="1318571"/>
        <a:ext cx="8741357" cy="779158"/>
      </dsp:txXfrm>
    </dsp:sp>
    <dsp:sp modelId="{C165A566-DC79-4B4F-A2A5-68C4AD4D346C}">
      <dsp:nvSpPr>
        <dsp:cNvPr id="0" name=""/>
        <dsp:cNvSpPr/>
      </dsp:nvSpPr>
      <dsp:spPr>
        <a:xfrm>
          <a:off x="0" y="2243560"/>
          <a:ext cx="8825659" cy="8634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PH" sz="3600" b="0" i="0" kern="1200"/>
            <a:t>Priorities are determined.</a:t>
          </a:r>
          <a:endParaRPr lang="en-US" sz="3600" kern="1200"/>
        </a:p>
      </dsp:txBody>
      <dsp:txXfrm>
        <a:off x="42151" y="2285711"/>
        <a:ext cx="8741357" cy="77915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C9D5CA-3B59-489E-A824-1DE9C8E70E3B}">
      <dsp:nvSpPr>
        <dsp:cNvPr id="0" name=""/>
        <dsp:cNvSpPr/>
      </dsp:nvSpPr>
      <dsp:spPr>
        <a:xfrm>
          <a:off x="927600" y="922368"/>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320C82-9A4B-41F7-929D-90B8A2F61F98}">
      <dsp:nvSpPr>
        <dsp:cNvPr id="0" name=""/>
        <dsp:cNvSpPr/>
      </dsp:nvSpPr>
      <dsp:spPr>
        <a:xfrm>
          <a:off x="432600" y="200253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PH" sz="1200" b="0" i="0" kern="1200" dirty="0"/>
            <a:t>Growth and development</a:t>
          </a:r>
          <a:endParaRPr lang="en-US" sz="1200" kern="1200" dirty="0"/>
        </a:p>
      </dsp:txBody>
      <dsp:txXfrm>
        <a:off x="432600" y="2002531"/>
        <a:ext cx="1800000" cy="720000"/>
      </dsp:txXfrm>
    </dsp:sp>
    <dsp:sp modelId="{0F0955B3-D5E1-40CF-8234-622B7CF1A981}">
      <dsp:nvSpPr>
        <dsp:cNvPr id="0" name=""/>
        <dsp:cNvSpPr/>
      </dsp:nvSpPr>
      <dsp:spPr>
        <a:xfrm>
          <a:off x="3042600" y="922368"/>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65FA4E-1AD9-4261-B577-BF2C7F5D3677}">
      <dsp:nvSpPr>
        <dsp:cNvPr id="0" name=""/>
        <dsp:cNvSpPr/>
      </dsp:nvSpPr>
      <dsp:spPr>
        <a:xfrm>
          <a:off x="2547600" y="200253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PH" sz="1200" b="0" i="0" kern="1200" dirty="0"/>
            <a:t>Coping with losses and illness</a:t>
          </a:r>
          <a:endParaRPr lang="en-US" sz="1200" kern="1200" dirty="0"/>
        </a:p>
      </dsp:txBody>
      <dsp:txXfrm>
        <a:off x="2547600" y="2002531"/>
        <a:ext cx="1800000" cy="720000"/>
      </dsp:txXfrm>
    </dsp:sp>
    <dsp:sp modelId="{83E820E8-504A-4ABD-9902-F174AF5042E5}">
      <dsp:nvSpPr>
        <dsp:cNvPr id="0" name=""/>
        <dsp:cNvSpPr/>
      </dsp:nvSpPr>
      <dsp:spPr>
        <a:xfrm>
          <a:off x="5157600" y="922368"/>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5D4E5C-0CFF-444C-9DB5-31D035A63878}">
      <dsp:nvSpPr>
        <dsp:cNvPr id="0" name=""/>
        <dsp:cNvSpPr/>
      </dsp:nvSpPr>
      <dsp:spPr>
        <a:xfrm>
          <a:off x="4662600" y="200253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PH" sz="1200" b="0" i="0" kern="1200" dirty="0"/>
            <a:t>Adapting to the demands of modifying the environment</a:t>
          </a:r>
          <a:endParaRPr lang="en-US" sz="1200" kern="1200" dirty="0"/>
        </a:p>
      </dsp:txBody>
      <dsp:txXfrm>
        <a:off x="4662600" y="2002531"/>
        <a:ext cx="1800000" cy="720000"/>
      </dsp:txXfrm>
    </dsp:sp>
    <dsp:sp modelId="{49EB3A21-392C-4C46-832B-0CCF5D0257DF}">
      <dsp:nvSpPr>
        <dsp:cNvPr id="0" name=""/>
        <dsp:cNvSpPr/>
      </dsp:nvSpPr>
      <dsp:spPr>
        <a:xfrm>
          <a:off x="7272600" y="922368"/>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B0EBDD-8132-4481-811F-9AE0CAD9FE1D}">
      <dsp:nvSpPr>
        <dsp:cNvPr id="0" name=""/>
        <dsp:cNvSpPr/>
      </dsp:nvSpPr>
      <dsp:spPr>
        <a:xfrm>
          <a:off x="6777600" y="200253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PH" sz="1200" b="0" i="0" kern="1200" dirty="0"/>
            <a:t>Strengthening inadequate resources and support</a:t>
          </a:r>
          <a:endParaRPr lang="en-US" sz="1200" kern="1200" dirty="0"/>
        </a:p>
      </dsp:txBody>
      <dsp:txXfrm>
        <a:off x="6777600" y="2002531"/>
        <a:ext cx="1800000" cy="720000"/>
      </dsp:txXfrm>
    </dsp:sp>
    <dsp:sp modelId="{D92E6631-A6C9-49BC-9BC6-078F3806E07C}">
      <dsp:nvSpPr>
        <dsp:cNvPr id="0" name=""/>
        <dsp:cNvSpPr/>
      </dsp:nvSpPr>
      <dsp:spPr>
        <a:xfrm>
          <a:off x="9387600" y="922368"/>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EFB5FF-5DB1-4379-9B8D-7AD0B23F24C6}">
      <dsp:nvSpPr>
        <dsp:cNvPr id="0" name=""/>
        <dsp:cNvSpPr/>
      </dsp:nvSpPr>
      <dsp:spPr>
        <a:xfrm>
          <a:off x="8892600" y="200253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PH" sz="1200" b="0" i="0" kern="1200" dirty="0"/>
            <a:t>Dealing with disturbances in internal dynamics.</a:t>
          </a:r>
          <a:endParaRPr lang="en-US" sz="1200" kern="1200" dirty="0"/>
        </a:p>
      </dsp:txBody>
      <dsp:txXfrm>
        <a:off x="8892600" y="2002531"/>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1A79809-9AEA-B475-6128-5382821DC2C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E01B1F1B-AC3C-2BE3-6CA2-EF754FBE18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C32DB0E7-A8EB-4D14-95A9-0D74AD3404BD}" type="datetimeFigureOut">
              <a:rPr lang="en-US"/>
              <a:pPr>
                <a:defRPr/>
              </a:pPr>
              <a:t>9/7/2026</a:t>
            </a:fld>
            <a:endParaRPr lang="en-US"/>
          </a:p>
        </p:txBody>
      </p:sp>
      <p:sp>
        <p:nvSpPr>
          <p:cNvPr id="4" name="Slide Image Placeholder 3">
            <a:extLst>
              <a:ext uri="{FF2B5EF4-FFF2-40B4-BE49-F238E27FC236}">
                <a16:creationId xmlns:a16="http://schemas.microsoft.com/office/drawing/2014/main" id="{378C917F-9FB9-B715-45FD-8BC7EA074694}"/>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0E96B606-B2C1-2677-8C34-801201E7DD7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EBCB0509-EFF4-86E0-752B-15FC2F4F55F5}"/>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E75168B3-199F-96D9-2233-CFD3A1C0987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4B6DFFBB-3118-4872-BB97-25B81BE409B2}"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2</a:t>
            </a:fld>
            <a:endParaRPr lang="en-US"/>
          </a:p>
        </p:txBody>
      </p:sp>
    </p:spTree>
    <p:extLst>
      <p:ext uri="{BB962C8B-B14F-4D97-AF65-F5344CB8AC3E}">
        <p14:creationId xmlns:p14="http://schemas.microsoft.com/office/powerpoint/2010/main" val="1430515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3</a:t>
            </a:fld>
            <a:endParaRPr lang="en-US"/>
          </a:p>
        </p:txBody>
      </p:sp>
    </p:spTree>
    <p:extLst>
      <p:ext uri="{BB962C8B-B14F-4D97-AF65-F5344CB8AC3E}">
        <p14:creationId xmlns:p14="http://schemas.microsoft.com/office/powerpoint/2010/main" val="2284585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4</a:t>
            </a:fld>
            <a:endParaRPr lang="en-US"/>
          </a:p>
        </p:txBody>
      </p:sp>
    </p:spTree>
    <p:extLst>
      <p:ext uri="{BB962C8B-B14F-4D97-AF65-F5344CB8AC3E}">
        <p14:creationId xmlns:p14="http://schemas.microsoft.com/office/powerpoint/2010/main" val="1825078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5</a:t>
            </a:fld>
            <a:endParaRPr lang="en-US"/>
          </a:p>
        </p:txBody>
      </p:sp>
    </p:spTree>
    <p:extLst>
      <p:ext uri="{BB962C8B-B14F-4D97-AF65-F5344CB8AC3E}">
        <p14:creationId xmlns:p14="http://schemas.microsoft.com/office/powerpoint/2010/main" val="1679475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1929216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7</a:t>
            </a:fld>
            <a:endParaRPr lang="en-US"/>
          </a:p>
        </p:txBody>
      </p:sp>
    </p:spTree>
    <p:extLst>
      <p:ext uri="{BB962C8B-B14F-4D97-AF65-F5344CB8AC3E}">
        <p14:creationId xmlns:p14="http://schemas.microsoft.com/office/powerpoint/2010/main" val="1820374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CED62-2465-5F2C-102D-128FB1423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B240B6-0B26-A2BF-C82F-334004E5A27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2173C2B-9C43-0520-C50D-F33DC4E3AC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F548C3-648B-FA88-246F-F7F650658CA7}"/>
              </a:ext>
            </a:extLst>
          </p:cNvPr>
          <p:cNvSpPr>
            <a:spLocks noGrp="1"/>
          </p:cNvSpPr>
          <p:nvPr>
            <p:ph type="sldNum" sz="quarter" idx="5"/>
          </p:nvPr>
        </p:nvSpPr>
        <p:spPr/>
        <p:txBody>
          <a:bodyPr/>
          <a:lstStyle/>
          <a:p>
            <a:pPr>
              <a:defRPr/>
            </a:pPr>
            <a:fld id="{4B6DFFBB-3118-4872-BB97-25B81BE409B2}" type="slidenum">
              <a:rPr lang="en-US" smtClean="0"/>
              <a:pPr>
                <a:defRPr/>
              </a:pPr>
              <a:t>8</a:t>
            </a:fld>
            <a:endParaRPr lang="en-US"/>
          </a:p>
        </p:txBody>
      </p:sp>
    </p:spTree>
    <p:extLst>
      <p:ext uri="{BB962C8B-B14F-4D97-AF65-F5344CB8AC3E}">
        <p14:creationId xmlns:p14="http://schemas.microsoft.com/office/powerpoint/2010/main" val="2360934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11</a:t>
            </a:fld>
            <a:endParaRPr lang="en-US"/>
          </a:p>
        </p:txBody>
      </p:sp>
    </p:spTree>
    <p:extLst>
      <p:ext uri="{BB962C8B-B14F-4D97-AF65-F5344CB8AC3E}">
        <p14:creationId xmlns:p14="http://schemas.microsoft.com/office/powerpoint/2010/main" val="596645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12</a:t>
            </a:fld>
            <a:endParaRPr lang="en-US"/>
          </a:p>
        </p:txBody>
      </p:sp>
    </p:spTree>
    <p:extLst>
      <p:ext uri="{BB962C8B-B14F-4D97-AF65-F5344CB8AC3E}">
        <p14:creationId xmlns:p14="http://schemas.microsoft.com/office/powerpoint/2010/main" val="3852939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13</a:t>
            </a:fld>
            <a:endParaRPr lang="en-US"/>
          </a:p>
        </p:txBody>
      </p:sp>
    </p:spTree>
    <p:extLst>
      <p:ext uri="{BB962C8B-B14F-4D97-AF65-F5344CB8AC3E}">
        <p14:creationId xmlns:p14="http://schemas.microsoft.com/office/powerpoint/2010/main" val="35701246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3925851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2842214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16</a:t>
            </a:fld>
            <a:endParaRPr lang="en-US"/>
          </a:p>
        </p:txBody>
      </p:sp>
    </p:spTree>
    <p:extLst>
      <p:ext uri="{BB962C8B-B14F-4D97-AF65-F5344CB8AC3E}">
        <p14:creationId xmlns:p14="http://schemas.microsoft.com/office/powerpoint/2010/main" val="7067637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19</a:t>
            </a:fld>
            <a:endParaRPr lang="en-US"/>
          </a:p>
        </p:txBody>
      </p:sp>
    </p:spTree>
    <p:extLst>
      <p:ext uri="{BB962C8B-B14F-4D97-AF65-F5344CB8AC3E}">
        <p14:creationId xmlns:p14="http://schemas.microsoft.com/office/powerpoint/2010/main" val="36890651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2A81B-D712-666A-F1F2-65D89521E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FD0437-2EAD-BDC4-6B67-EA38F6C04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BC12CC-9514-54EB-8A55-F61295EFE5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8EB855-1EEE-DB1B-658D-159DD24F7731}"/>
              </a:ext>
            </a:extLst>
          </p:cNvPr>
          <p:cNvSpPr>
            <a:spLocks noGrp="1"/>
          </p:cNvSpPr>
          <p:nvPr>
            <p:ph type="sldNum" sz="quarter" idx="5"/>
          </p:nvPr>
        </p:nvSpPr>
        <p:spPr/>
        <p:txBody>
          <a:bodyPr/>
          <a:lstStyle/>
          <a:p>
            <a:pPr>
              <a:defRPr/>
            </a:pPr>
            <a:fld id="{4B6DFFBB-3118-4872-BB97-25B81BE409B2}" type="slidenum">
              <a:rPr lang="en-US" smtClean="0"/>
              <a:pPr>
                <a:defRPr/>
              </a:pPr>
              <a:t>20</a:t>
            </a:fld>
            <a:endParaRPr lang="en-US"/>
          </a:p>
        </p:txBody>
      </p:sp>
    </p:spTree>
    <p:extLst>
      <p:ext uri="{BB962C8B-B14F-4D97-AF65-F5344CB8AC3E}">
        <p14:creationId xmlns:p14="http://schemas.microsoft.com/office/powerpoint/2010/main" val="2213021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A442B-8443-23AF-3F89-ED9B75315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70E8D-81C4-E8D1-9638-02D9D37058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C262CD-C810-2E81-67BC-E831CC5985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A94A62-8457-63D6-C02D-93B141D9C8A7}"/>
              </a:ext>
            </a:extLst>
          </p:cNvPr>
          <p:cNvSpPr>
            <a:spLocks noGrp="1"/>
          </p:cNvSpPr>
          <p:nvPr>
            <p:ph type="sldNum" sz="quarter" idx="5"/>
          </p:nvPr>
        </p:nvSpPr>
        <p:spPr/>
        <p:txBody>
          <a:bodyPr/>
          <a:lstStyle/>
          <a:p>
            <a:pPr>
              <a:defRPr/>
            </a:pPr>
            <a:fld id="{4B6DFFBB-3118-4872-BB97-25B81BE409B2}" type="slidenum">
              <a:rPr lang="en-US" smtClean="0"/>
              <a:pPr>
                <a:defRPr/>
              </a:pPr>
              <a:t>21</a:t>
            </a:fld>
            <a:endParaRPr lang="en-US"/>
          </a:p>
        </p:txBody>
      </p:sp>
    </p:spTree>
    <p:extLst>
      <p:ext uri="{BB962C8B-B14F-4D97-AF65-F5344CB8AC3E}">
        <p14:creationId xmlns:p14="http://schemas.microsoft.com/office/powerpoint/2010/main" val="17343535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22666259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29846928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1180734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63C5A-B525-7B46-2581-CA112C7C2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8DE7E8-C674-DE70-A4A7-AFF94715082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5161C93-6CDA-BBB1-9B2D-B6B5B4BC3F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F59E98-F381-8C04-D846-D05B7641C873}"/>
              </a:ext>
            </a:extLst>
          </p:cNvPr>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4151114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D8AD1-E86B-5974-E747-8548D153D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39DC48-D240-E2C8-F90F-8F99150EB74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1B21475-3A38-A55F-C18D-4EFCB8615E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AAC4B3-C105-8E75-EEA6-E31B7023D16A}"/>
              </a:ext>
            </a:extLst>
          </p:cNvPr>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16946576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60529-4CFC-1B86-D051-D2FD8AD4A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65C83-6CA8-F609-B1D6-B4569D38DAF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EC19B0C-BCBF-3A84-E14D-C4BCD9018C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E0F933-7CEE-2B6C-B0F4-3728B7310537}"/>
              </a:ext>
            </a:extLst>
          </p:cNvPr>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5765024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A1CF9-878D-C7AE-A039-5EE554F86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ECA63-CBB3-4F22-4A6D-7BD0A5DA6E0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E837BE7-E566-3C83-20DD-807C14E0CB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EA2B9-C965-C94F-3647-7644C38F0CD2}"/>
              </a:ext>
            </a:extLst>
          </p:cNvPr>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28049809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27E0A-497C-9F5C-5451-3476AA7E1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155F7E-172B-8FA9-119D-B21EA9C53FC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39496A7-D4D4-217E-6AB3-08791DDC2C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C6D39A-0E68-E240-D2EF-5D2967846811}"/>
              </a:ext>
            </a:extLst>
          </p:cNvPr>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12196086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581BA-FD22-E704-BCB9-1AE87ED33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7C8C4-FCDC-FCED-B16F-79F2E0852BC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6D6C352-97AC-C31B-29E3-AD1356CE6C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D3B502-A4F8-CE15-CC57-772E0FF7B8F3}"/>
              </a:ext>
            </a:extLst>
          </p:cNvPr>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28147725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09E45-3559-ABBE-606E-D3772594E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5283D-DDA4-60E4-A3DF-3806DE4C345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DA9C470-D103-FC2E-A442-FF6A9FAB97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C1B8A6-1FA0-119C-D5A1-AED3D1BA49E0}"/>
              </a:ext>
            </a:extLst>
          </p:cNvPr>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39900160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33</a:t>
            </a:fld>
            <a:endParaRPr lang="en-US"/>
          </a:p>
        </p:txBody>
      </p:sp>
    </p:spTree>
    <p:extLst>
      <p:ext uri="{BB962C8B-B14F-4D97-AF65-F5344CB8AC3E}">
        <p14:creationId xmlns:p14="http://schemas.microsoft.com/office/powerpoint/2010/main" val="11069350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34</a:t>
            </a:fld>
            <a:endParaRPr lang="en-US"/>
          </a:p>
        </p:txBody>
      </p:sp>
    </p:spTree>
    <p:extLst>
      <p:ext uri="{BB962C8B-B14F-4D97-AF65-F5344CB8AC3E}">
        <p14:creationId xmlns:p14="http://schemas.microsoft.com/office/powerpoint/2010/main" val="24755885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6EB30-F696-D955-52E3-DB0A74C31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A87E3-5EB4-FCB6-5EEA-FC9433E741F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B000F82-C19F-02F5-8615-B3D31FB613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47BF6A-3D9B-3240-0BA6-6EAD2BB31BBF}"/>
              </a:ext>
            </a:extLst>
          </p:cNvPr>
          <p:cNvSpPr>
            <a:spLocks noGrp="1"/>
          </p:cNvSpPr>
          <p:nvPr>
            <p:ph type="sldNum" sz="quarter" idx="5"/>
          </p:nvPr>
        </p:nvSpPr>
        <p:spPr/>
        <p:txBody>
          <a:bodyPr/>
          <a:lstStyle/>
          <a:p>
            <a:pPr>
              <a:defRPr/>
            </a:pPr>
            <a:fld id="{4B6DFFBB-3118-4872-BB97-25B81BE409B2}" type="slidenum">
              <a:rPr lang="en-US" smtClean="0"/>
              <a:pPr>
                <a:defRPr/>
              </a:pPr>
              <a:t>35</a:t>
            </a:fld>
            <a:endParaRPr lang="en-US"/>
          </a:p>
        </p:txBody>
      </p:sp>
    </p:spTree>
    <p:extLst>
      <p:ext uri="{BB962C8B-B14F-4D97-AF65-F5344CB8AC3E}">
        <p14:creationId xmlns:p14="http://schemas.microsoft.com/office/powerpoint/2010/main" val="1494229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2E8BC-967D-FF06-F840-8EC1F82AF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4E0BD-7E8E-B82F-C735-C038D15382C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BC89C68-0BB6-878A-D6B1-C14C93AA4D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B6B32E-81EC-DEBE-070D-14FBE211FCA8}"/>
              </a:ext>
            </a:extLst>
          </p:cNvPr>
          <p:cNvSpPr>
            <a:spLocks noGrp="1"/>
          </p:cNvSpPr>
          <p:nvPr>
            <p:ph type="sldNum" sz="quarter" idx="5"/>
          </p:nvPr>
        </p:nvSpPr>
        <p:spPr/>
        <p:txBody>
          <a:bodyPr/>
          <a:lstStyle/>
          <a:p>
            <a:pPr>
              <a:defRPr/>
            </a:pPr>
            <a:fld id="{4B6DFFBB-3118-4872-BB97-25B81BE409B2}" type="slidenum">
              <a:rPr lang="en-US" smtClean="0"/>
              <a:pPr>
                <a:defRPr/>
              </a:pPr>
              <a:t>36</a:t>
            </a:fld>
            <a:endParaRPr lang="en-US"/>
          </a:p>
        </p:txBody>
      </p:sp>
    </p:spTree>
    <p:extLst>
      <p:ext uri="{BB962C8B-B14F-4D97-AF65-F5344CB8AC3E}">
        <p14:creationId xmlns:p14="http://schemas.microsoft.com/office/powerpoint/2010/main" val="14605230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39</a:t>
            </a:fld>
            <a:endParaRPr lang="en-US"/>
          </a:p>
        </p:txBody>
      </p:sp>
    </p:spTree>
    <p:extLst>
      <p:ext uri="{BB962C8B-B14F-4D97-AF65-F5344CB8AC3E}">
        <p14:creationId xmlns:p14="http://schemas.microsoft.com/office/powerpoint/2010/main" val="9853248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40</a:t>
            </a:fld>
            <a:endParaRPr lang="en-US"/>
          </a:p>
        </p:txBody>
      </p:sp>
    </p:spTree>
    <p:extLst>
      <p:ext uri="{BB962C8B-B14F-4D97-AF65-F5344CB8AC3E}">
        <p14:creationId xmlns:p14="http://schemas.microsoft.com/office/powerpoint/2010/main" val="42624263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4B6DFFBB-3118-4872-BB97-25B81BE409B2}" type="slidenum">
              <a:rPr kumimoji="0" lang="en-US"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457200" rtl="0" eaLnBrk="0" fontAlgn="base" latinLnBrk="0" hangingPunct="0">
                <a:lnSpc>
                  <a:spcPct val="100000"/>
                </a:lnSpc>
                <a:spcBef>
                  <a:spcPct val="0"/>
                </a:spcBef>
                <a:spcAft>
                  <a:spcPct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4627470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42</a:t>
            </a:fld>
            <a:endParaRPr lang="en-US"/>
          </a:p>
        </p:txBody>
      </p:sp>
    </p:spTree>
    <p:extLst>
      <p:ext uri="{BB962C8B-B14F-4D97-AF65-F5344CB8AC3E}">
        <p14:creationId xmlns:p14="http://schemas.microsoft.com/office/powerpoint/2010/main" val="25003814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44</a:t>
            </a:fld>
            <a:endParaRPr lang="en-US"/>
          </a:p>
        </p:txBody>
      </p:sp>
    </p:spTree>
    <p:extLst>
      <p:ext uri="{BB962C8B-B14F-4D97-AF65-F5344CB8AC3E}">
        <p14:creationId xmlns:p14="http://schemas.microsoft.com/office/powerpoint/2010/main" val="23810524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228600" indent="-228600">
              <a:buAutoNum type="alphaLcPeriod"/>
            </a:pPr>
            <a:endParaRPr lang="ar-BH"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46</a:t>
            </a:fld>
            <a:endParaRPr lang="en-US"/>
          </a:p>
        </p:txBody>
      </p:sp>
    </p:spTree>
    <p:extLst>
      <p:ext uri="{BB962C8B-B14F-4D97-AF65-F5344CB8AC3E}">
        <p14:creationId xmlns:p14="http://schemas.microsoft.com/office/powerpoint/2010/main" val="12043857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47</a:t>
            </a:fld>
            <a:endParaRPr lang="en-US"/>
          </a:p>
        </p:txBody>
      </p:sp>
    </p:spTree>
    <p:extLst>
      <p:ext uri="{BB962C8B-B14F-4D97-AF65-F5344CB8AC3E}">
        <p14:creationId xmlns:p14="http://schemas.microsoft.com/office/powerpoint/2010/main" val="9593905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ar-BH" b="1"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50</a:t>
            </a:fld>
            <a:endParaRPr lang="en-US"/>
          </a:p>
        </p:txBody>
      </p:sp>
    </p:spTree>
    <p:extLst>
      <p:ext uri="{BB962C8B-B14F-4D97-AF65-F5344CB8AC3E}">
        <p14:creationId xmlns:p14="http://schemas.microsoft.com/office/powerpoint/2010/main" val="7022129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B6DFFBB-3118-4872-BB97-25B81BE409B2}" type="slidenum">
              <a:rPr lang="en-US" smtClean="0"/>
              <a:pPr>
                <a:defRPr/>
              </a:pPr>
              <a:t>61</a:t>
            </a:fld>
            <a:endParaRPr lang="en-US"/>
          </a:p>
        </p:txBody>
      </p:sp>
    </p:spTree>
    <p:extLst>
      <p:ext uri="{BB962C8B-B14F-4D97-AF65-F5344CB8AC3E}">
        <p14:creationId xmlns:p14="http://schemas.microsoft.com/office/powerpoint/2010/main" val="3444494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5" descr="ppt_opene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381000"/>
            <a:ext cx="12192000"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1265" name="Rectangle 17"/>
          <p:cNvSpPr>
            <a:spLocks noGrp="1" noChangeArrowheads="1"/>
          </p:cNvSpPr>
          <p:nvPr>
            <p:ph type="ctrTitle"/>
          </p:nvPr>
        </p:nvSpPr>
        <p:spPr>
          <a:xfrm>
            <a:off x="1631951" y="4174677"/>
            <a:ext cx="8923867" cy="387798"/>
          </a:xfrm>
          <a:effectLst/>
        </p:spPr>
        <p:txBody>
          <a:bodyPr anchorCtr="1"/>
          <a:lstStyle>
            <a:lvl1pPr algn="ctr">
              <a:defRPr/>
            </a:lvl1pPr>
          </a:lstStyle>
          <a:p>
            <a:r>
              <a:rPr lang="en-US"/>
              <a:t>Click to edit Master title style</a:t>
            </a:r>
          </a:p>
        </p:txBody>
      </p:sp>
      <p:sp>
        <p:nvSpPr>
          <p:cNvPr id="181266" name="Rectangle 18"/>
          <p:cNvSpPr>
            <a:spLocks noGrp="1" noChangeArrowheads="1"/>
          </p:cNvSpPr>
          <p:nvPr>
            <p:ph type="subTitle" idx="1"/>
          </p:nvPr>
        </p:nvSpPr>
        <p:spPr>
          <a:xfrm>
            <a:off x="1828800" y="5307013"/>
            <a:ext cx="8534400" cy="533400"/>
          </a:xfrm>
        </p:spPr>
        <p:txBody>
          <a:bodyPr lIns="91440" tIns="45720" rIns="91440" bIns="45720"/>
          <a:lstStyle>
            <a:lvl1pPr marL="0" indent="0" algn="ctr">
              <a:buFontTx/>
              <a:buNone/>
              <a:defRPr sz="1800"/>
            </a:lvl1pPr>
          </a:lstStyle>
          <a:p>
            <a:r>
              <a:rPr lang="en-US"/>
              <a:t>Click to edit Master subtitle style</a:t>
            </a:r>
          </a:p>
        </p:txBody>
      </p:sp>
    </p:spTree>
    <p:extLst>
      <p:ext uri="{BB962C8B-B14F-4D97-AF65-F5344CB8AC3E}">
        <p14:creationId xmlns:p14="http://schemas.microsoft.com/office/powerpoint/2010/main" val="1037445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417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10799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260284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0267" y="2346326"/>
            <a:ext cx="5640917" cy="3686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84385" y="2346326"/>
            <a:ext cx="5640916" cy="3686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0783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1029840"/>
            <a:ext cx="10972800" cy="38779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2774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53477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071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881102"/>
            <a:ext cx="4011084" cy="553998"/>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14245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5090339"/>
            <a:ext cx="7315200" cy="276999"/>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2602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78630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65685" y="1611314"/>
            <a:ext cx="775597" cy="44211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40268" y="1611314"/>
            <a:ext cx="8422217" cy="44211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3001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pPr>
              <a:defRPr/>
            </a:pPr>
            <a:fld id="{053E5CC5-398E-4919-99FD-1F89B345B9AB}" type="datetimeFigureOut">
              <a:rPr lang="en-US" smtClean="0"/>
              <a:pPr>
                <a:defRPr/>
              </a:pPr>
              <a:t>9/7/2026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pPr>
              <a:defRPr/>
            </a:pPr>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Slide Number Placeholder 5"/>
          <p:cNvSpPr>
            <a:spLocks noGrp="1"/>
          </p:cNvSpPr>
          <p:nvPr>
            <p:ph type="sldNum" sz="quarter" idx="12"/>
          </p:nvPr>
        </p:nvSpPr>
        <p:spPr>
          <a:xfrm>
            <a:off x="10352540" y="295729"/>
            <a:ext cx="838199" cy="767687"/>
          </a:xfrm>
        </p:spPr>
        <p:txBody>
          <a:bodyPr/>
          <a:lstStyle/>
          <a:p>
            <a:pPr>
              <a:defRPr/>
            </a:pPr>
            <a:fld id="{2F050197-BA11-494A-817D-9282C50A5269}" type="slidenum">
              <a:rPr lang="en-US" smtClean="0"/>
              <a:pPr>
                <a:defRPr/>
              </a:pPr>
              <a:t>‹#›</a:t>
            </a:fld>
            <a:endParaRPr lang="en-US"/>
          </a:p>
        </p:txBody>
      </p:sp>
    </p:spTree>
    <p:extLst>
      <p:ext uri="{BB962C8B-B14F-4D97-AF65-F5344CB8AC3E}">
        <p14:creationId xmlns:p14="http://schemas.microsoft.com/office/powerpoint/2010/main" val="4234459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4708AE4E-8737-4EEC-AA16-D94A30E61225}" type="datetimeFigureOut">
              <a:rPr lang="en-US" smtClean="0"/>
              <a:pPr>
                <a:defRPr/>
              </a:pPr>
              <a:t>9/7/2026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7DAD96A-7272-4F63-9039-98D4E2B7FCC2}" type="slidenum">
              <a:rPr lang="en-US" smtClean="0"/>
              <a:pPr>
                <a:defRPr/>
              </a:pPr>
              <a:t>‹#›</a:t>
            </a:fld>
            <a:endParaRPr lang="en-US"/>
          </a:p>
        </p:txBody>
      </p:sp>
    </p:spTree>
    <p:extLst>
      <p:ext uri="{BB962C8B-B14F-4D97-AF65-F5344CB8AC3E}">
        <p14:creationId xmlns:p14="http://schemas.microsoft.com/office/powerpoint/2010/main" val="25768868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759D39D-DDB0-4BAB-8E56-EFC162CC2D86}" type="datetimeFigureOut">
              <a:rPr lang="en-US" smtClean="0"/>
              <a:pPr>
                <a:defRPr/>
              </a:pPr>
              <a:t>9/7/2026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a:defRPr/>
            </a:pPr>
            <a:fld id="{585636A6-FB94-4444-8FCC-C980A4D3B419}" type="slidenum">
              <a:rPr lang="en-US" smtClean="0"/>
              <a:pPr>
                <a:defRPr/>
              </a:pPr>
              <a:t>‹#›</a:t>
            </a:fld>
            <a:endParaRPr lang="en-US"/>
          </a:p>
        </p:txBody>
      </p:sp>
    </p:spTree>
    <p:extLst>
      <p:ext uri="{BB962C8B-B14F-4D97-AF65-F5344CB8AC3E}">
        <p14:creationId xmlns:p14="http://schemas.microsoft.com/office/powerpoint/2010/main" val="19909622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9B9C506E-658C-4101-88BA-F45ED96D69C5}" type="datetimeFigureOut">
              <a:rPr lang="en-US" smtClean="0"/>
              <a:pPr>
                <a:defRPr/>
              </a:pPr>
              <a:t>9/7/2026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AB088D7-4A1C-4654-92C7-095B1302A3B9}" type="slidenum">
              <a:rPr lang="en-US" smtClean="0"/>
              <a:pPr>
                <a:defRPr/>
              </a:pPr>
              <a:t>‹#›</a:t>
            </a:fld>
            <a:endParaRPr lang="en-US"/>
          </a:p>
        </p:txBody>
      </p:sp>
    </p:spTree>
    <p:extLst>
      <p:ext uri="{BB962C8B-B14F-4D97-AF65-F5344CB8AC3E}">
        <p14:creationId xmlns:p14="http://schemas.microsoft.com/office/powerpoint/2010/main" val="1818454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747F86B1-ACC1-45EA-B49E-00326D872779}" type="datetimeFigureOut">
              <a:rPr lang="en-US" smtClean="0"/>
              <a:pPr>
                <a:defRPr/>
              </a:pPr>
              <a:t>9/7/2026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6CD9164C-D8F1-4BB2-80EA-14F2763F021D}" type="slidenum">
              <a:rPr lang="en-US" smtClean="0"/>
              <a:pPr>
                <a:defRPr/>
              </a:pPr>
              <a:t>‹#›</a:t>
            </a:fld>
            <a:endParaRPr lang="en-US"/>
          </a:p>
        </p:txBody>
      </p:sp>
    </p:spTree>
    <p:extLst>
      <p:ext uri="{BB962C8B-B14F-4D97-AF65-F5344CB8AC3E}">
        <p14:creationId xmlns:p14="http://schemas.microsoft.com/office/powerpoint/2010/main" val="29961105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FC941844-C0CB-4C5E-9495-6785EBB672F9}" type="datetimeFigureOut">
              <a:rPr lang="en-US" smtClean="0"/>
              <a:pPr>
                <a:defRPr/>
              </a:pPr>
              <a:t>9/7/2026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7AA1C5A6-F1B4-4DF0-882F-509F013CB1F2}" type="slidenum">
              <a:rPr lang="en-US" smtClean="0"/>
              <a:pPr>
                <a:defRPr/>
              </a:pPr>
              <a:t>‹#›</a:t>
            </a:fld>
            <a:endParaRPr lang="en-US"/>
          </a:p>
        </p:txBody>
      </p:sp>
    </p:spTree>
    <p:extLst>
      <p:ext uri="{BB962C8B-B14F-4D97-AF65-F5344CB8AC3E}">
        <p14:creationId xmlns:p14="http://schemas.microsoft.com/office/powerpoint/2010/main" val="1579808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62B985D8-819B-43BE-A72D-A5B77E50A2DB}" type="datetimeFigureOut">
              <a:rPr lang="en-US" smtClean="0"/>
              <a:pPr>
                <a:defRPr/>
              </a:pPr>
              <a:t>9/7/2026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pPr>
              <a:defRPr/>
            </a:pPr>
            <a:fld id="{B758285D-F3B1-4CFB-AB72-F6FCCB513C78}" type="slidenum">
              <a:rPr lang="en-US" smtClean="0"/>
              <a:pPr>
                <a:defRPr/>
              </a:pPr>
              <a:t>‹#›</a:t>
            </a:fld>
            <a:endParaRPr lang="en-US"/>
          </a:p>
        </p:txBody>
      </p:sp>
    </p:spTree>
    <p:extLst>
      <p:ext uri="{BB962C8B-B14F-4D97-AF65-F5344CB8AC3E}">
        <p14:creationId xmlns:p14="http://schemas.microsoft.com/office/powerpoint/2010/main" val="3283635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81DC35A-BEB9-452D-9474-D82D2DAB7880}" type="datetimeFigureOut">
              <a:rPr lang="en-US" smtClean="0"/>
              <a:pPr>
                <a:defRPr/>
              </a:pPr>
              <a:t>9/7/2026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pPr>
              <a:defRPr/>
            </a:pPr>
            <a:fld id="{9EEAC6F8-222C-4132-A1F8-0A80D948375F}" type="slidenum">
              <a:rPr lang="en-US" smtClean="0"/>
              <a:pPr>
                <a:defRPr/>
              </a:pPr>
              <a:t>‹#›</a:t>
            </a:fld>
            <a:endParaRPr lang="en-US"/>
          </a:p>
        </p:txBody>
      </p:sp>
    </p:spTree>
    <p:extLst>
      <p:ext uri="{BB962C8B-B14F-4D97-AF65-F5344CB8AC3E}">
        <p14:creationId xmlns:p14="http://schemas.microsoft.com/office/powerpoint/2010/main" val="22688744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9495C0E-D20C-414E-891D-E85A985C7F71}" type="datetimeFigureOut">
              <a:rPr lang="en-US" smtClean="0"/>
              <a:pPr>
                <a:defRPr/>
              </a:pPr>
              <a:t>9/7/2026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pPr>
              <a:defRPr/>
            </a:pPr>
            <a:fld id="{831126D0-7207-4FBB-854C-3E9CB7051E69}" type="slidenum">
              <a:rPr lang="en-US" smtClean="0"/>
              <a:pPr>
                <a:defRPr/>
              </a:pPr>
              <a:t>‹#›</a:t>
            </a:fld>
            <a:endParaRPr lang="en-US"/>
          </a:p>
        </p:txBody>
      </p:sp>
    </p:spTree>
    <p:extLst>
      <p:ext uri="{BB962C8B-B14F-4D97-AF65-F5344CB8AC3E}">
        <p14:creationId xmlns:p14="http://schemas.microsoft.com/office/powerpoint/2010/main" val="3784393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B7E0DA0F-C546-4A05-ACA2-B4DA5A18977A}" type="datetimeFigureOut">
              <a:rPr lang="en-US" smtClean="0"/>
              <a:pPr>
                <a:defRPr/>
              </a:pPr>
              <a:t>9/7/2026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pPr>
              <a:defRPr/>
            </a:pPr>
            <a:fld id="{F4EF7AA5-87E9-44B0-AF47-82E68B16CEC2}" type="slidenum">
              <a:rPr lang="en-US" smtClean="0"/>
              <a:pPr>
                <a:defRPr/>
              </a:pPr>
              <a:t>‹#›</a:t>
            </a:fld>
            <a:endParaRPr lang="en-US"/>
          </a:p>
        </p:txBody>
      </p:sp>
    </p:spTree>
    <p:extLst>
      <p:ext uri="{BB962C8B-B14F-4D97-AF65-F5344CB8AC3E}">
        <p14:creationId xmlns:p14="http://schemas.microsoft.com/office/powerpoint/2010/main" val="4500766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F41F93D-A06B-46F9-A50C-97A4EBD68930}" type="datetimeFigureOut">
              <a:rPr lang="en-US" smtClean="0"/>
              <a:pPr>
                <a:defRPr/>
              </a:pPr>
              <a:t>9/7/2026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a:defRPr/>
            </a:pPr>
            <a:fld id="{362A0E4E-4885-4E07-840F-FE0FA2EFD343}" type="slidenum">
              <a:rPr lang="en-US" smtClean="0"/>
              <a:pPr>
                <a:defRPr/>
              </a:pPr>
              <a:t>‹#›</a:t>
            </a:fld>
            <a:endParaRPr lang="en-US"/>
          </a:p>
        </p:txBody>
      </p:sp>
    </p:spTree>
    <p:extLst>
      <p:ext uri="{BB962C8B-B14F-4D97-AF65-F5344CB8AC3E}">
        <p14:creationId xmlns:p14="http://schemas.microsoft.com/office/powerpoint/2010/main" val="24246346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153440E-040E-47C8-84F0-53A6934DF841}" type="datetimeFigureOut">
              <a:rPr lang="en-US" smtClean="0"/>
              <a:pPr>
                <a:defRPr/>
              </a:pPr>
              <a:t>9/7/2026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a:defRPr/>
            </a:pPr>
            <a:fld id="{1790DDE0-AFCF-4313-8D69-54DC8A59F259}" type="slidenum">
              <a:rPr lang="en-US" smtClean="0"/>
              <a:pPr>
                <a:defRPr/>
              </a:pPr>
              <a:t>‹#›</a:t>
            </a:fld>
            <a:endParaRPr lang="en-US"/>
          </a:p>
        </p:txBody>
      </p:sp>
    </p:spTree>
    <p:extLst>
      <p:ext uri="{BB962C8B-B14F-4D97-AF65-F5344CB8AC3E}">
        <p14:creationId xmlns:p14="http://schemas.microsoft.com/office/powerpoint/2010/main" val="21563045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3D8CE04-724C-4630-8B43-3D4B465C27D5}" type="datetimeFigureOut">
              <a:rPr lang="en-US" smtClean="0"/>
              <a:pPr>
                <a:defRPr/>
              </a:pPr>
              <a:t>9/7/2026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a:defRPr/>
            </a:pPr>
            <a:fld id="{8DCF7F6C-7227-4F33-A7B1-35E29E894D6E}" type="slidenum">
              <a:rPr lang="en-US" smtClean="0"/>
              <a:pPr>
                <a:defRPr/>
              </a:pPr>
              <a:t>‹#›</a:t>
            </a:fld>
            <a:endParaRPr lang="en-US"/>
          </a:p>
        </p:txBody>
      </p:sp>
    </p:spTree>
    <p:extLst>
      <p:ext uri="{BB962C8B-B14F-4D97-AF65-F5344CB8AC3E}">
        <p14:creationId xmlns:p14="http://schemas.microsoft.com/office/powerpoint/2010/main" val="25834724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a:defRPr/>
            </a:pPr>
            <a:fld id="{F4F51ECC-E42F-44FE-86E8-D8A0DB7B2F73}" type="datetimeFigureOut">
              <a:rPr lang="en-US" smtClean="0"/>
              <a:pPr>
                <a:defRPr/>
              </a:pPr>
              <a:t>9/7/2026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B36BD6FC-B877-4042-936A-95BF5B43813C}" type="slidenum">
              <a:rPr lang="en-US" smtClean="0"/>
              <a:pPr>
                <a:defRPr/>
              </a:pPr>
              <a:t>‹#›</a:t>
            </a:fld>
            <a:endParaRPr lang="en-US"/>
          </a:p>
        </p:txBody>
      </p:sp>
    </p:spTree>
    <p:extLst>
      <p:ext uri="{BB962C8B-B14F-4D97-AF65-F5344CB8AC3E}">
        <p14:creationId xmlns:p14="http://schemas.microsoft.com/office/powerpoint/2010/main" val="14251870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a:defRPr/>
            </a:pPr>
            <a:fld id="{AAA2B794-53A6-46E2-88A9-B8D28A9D6876}" type="datetimeFigureOut">
              <a:rPr lang="en-US" smtClean="0"/>
              <a:pPr>
                <a:defRPr/>
              </a:pPr>
              <a:t>9/7/2026</a:t>
            </a:fld>
            <a:endParaRPr lang="en-US"/>
          </a:p>
        </p:txBody>
      </p:sp>
      <p:sp>
        <p:nvSpPr>
          <p:cNvPr id="8" name="Footer Placeholder 7"/>
          <p:cNvSpPr>
            <a:spLocks noGrp="1"/>
          </p:cNvSpPr>
          <p:nvPr>
            <p:ph type="ftr" sz="quarter" idx="11"/>
          </p:nvPr>
        </p:nvSpPr>
        <p:spPr>
          <a:xfrm>
            <a:off x="561111" y="6391838"/>
            <a:ext cx="3644282" cy="304801"/>
          </a:xfrm>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CE4FB891-BA82-4F81-B497-86139BA5E63C}" type="slidenum">
              <a:rPr lang="en-US" smtClean="0"/>
              <a:pPr>
                <a:defRPr/>
              </a:pPr>
              <a:t>‹#›</a:t>
            </a:fld>
            <a:endParaRPr lang="en-US"/>
          </a:p>
        </p:txBody>
      </p:sp>
    </p:spTree>
    <p:extLst>
      <p:ext uri="{BB962C8B-B14F-4D97-AF65-F5344CB8AC3E}">
        <p14:creationId xmlns:p14="http://schemas.microsoft.com/office/powerpoint/2010/main" val="41800105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pPr>
              <a:defRPr/>
            </a:pPr>
            <a:fld id="{01F42A75-FF0D-4C1D-AA52-A4F52FCD1E22}" type="datetimeFigureOut">
              <a:rPr lang="en-US" smtClean="0"/>
              <a:pPr>
                <a:defRPr/>
              </a:pPr>
              <a:t>9/7/2026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4739991-86FD-4B35-96CC-BEDAD583FFAE}" type="slidenum">
              <a:rPr lang="en-US" smtClean="0"/>
              <a:pPr>
                <a:defRPr/>
              </a:pPr>
              <a:t>‹#›</a:t>
            </a:fld>
            <a:endParaRPr lang="en-US"/>
          </a:p>
        </p:txBody>
      </p:sp>
    </p:spTree>
    <p:extLst>
      <p:ext uri="{BB962C8B-B14F-4D97-AF65-F5344CB8AC3E}">
        <p14:creationId xmlns:p14="http://schemas.microsoft.com/office/powerpoint/2010/main" val="26773177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pPr>
              <a:defRPr/>
            </a:pPr>
            <a:fld id="{8A3A8E8A-2C5D-4E46-AD83-14024F86ADD2}" type="datetimeFigureOut">
              <a:rPr lang="en-US" smtClean="0"/>
              <a:pPr>
                <a:defRPr/>
              </a:pPr>
              <a:t>9/7/2026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a:defRPr/>
            </a:pPr>
            <a:fld id="{A6D49662-1E3A-4D3A-87E3-92B54ADC91FC}" type="slidenum">
              <a:rPr lang="en-US" smtClean="0"/>
              <a:pPr>
                <a:defRPr/>
              </a:pPr>
              <a:t>‹#›</a:t>
            </a:fld>
            <a:endParaRPr lang="en-US"/>
          </a:p>
        </p:txBody>
      </p:sp>
    </p:spTree>
    <p:extLst>
      <p:ext uri="{BB962C8B-B14F-4D97-AF65-F5344CB8AC3E}">
        <p14:creationId xmlns:p14="http://schemas.microsoft.com/office/powerpoint/2010/main" val="3866911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3.jpe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577851" y="769939"/>
            <a:ext cx="11366500" cy="388937"/>
          </a:xfrm>
          <a:prstGeom prst="rect">
            <a:avLst/>
          </a:prstGeom>
          <a:noFill/>
          <a:ln w="9525">
            <a:noFill/>
            <a:miter lim="800000"/>
            <a:headEnd/>
            <a:tailEnd/>
          </a:ln>
          <a:effectLst>
            <a:outerShdw dist="17961" dir="2700000" algn="ctr" rotWithShape="0">
              <a:schemeClr val="bg2"/>
            </a:outerShdw>
          </a:effectLst>
        </p:spPr>
        <p:txBody>
          <a:bodyPr vert="horz" wrap="square" lIns="0" tIns="0" rIns="0" bIns="0" numCol="1" anchor="b" anchorCtr="0" compatLnSpc="1">
            <a:prstTxWarp prst="textNoShape">
              <a:avLst/>
            </a:prstTxWarp>
            <a:spAutoFit/>
          </a:bodyPr>
          <a:lstStyle/>
          <a:p>
            <a:pPr lvl="0"/>
            <a:r>
              <a:rPr lang="en-US" altLang="en-US"/>
              <a:t>Click to edit Master title style</a:t>
            </a:r>
          </a:p>
        </p:txBody>
      </p:sp>
      <p:sp>
        <p:nvSpPr>
          <p:cNvPr id="1027" name="Rectangle 4"/>
          <p:cNvSpPr>
            <a:spLocks noGrp="1" noChangeArrowheads="1"/>
          </p:cNvSpPr>
          <p:nvPr>
            <p:ph type="body" idx="1"/>
          </p:nvPr>
        </p:nvSpPr>
        <p:spPr bwMode="auto">
          <a:xfrm>
            <a:off x="555625" y="1585913"/>
            <a:ext cx="11485033" cy="368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Text Box 8"/>
          <p:cNvSpPr txBox="1">
            <a:spLocks noChangeArrowheads="1"/>
          </p:cNvSpPr>
          <p:nvPr userDrawn="1"/>
        </p:nvSpPr>
        <p:spPr bwMode="auto">
          <a:xfrm>
            <a:off x="8005234" y="6089650"/>
            <a:ext cx="3761317" cy="457200"/>
          </a:xfrm>
          <a:prstGeom prst="rect">
            <a:avLst/>
          </a:prstGeom>
          <a:noFill/>
          <a:ln>
            <a:noFill/>
          </a:ln>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defRPr/>
            </a:pPr>
            <a:endParaRPr lang="en-US" sz="2400" dirty="0"/>
          </a:p>
        </p:txBody>
      </p:sp>
      <p:sp>
        <p:nvSpPr>
          <p:cNvPr id="1030" name="Text Box 11"/>
          <p:cNvSpPr txBox="1">
            <a:spLocks noChangeArrowheads="1"/>
          </p:cNvSpPr>
          <p:nvPr userDrawn="1"/>
        </p:nvSpPr>
        <p:spPr bwMode="auto">
          <a:xfrm>
            <a:off x="404285" y="6581776"/>
            <a:ext cx="11787716" cy="269875"/>
          </a:xfrm>
          <a:prstGeom prst="rect">
            <a:avLst/>
          </a:prstGeom>
          <a:noFill/>
          <a:ln>
            <a:noFill/>
          </a:ln>
        </p:spPr>
        <p:txBody>
          <a:bodyPr/>
          <a:lstStyle>
            <a:lvl1pPr eaLnBrk="0" hangingPunct="0">
              <a:tabLst>
                <a:tab pos="7485063" algn="l"/>
              </a:tabLst>
              <a:defRPr sz="2400">
                <a:solidFill>
                  <a:schemeClr val="tx1"/>
                </a:solidFill>
                <a:latin typeface="Arial" charset="0"/>
              </a:defRPr>
            </a:lvl1pPr>
            <a:lvl2pPr marL="742950" indent="-285750" eaLnBrk="0" hangingPunct="0">
              <a:tabLst>
                <a:tab pos="7485063" algn="l"/>
              </a:tabLst>
              <a:defRPr sz="2400">
                <a:solidFill>
                  <a:schemeClr val="tx1"/>
                </a:solidFill>
                <a:latin typeface="Arial" charset="0"/>
              </a:defRPr>
            </a:lvl2pPr>
            <a:lvl3pPr marL="1143000" indent="-228600" eaLnBrk="0" hangingPunct="0">
              <a:tabLst>
                <a:tab pos="7485063" algn="l"/>
              </a:tabLst>
              <a:defRPr sz="2400">
                <a:solidFill>
                  <a:schemeClr val="tx1"/>
                </a:solidFill>
                <a:latin typeface="Arial" charset="0"/>
              </a:defRPr>
            </a:lvl3pPr>
            <a:lvl4pPr marL="1600200" indent="-228600" eaLnBrk="0" hangingPunct="0">
              <a:tabLst>
                <a:tab pos="7485063" algn="l"/>
              </a:tabLst>
              <a:defRPr sz="2400">
                <a:solidFill>
                  <a:schemeClr val="tx1"/>
                </a:solidFill>
                <a:latin typeface="Arial" charset="0"/>
              </a:defRPr>
            </a:lvl4pPr>
            <a:lvl5pPr marL="2057400" indent="-228600" eaLnBrk="0" hangingPunct="0">
              <a:tabLst>
                <a:tab pos="7485063" algn="l"/>
              </a:tabLst>
              <a:defRPr sz="2400">
                <a:solidFill>
                  <a:schemeClr val="tx1"/>
                </a:solidFill>
                <a:latin typeface="Arial" charset="0"/>
              </a:defRPr>
            </a:lvl5pPr>
            <a:lvl6pPr marL="2514600" indent="-228600" algn="ctr" eaLnBrk="0" fontAlgn="base" hangingPunct="0">
              <a:spcBef>
                <a:spcPct val="0"/>
              </a:spcBef>
              <a:spcAft>
                <a:spcPct val="0"/>
              </a:spcAft>
              <a:tabLst>
                <a:tab pos="7485063" algn="l"/>
              </a:tabLst>
              <a:defRPr sz="2400">
                <a:solidFill>
                  <a:schemeClr val="tx1"/>
                </a:solidFill>
                <a:latin typeface="Arial" charset="0"/>
              </a:defRPr>
            </a:lvl6pPr>
            <a:lvl7pPr marL="2971800" indent="-228600" algn="ctr" eaLnBrk="0" fontAlgn="base" hangingPunct="0">
              <a:spcBef>
                <a:spcPct val="0"/>
              </a:spcBef>
              <a:spcAft>
                <a:spcPct val="0"/>
              </a:spcAft>
              <a:tabLst>
                <a:tab pos="7485063" algn="l"/>
              </a:tabLst>
              <a:defRPr sz="2400">
                <a:solidFill>
                  <a:schemeClr val="tx1"/>
                </a:solidFill>
                <a:latin typeface="Arial" charset="0"/>
              </a:defRPr>
            </a:lvl7pPr>
            <a:lvl8pPr marL="3429000" indent="-228600" algn="ctr" eaLnBrk="0" fontAlgn="base" hangingPunct="0">
              <a:spcBef>
                <a:spcPct val="0"/>
              </a:spcBef>
              <a:spcAft>
                <a:spcPct val="0"/>
              </a:spcAft>
              <a:tabLst>
                <a:tab pos="7485063" algn="l"/>
              </a:tabLst>
              <a:defRPr sz="2400">
                <a:solidFill>
                  <a:schemeClr val="tx1"/>
                </a:solidFill>
                <a:latin typeface="Arial" charset="0"/>
              </a:defRPr>
            </a:lvl8pPr>
            <a:lvl9pPr marL="3886200" indent="-228600" algn="ctr" eaLnBrk="0" fontAlgn="base" hangingPunct="0">
              <a:spcBef>
                <a:spcPct val="0"/>
              </a:spcBef>
              <a:spcAft>
                <a:spcPct val="0"/>
              </a:spcAft>
              <a:tabLst>
                <a:tab pos="7485063" algn="l"/>
              </a:tabLst>
              <a:defRPr sz="2400">
                <a:solidFill>
                  <a:schemeClr val="tx1"/>
                </a:solidFill>
                <a:latin typeface="Arial" charset="0"/>
              </a:defRPr>
            </a:lvl9pPr>
          </a:lstStyle>
          <a:p>
            <a:pPr algn="r" eaLnBrk="1" hangingPunct="1">
              <a:spcBef>
                <a:spcPct val="50000"/>
              </a:spcBef>
              <a:defRPr/>
            </a:pPr>
            <a:endParaRPr lang="en-US" sz="1000" dirty="0"/>
          </a:p>
        </p:txBody>
      </p:sp>
      <p:sp>
        <p:nvSpPr>
          <p:cNvPr id="6" name="Text Box 13"/>
          <p:cNvSpPr txBox="1">
            <a:spLocks noChangeArrowheads="1"/>
          </p:cNvSpPr>
          <p:nvPr userDrawn="1"/>
        </p:nvSpPr>
        <p:spPr bwMode="auto">
          <a:xfrm>
            <a:off x="0" y="6588126"/>
            <a:ext cx="12192000" cy="269875"/>
          </a:xfrm>
          <a:prstGeom prst="rect">
            <a:avLst/>
          </a:prstGeom>
          <a:noFill/>
          <a:ln>
            <a:noFill/>
          </a:ln>
          <a:effectLst/>
        </p:spPr>
        <p:txBody>
          <a:bodyPr/>
          <a:lstStyle>
            <a:lvl1pPr algn="l" eaLnBrk="0" hangingPunct="0">
              <a:tabLst>
                <a:tab pos="7485063" algn="l"/>
              </a:tabLst>
              <a:defRPr sz="2400">
                <a:solidFill>
                  <a:schemeClr val="tx1"/>
                </a:solidFill>
                <a:latin typeface="Times New Roman" pitchFamily="18" charset="0"/>
              </a:defRPr>
            </a:lvl1pPr>
            <a:lvl2pPr algn="l" eaLnBrk="0" hangingPunct="0">
              <a:tabLst>
                <a:tab pos="7485063" algn="l"/>
              </a:tabLst>
              <a:defRPr sz="2400">
                <a:solidFill>
                  <a:schemeClr val="tx1"/>
                </a:solidFill>
                <a:latin typeface="Times New Roman" pitchFamily="18" charset="0"/>
              </a:defRPr>
            </a:lvl2pPr>
            <a:lvl3pPr algn="l" eaLnBrk="0" hangingPunct="0">
              <a:tabLst>
                <a:tab pos="7485063" algn="l"/>
              </a:tabLst>
              <a:defRPr sz="2400">
                <a:solidFill>
                  <a:schemeClr val="tx1"/>
                </a:solidFill>
                <a:latin typeface="Times New Roman" pitchFamily="18" charset="0"/>
              </a:defRPr>
            </a:lvl3pPr>
            <a:lvl4pPr algn="l" eaLnBrk="0" hangingPunct="0">
              <a:tabLst>
                <a:tab pos="7485063" algn="l"/>
              </a:tabLst>
              <a:defRPr sz="2400">
                <a:solidFill>
                  <a:schemeClr val="tx1"/>
                </a:solidFill>
                <a:latin typeface="Times New Roman" pitchFamily="18" charset="0"/>
              </a:defRPr>
            </a:lvl4pPr>
            <a:lvl5pPr algn="l" eaLnBrk="0" hangingPunct="0">
              <a:tabLst>
                <a:tab pos="7485063" algn="l"/>
              </a:tabLst>
              <a:defRPr sz="2400">
                <a:solidFill>
                  <a:schemeClr val="tx1"/>
                </a:solidFill>
                <a:latin typeface="Times New Roman" pitchFamily="18" charset="0"/>
              </a:defRPr>
            </a:lvl5pPr>
            <a:lvl6pPr eaLnBrk="0" fontAlgn="base" hangingPunct="0">
              <a:spcBef>
                <a:spcPct val="0"/>
              </a:spcBef>
              <a:spcAft>
                <a:spcPct val="0"/>
              </a:spcAft>
              <a:tabLst>
                <a:tab pos="7485063" algn="l"/>
              </a:tabLst>
              <a:defRPr sz="2400">
                <a:solidFill>
                  <a:schemeClr val="tx1"/>
                </a:solidFill>
                <a:latin typeface="Times New Roman" pitchFamily="18" charset="0"/>
              </a:defRPr>
            </a:lvl6pPr>
            <a:lvl7pPr eaLnBrk="0" fontAlgn="base" hangingPunct="0">
              <a:spcBef>
                <a:spcPct val="0"/>
              </a:spcBef>
              <a:spcAft>
                <a:spcPct val="0"/>
              </a:spcAft>
              <a:tabLst>
                <a:tab pos="7485063" algn="l"/>
              </a:tabLst>
              <a:defRPr sz="2400">
                <a:solidFill>
                  <a:schemeClr val="tx1"/>
                </a:solidFill>
                <a:latin typeface="Times New Roman" pitchFamily="18" charset="0"/>
              </a:defRPr>
            </a:lvl7pPr>
            <a:lvl8pPr eaLnBrk="0" fontAlgn="base" hangingPunct="0">
              <a:spcBef>
                <a:spcPct val="0"/>
              </a:spcBef>
              <a:spcAft>
                <a:spcPct val="0"/>
              </a:spcAft>
              <a:tabLst>
                <a:tab pos="7485063" algn="l"/>
              </a:tabLst>
              <a:defRPr sz="2400">
                <a:solidFill>
                  <a:schemeClr val="tx1"/>
                </a:solidFill>
                <a:latin typeface="Times New Roman" pitchFamily="18" charset="0"/>
              </a:defRPr>
            </a:lvl8pPr>
            <a:lvl9pPr eaLnBrk="0" fontAlgn="base" hangingPunct="0">
              <a:spcBef>
                <a:spcPct val="0"/>
              </a:spcBef>
              <a:spcAft>
                <a:spcPct val="0"/>
              </a:spcAft>
              <a:tabLst>
                <a:tab pos="7485063" algn="l"/>
              </a:tabLst>
              <a:defRPr sz="2400">
                <a:solidFill>
                  <a:schemeClr val="tx1"/>
                </a:solidFill>
                <a:latin typeface="Times New Roman" pitchFamily="18" charset="0"/>
              </a:defRPr>
            </a:lvl9pPr>
          </a:lstStyle>
          <a:p>
            <a:pPr algn="ctr">
              <a:defRPr/>
            </a:pPr>
            <a:r>
              <a:rPr lang="en-US" sz="1000" dirty="0">
                <a:latin typeface="Arial" pitchFamily="34" charset="0"/>
                <a:ea typeface="ＭＳ Ｐゴシック" pitchFamily="34" charset="-128"/>
                <a:cs typeface="Arial" pitchFamily="34" charset="0"/>
              </a:rPr>
              <a:t>Copyright © 2018 Wolters Kluwer · All Rights Reserved</a:t>
            </a:r>
          </a:p>
        </p:txBody>
      </p:sp>
      <p:cxnSp>
        <p:nvCxnSpPr>
          <p:cNvPr id="7" name="Straight Connector 6"/>
          <p:cNvCxnSpPr/>
          <p:nvPr userDrawn="1"/>
        </p:nvCxnSpPr>
        <p:spPr>
          <a:xfrm>
            <a:off x="0" y="1158875"/>
            <a:ext cx="12192000"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pic>
        <p:nvPicPr>
          <p:cNvPr id="1032" name="Picture 14" descr="WK_CMYK.jpg"/>
          <p:cNvPicPr>
            <a:picLocks noChangeAspect="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609601" y="6600825"/>
            <a:ext cx="1756833"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3414046"/>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xStyles>
    <p:titleStyle>
      <a:lvl1pPr algn="l" rtl="0" eaLnBrk="0" fontAlgn="base" hangingPunct="0">
        <a:lnSpc>
          <a:spcPct val="90000"/>
        </a:lnSpc>
        <a:spcBef>
          <a:spcPct val="0"/>
        </a:spcBef>
        <a:spcAft>
          <a:spcPct val="0"/>
        </a:spcAft>
        <a:defRPr sz="2800" b="1">
          <a:solidFill>
            <a:srgbClr val="186EC4"/>
          </a:solidFill>
          <a:latin typeface="+mj-lt"/>
          <a:ea typeface="+mj-ea"/>
          <a:cs typeface="+mj-cs"/>
        </a:defRPr>
      </a:lvl1pPr>
      <a:lvl2pPr algn="l" rtl="0" eaLnBrk="0" fontAlgn="base" hangingPunct="0">
        <a:lnSpc>
          <a:spcPct val="90000"/>
        </a:lnSpc>
        <a:spcBef>
          <a:spcPct val="0"/>
        </a:spcBef>
        <a:spcAft>
          <a:spcPct val="0"/>
        </a:spcAft>
        <a:defRPr sz="2800" b="1">
          <a:solidFill>
            <a:srgbClr val="186EC4"/>
          </a:solidFill>
          <a:latin typeface="Verdana" pitchFamily="34" charset="0"/>
        </a:defRPr>
      </a:lvl2pPr>
      <a:lvl3pPr algn="l" rtl="0" eaLnBrk="0" fontAlgn="base" hangingPunct="0">
        <a:lnSpc>
          <a:spcPct val="90000"/>
        </a:lnSpc>
        <a:spcBef>
          <a:spcPct val="0"/>
        </a:spcBef>
        <a:spcAft>
          <a:spcPct val="0"/>
        </a:spcAft>
        <a:defRPr sz="2800" b="1">
          <a:solidFill>
            <a:srgbClr val="186EC4"/>
          </a:solidFill>
          <a:latin typeface="Verdana" pitchFamily="34" charset="0"/>
        </a:defRPr>
      </a:lvl3pPr>
      <a:lvl4pPr algn="l" rtl="0" eaLnBrk="0" fontAlgn="base" hangingPunct="0">
        <a:lnSpc>
          <a:spcPct val="90000"/>
        </a:lnSpc>
        <a:spcBef>
          <a:spcPct val="0"/>
        </a:spcBef>
        <a:spcAft>
          <a:spcPct val="0"/>
        </a:spcAft>
        <a:defRPr sz="2800" b="1">
          <a:solidFill>
            <a:srgbClr val="186EC4"/>
          </a:solidFill>
          <a:latin typeface="Verdana" pitchFamily="34" charset="0"/>
        </a:defRPr>
      </a:lvl4pPr>
      <a:lvl5pPr algn="l" rtl="0" eaLnBrk="0" fontAlgn="base" hangingPunct="0">
        <a:lnSpc>
          <a:spcPct val="90000"/>
        </a:lnSpc>
        <a:spcBef>
          <a:spcPct val="0"/>
        </a:spcBef>
        <a:spcAft>
          <a:spcPct val="0"/>
        </a:spcAft>
        <a:defRPr sz="2800" b="1">
          <a:solidFill>
            <a:srgbClr val="186EC4"/>
          </a:solidFill>
          <a:latin typeface="Verdana" pitchFamily="34" charset="0"/>
        </a:defRPr>
      </a:lvl5pPr>
      <a:lvl6pPr marL="457200" algn="l" rtl="0" fontAlgn="base">
        <a:lnSpc>
          <a:spcPct val="90000"/>
        </a:lnSpc>
        <a:spcBef>
          <a:spcPct val="0"/>
        </a:spcBef>
        <a:spcAft>
          <a:spcPct val="0"/>
        </a:spcAft>
        <a:defRPr sz="2800" b="1">
          <a:solidFill>
            <a:srgbClr val="186EC4"/>
          </a:solidFill>
          <a:latin typeface="Verdana" pitchFamily="34" charset="0"/>
        </a:defRPr>
      </a:lvl6pPr>
      <a:lvl7pPr marL="914400" algn="l" rtl="0" fontAlgn="base">
        <a:lnSpc>
          <a:spcPct val="90000"/>
        </a:lnSpc>
        <a:spcBef>
          <a:spcPct val="0"/>
        </a:spcBef>
        <a:spcAft>
          <a:spcPct val="0"/>
        </a:spcAft>
        <a:defRPr sz="2800" b="1">
          <a:solidFill>
            <a:srgbClr val="186EC4"/>
          </a:solidFill>
          <a:latin typeface="Verdana" pitchFamily="34" charset="0"/>
        </a:defRPr>
      </a:lvl7pPr>
      <a:lvl8pPr marL="1371600" algn="l" rtl="0" fontAlgn="base">
        <a:lnSpc>
          <a:spcPct val="90000"/>
        </a:lnSpc>
        <a:spcBef>
          <a:spcPct val="0"/>
        </a:spcBef>
        <a:spcAft>
          <a:spcPct val="0"/>
        </a:spcAft>
        <a:defRPr sz="2800" b="1">
          <a:solidFill>
            <a:srgbClr val="186EC4"/>
          </a:solidFill>
          <a:latin typeface="Verdana" pitchFamily="34" charset="0"/>
        </a:defRPr>
      </a:lvl8pPr>
      <a:lvl9pPr marL="1828800" algn="l" rtl="0" fontAlgn="base">
        <a:lnSpc>
          <a:spcPct val="90000"/>
        </a:lnSpc>
        <a:spcBef>
          <a:spcPct val="0"/>
        </a:spcBef>
        <a:spcAft>
          <a:spcPct val="0"/>
        </a:spcAft>
        <a:defRPr sz="2800" b="1">
          <a:solidFill>
            <a:srgbClr val="186EC4"/>
          </a:solidFill>
          <a:latin typeface="Verdana" pitchFamily="34" charset="0"/>
        </a:defRPr>
      </a:lvl9pPr>
    </p:titleStyle>
    <p:bodyStyle>
      <a:lvl1pPr marL="280988" indent="-280988" algn="l" rtl="0" eaLnBrk="0" fontAlgn="base" hangingPunct="0">
        <a:lnSpc>
          <a:spcPct val="90000"/>
        </a:lnSpc>
        <a:spcBef>
          <a:spcPct val="60000"/>
        </a:spcBef>
        <a:spcAft>
          <a:spcPct val="0"/>
        </a:spcAft>
        <a:buClr>
          <a:srgbClr val="CC9900"/>
        </a:buClr>
        <a:buFont typeface="Wingdings" panose="05000000000000000000" pitchFamily="2" charset="2"/>
        <a:buChar char="v"/>
        <a:defRPr sz="2200">
          <a:solidFill>
            <a:schemeClr val="tx1"/>
          </a:solidFill>
          <a:latin typeface="+mn-lt"/>
          <a:ea typeface="+mn-ea"/>
          <a:cs typeface="+mn-cs"/>
        </a:defRPr>
      </a:lvl1pPr>
      <a:lvl2pPr marL="862013" indent="-404813" algn="l" rtl="0" eaLnBrk="0" fontAlgn="base" hangingPunct="0">
        <a:lnSpc>
          <a:spcPct val="90000"/>
        </a:lnSpc>
        <a:spcBef>
          <a:spcPct val="60000"/>
        </a:spcBef>
        <a:spcAft>
          <a:spcPct val="0"/>
        </a:spcAft>
        <a:buClr>
          <a:srgbClr val="CC9900"/>
        </a:buClr>
        <a:buFont typeface="Courier New" panose="02070309020205020404" pitchFamily="49" charset="0"/>
        <a:buChar char="o"/>
        <a:defRPr sz="2200">
          <a:solidFill>
            <a:schemeClr val="tx1"/>
          </a:solidFill>
          <a:latin typeface="+mn-lt"/>
        </a:defRPr>
      </a:lvl2pPr>
      <a:lvl3pPr marL="1204913" indent="-228600" algn="l" rtl="0" eaLnBrk="0" fontAlgn="base" hangingPunct="0">
        <a:lnSpc>
          <a:spcPct val="90000"/>
        </a:lnSpc>
        <a:spcBef>
          <a:spcPct val="60000"/>
        </a:spcBef>
        <a:spcAft>
          <a:spcPct val="0"/>
        </a:spcAft>
        <a:buClr>
          <a:srgbClr val="CC9900"/>
        </a:buClr>
        <a:buFont typeface="Wingdings" panose="05000000000000000000" pitchFamily="2" charset="2"/>
        <a:buChar char="§"/>
        <a:defRPr sz="2200">
          <a:solidFill>
            <a:schemeClr val="tx1"/>
          </a:solidFill>
          <a:latin typeface="+mn-lt"/>
        </a:defRPr>
      </a:lvl3pPr>
      <a:lvl4pPr marL="1600200" indent="-228600" algn="l" rtl="0" eaLnBrk="0" fontAlgn="base" hangingPunct="0">
        <a:lnSpc>
          <a:spcPct val="90000"/>
        </a:lnSpc>
        <a:spcBef>
          <a:spcPct val="60000"/>
        </a:spcBef>
        <a:spcAft>
          <a:spcPct val="0"/>
        </a:spcAft>
        <a:buClr>
          <a:srgbClr val="CC9900"/>
        </a:buClr>
        <a:buFont typeface="Wingdings" panose="05000000000000000000" pitchFamily="2" charset="2"/>
        <a:buChar char="Ø"/>
        <a:defRPr sz="2200">
          <a:solidFill>
            <a:schemeClr val="tx1"/>
          </a:solidFill>
          <a:latin typeface="+mn-lt"/>
        </a:defRPr>
      </a:lvl4pPr>
      <a:lvl5pPr marL="2057400" indent="-228600" algn="l" rtl="0" eaLnBrk="0" fontAlgn="base" hangingPunct="0">
        <a:lnSpc>
          <a:spcPct val="90000"/>
        </a:lnSpc>
        <a:spcBef>
          <a:spcPct val="60000"/>
        </a:spcBef>
        <a:spcAft>
          <a:spcPct val="0"/>
        </a:spcAft>
        <a:buClr>
          <a:srgbClr val="CC9900"/>
        </a:buClr>
        <a:buChar char="•"/>
        <a:defRPr sz="2200">
          <a:solidFill>
            <a:schemeClr val="tx1"/>
          </a:solidFill>
          <a:latin typeface="+mn-lt"/>
        </a:defRPr>
      </a:lvl5pPr>
      <a:lvl6pPr marL="2514600" indent="-228600" algn="l" rtl="0" fontAlgn="base">
        <a:lnSpc>
          <a:spcPct val="90000"/>
        </a:lnSpc>
        <a:spcBef>
          <a:spcPct val="60000"/>
        </a:spcBef>
        <a:spcAft>
          <a:spcPct val="0"/>
        </a:spcAft>
        <a:buClr>
          <a:srgbClr val="CC9900"/>
        </a:buClr>
        <a:buChar char="•"/>
        <a:defRPr sz="2200">
          <a:solidFill>
            <a:schemeClr val="tx1"/>
          </a:solidFill>
          <a:latin typeface="+mn-lt"/>
        </a:defRPr>
      </a:lvl6pPr>
      <a:lvl7pPr marL="2971800" indent="-228600" algn="l" rtl="0" fontAlgn="base">
        <a:lnSpc>
          <a:spcPct val="90000"/>
        </a:lnSpc>
        <a:spcBef>
          <a:spcPct val="60000"/>
        </a:spcBef>
        <a:spcAft>
          <a:spcPct val="0"/>
        </a:spcAft>
        <a:buClr>
          <a:srgbClr val="CC9900"/>
        </a:buClr>
        <a:buChar char="•"/>
        <a:defRPr sz="2200">
          <a:solidFill>
            <a:schemeClr val="tx1"/>
          </a:solidFill>
          <a:latin typeface="+mn-lt"/>
        </a:defRPr>
      </a:lvl7pPr>
      <a:lvl8pPr marL="3429000" indent="-228600" algn="l" rtl="0" fontAlgn="base">
        <a:lnSpc>
          <a:spcPct val="90000"/>
        </a:lnSpc>
        <a:spcBef>
          <a:spcPct val="60000"/>
        </a:spcBef>
        <a:spcAft>
          <a:spcPct val="0"/>
        </a:spcAft>
        <a:buClr>
          <a:srgbClr val="CC9900"/>
        </a:buClr>
        <a:buChar char="•"/>
        <a:defRPr sz="2200">
          <a:solidFill>
            <a:schemeClr val="tx1"/>
          </a:solidFill>
          <a:latin typeface="+mn-lt"/>
        </a:defRPr>
      </a:lvl8pPr>
      <a:lvl9pPr marL="3886200" indent="-228600" algn="l" rtl="0" fontAlgn="base">
        <a:lnSpc>
          <a:spcPct val="90000"/>
        </a:lnSpc>
        <a:spcBef>
          <a:spcPct val="60000"/>
        </a:spcBef>
        <a:spcAft>
          <a:spcPct val="0"/>
        </a:spcAft>
        <a:buClr>
          <a:srgbClr val="CC9900"/>
        </a:buClr>
        <a:buChar char="•"/>
        <a:defRPr sz="2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pPr>
              <a:defRPr/>
            </a:pPr>
            <a:fld id="{CF8F8F92-8C9B-49C6-92CD-CA5D0C0B9731}" type="datetimeFigureOut">
              <a:rPr lang="en-US" smtClean="0"/>
              <a:pPr>
                <a:defRPr/>
              </a:pPr>
              <a:t>9/7/2026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pPr>
              <a:defRPr/>
            </a:pPr>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pPr>
              <a:defRPr/>
            </a:pPr>
            <a:fld id="{AE851B7A-329B-453A-AF0A-05CCB915C69D}" type="slidenum">
              <a:rPr lang="en-US" smtClean="0"/>
              <a:pPr>
                <a:defRPr/>
              </a:pPr>
              <a:t>‹#›</a:t>
            </a:fld>
            <a:endParaRPr lang="en-US"/>
          </a:p>
        </p:txBody>
      </p:sp>
    </p:spTree>
    <p:extLst>
      <p:ext uri="{BB962C8B-B14F-4D97-AF65-F5344CB8AC3E}">
        <p14:creationId xmlns:p14="http://schemas.microsoft.com/office/powerpoint/2010/main" val="4198320061"/>
      </p:ext>
    </p:extLst>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 id="2147484061"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jpeg"/><Relationship Id="rId7" Type="http://schemas.openxmlformats.org/officeDocument/2006/relationships/diagramColors" Target="../diagrams/colors2.xm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2.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jpeg"/><Relationship Id="rId7" Type="http://schemas.openxmlformats.org/officeDocument/2006/relationships/diagramColors" Target="../diagrams/colors3.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jpeg"/><Relationship Id="rId7" Type="http://schemas.openxmlformats.org/officeDocument/2006/relationships/diagramColors" Target="../diagrams/colors4.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4.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jpeg"/><Relationship Id="rId7" Type="http://schemas.openxmlformats.org/officeDocument/2006/relationships/diagramColors" Target="../diagrams/colors5.xm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5.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jpeg"/><Relationship Id="rId7" Type="http://schemas.openxmlformats.org/officeDocument/2006/relationships/diagramColors" Target="../diagrams/colors6.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3.jpeg"/><Relationship Id="rId7" Type="http://schemas.openxmlformats.org/officeDocument/2006/relationships/diagramColors" Target="../diagrams/colors7.xml"/><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23.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jpeg"/><Relationship Id="rId7" Type="http://schemas.openxmlformats.org/officeDocument/2006/relationships/diagramColors" Target="../diagrams/colors8.xml"/><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3.jpeg"/><Relationship Id="rId7" Type="http://schemas.openxmlformats.org/officeDocument/2006/relationships/diagramColors" Target="../diagrams/colors9.xml"/><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2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3.jpeg"/><Relationship Id="rId7" Type="http://schemas.openxmlformats.org/officeDocument/2006/relationships/diagramColors" Target="../diagrams/colors10.xml"/><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30.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3.jpeg"/><Relationship Id="rId7" Type="http://schemas.openxmlformats.org/officeDocument/2006/relationships/diagramColors" Target="../diagrams/colors11.xml"/><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31.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3.jpeg"/><Relationship Id="rId7" Type="http://schemas.openxmlformats.org/officeDocument/2006/relationships/diagramColors" Target="../diagrams/colors12.xml"/><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13.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13.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stethoscope and a family&#10;&#10;Description automatically generated">
            <a:extLst>
              <a:ext uri="{FF2B5EF4-FFF2-40B4-BE49-F238E27FC236}">
                <a16:creationId xmlns:a16="http://schemas.microsoft.com/office/drawing/2014/main" id="{13179295-8E2B-BBCA-6A04-D9A49B69A318}"/>
              </a:ext>
            </a:extLst>
          </p:cNvPr>
          <p:cNvPicPr>
            <a:picLocks noChangeAspect="1"/>
          </p:cNvPicPr>
          <p:nvPr/>
        </p:nvPicPr>
        <p:blipFill rotWithShape="1">
          <a:blip r:embed="rId2">
            <a:extLst>
              <a:ext uri="{28A0092B-C50C-407E-A947-70E740481C1C}">
                <a14:useLocalDpi xmlns:a14="http://schemas.microsoft.com/office/drawing/2010/main" val="0"/>
              </a:ext>
            </a:extLst>
          </a:blip>
          <a:srcRect t="20516" r="-1" b="17795"/>
          <a:stretch/>
        </p:blipFill>
        <p:spPr>
          <a:xfrm>
            <a:off x="1" y="-5"/>
            <a:ext cx="12191695" cy="5020241"/>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13" name="Freeform: Shape 12">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5" name="Freeform 5">
            <a:extLst>
              <a:ext uri="{FF2B5EF4-FFF2-40B4-BE49-F238E27FC236}">
                <a16:creationId xmlns:a16="http://schemas.microsoft.com/office/drawing/2014/main" id="{C91E93A7-6C7F-4F77-9CB0-280D958EF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18999B26-77BD-22E0-7AFF-156CB09E9D7C}"/>
              </a:ext>
            </a:extLst>
          </p:cNvPr>
          <p:cNvSpPr>
            <a:spLocks noGrp="1"/>
          </p:cNvSpPr>
          <p:nvPr>
            <p:ph type="ctrTitle"/>
          </p:nvPr>
        </p:nvSpPr>
        <p:spPr>
          <a:xfrm>
            <a:off x="892199" y="4854346"/>
            <a:ext cx="10407602" cy="868026"/>
          </a:xfrm>
        </p:spPr>
        <p:txBody>
          <a:bodyPr>
            <a:normAutofit/>
          </a:bodyPr>
          <a:lstStyle/>
          <a:p>
            <a:pPr algn="ctr">
              <a:lnSpc>
                <a:spcPct val="90000"/>
              </a:lnSpc>
            </a:pPr>
            <a:r>
              <a:rPr lang="en-US" sz="3100" b="1" dirty="0">
                <a:solidFill>
                  <a:srgbClr val="EBEBEB"/>
                </a:solidFill>
              </a:rPr>
              <a:t>Family as A Client: Applying the Nursing Process</a:t>
            </a:r>
          </a:p>
        </p:txBody>
      </p:sp>
      <p:sp>
        <p:nvSpPr>
          <p:cNvPr id="3" name="Subtitle 2">
            <a:extLst>
              <a:ext uri="{FF2B5EF4-FFF2-40B4-BE49-F238E27FC236}">
                <a16:creationId xmlns:a16="http://schemas.microsoft.com/office/drawing/2014/main" id="{899F8887-B308-36F7-DFBE-99793C614F6A}"/>
              </a:ext>
            </a:extLst>
          </p:cNvPr>
          <p:cNvSpPr>
            <a:spLocks noGrp="1"/>
          </p:cNvSpPr>
          <p:nvPr>
            <p:ph type="subTitle" idx="1"/>
          </p:nvPr>
        </p:nvSpPr>
        <p:spPr>
          <a:xfrm>
            <a:off x="892199" y="5722374"/>
            <a:ext cx="10407602" cy="487924"/>
          </a:xfrm>
        </p:spPr>
        <p:txBody>
          <a:bodyPr>
            <a:normAutofit/>
          </a:bodyPr>
          <a:lstStyle/>
          <a:p>
            <a:pPr algn="ctr"/>
            <a:r>
              <a:rPr lang="en-US" b="1" dirty="0">
                <a:solidFill>
                  <a:srgbClr val="FFFF00"/>
                </a:solidFill>
              </a:rPr>
              <a:t>NUR415, October 2025</a:t>
            </a:r>
          </a:p>
        </p:txBody>
      </p:sp>
      <p:sp>
        <p:nvSpPr>
          <p:cNvPr id="17"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42856" y="3785499"/>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40000"/>
            </a:schemeClr>
          </a:solidFill>
          <a:ln>
            <a:noFill/>
          </a:ln>
        </p:spPr>
        <p:txBody>
          <a:bodyPr rtlCol="0" anchor="ctr"/>
          <a:lstStyle/>
          <a:p>
            <a:pPr algn="ctr"/>
            <a:endParaRPr lang="en-US">
              <a:solidFill>
                <a:schemeClr val="tx1"/>
              </a:solidFill>
            </a:endParaRPr>
          </a:p>
        </p:txBody>
      </p:sp>
      <p:pic>
        <p:nvPicPr>
          <p:cNvPr id="8" name="Picture 7" descr="A logo with text and symbols&#10;&#10;Description automatically generated">
            <a:extLst>
              <a:ext uri="{FF2B5EF4-FFF2-40B4-BE49-F238E27FC236}">
                <a16:creationId xmlns:a16="http://schemas.microsoft.com/office/drawing/2014/main" id="{B50604D2-58D2-9B46-C4F3-DF105DE91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 y="-6"/>
            <a:ext cx="526542" cy="609605"/>
          </a:xfrm>
          <a:prstGeom prst="rect">
            <a:avLst/>
          </a:prstGeom>
        </p:spPr>
      </p:pic>
    </p:spTree>
    <p:extLst>
      <p:ext uri="{BB962C8B-B14F-4D97-AF65-F5344CB8AC3E}">
        <p14:creationId xmlns:p14="http://schemas.microsoft.com/office/powerpoint/2010/main" val="3469247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42">
            <a:extLst>
              <a:ext uri="{FF2B5EF4-FFF2-40B4-BE49-F238E27FC236}">
                <a16:creationId xmlns:a16="http://schemas.microsoft.com/office/drawing/2014/main" id="{783DE708-CFC8-2D23-0EA1-4222E6C0DC6A}"/>
              </a:ext>
            </a:extLst>
          </p:cNvPr>
          <p:cNvSpPr txBox="1">
            <a:spLocks noChangeArrowheads="1"/>
          </p:cNvSpPr>
          <p:nvPr/>
        </p:nvSpPr>
        <p:spPr bwMode="auto">
          <a:xfrm>
            <a:off x="819150" y="920593"/>
            <a:ext cx="5257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eaLnBrk="1" hangingPunct="1"/>
            <a:r>
              <a:rPr lang="en-US" altLang="en-US" sz="3600" b="1" dirty="0">
                <a:solidFill>
                  <a:srgbClr val="FFFF00"/>
                </a:solidFill>
              </a:rPr>
              <a:t>Learning Objectives</a:t>
            </a:r>
          </a:p>
        </p:txBody>
      </p:sp>
      <p:sp>
        <p:nvSpPr>
          <p:cNvPr id="17411" name="Content Placeholder 2">
            <a:extLst>
              <a:ext uri="{FF2B5EF4-FFF2-40B4-BE49-F238E27FC236}">
                <a16:creationId xmlns:a16="http://schemas.microsoft.com/office/drawing/2014/main" id="{EF812909-CFE3-7C90-B08D-A8C155BC2AD8}"/>
              </a:ext>
            </a:extLst>
          </p:cNvPr>
          <p:cNvSpPr>
            <a:spLocks noGrp="1" noChangeArrowheads="1"/>
          </p:cNvSpPr>
          <p:nvPr>
            <p:ph idx="1"/>
          </p:nvPr>
        </p:nvSpPr>
        <p:spPr>
          <a:xfrm>
            <a:off x="819150" y="2286001"/>
            <a:ext cx="10687050" cy="4192586"/>
          </a:xfrm>
        </p:spPr>
        <p:txBody>
          <a:bodyPr>
            <a:normAutofit fontScale="85000" lnSpcReduction="20000"/>
          </a:bodyPr>
          <a:lstStyle/>
          <a:p>
            <a:r>
              <a:rPr lang="en-US" altLang="en-US" sz="2900" b="1" dirty="0">
                <a:solidFill>
                  <a:srgbClr val="002060"/>
                </a:solidFill>
              </a:rPr>
              <a:t>At the end of this session, students will be able to:</a:t>
            </a:r>
          </a:p>
          <a:p>
            <a:pPr>
              <a:buFont typeface="Wingdings" panose="05000000000000000000" pitchFamily="2" charset="2"/>
              <a:buChar char="§"/>
            </a:pPr>
            <a:r>
              <a:rPr lang="en-US" sz="2000" dirty="0"/>
              <a:t>Define family health nursing. </a:t>
            </a:r>
          </a:p>
          <a:p>
            <a:pPr>
              <a:buFont typeface="Wingdings" panose="05000000000000000000" pitchFamily="2" charset="2"/>
              <a:buChar char="§"/>
            </a:pPr>
            <a:r>
              <a:rPr lang="en-US" sz="2000" dirty="0"/>
              <a:t>Analyze definitions of family. </a:t>
            </a:r>
          </a:p>
          <a:p>
            <a:pPr>
              <a:buFont typeface="Wingdings" panose="05000000000000000000" pitchFamily="2" charset="2"/>
              <a:buChar char="§"/>
            </a:pPr>
            <a:r>
              <a:rPr lang="en-US" sz="2000" dirty="0"/>
              <a:t>Discuss characteristics all families have in common.</a:t>
            </a:r>
          </a:p>
          <a:p>
            <a:pPr>
              <a:buFont typeface="Wingdings" panose="05000000000000000000" pitchFamily="2" charset="2"/>
              <a:buChar char="§"/>
            </a:pPr>
            <a:r>
              <a:rPr lang="en-US" sz="2000" dirty="0"/>
              <a:t>Identify types od family.</a:t>
            </a:r>
          </a:p>
          <a:p>
            <a:pPr>
              <a:buFont typeface="Wingdings" panose="05000000000000000000" pitchFamily="2" charset="2"/>
              <a:buChar char="§"/>
            </a:pPr>
            <a:r>
              <a:rPr lang="en-US" sz="2000" dirty="0"/>
              <a:t>Discuss skills used during home visits.</a:t>
            </a:r>
          </a:p>
          <a:p>
            <a:pPr>
              <a:buFont typeface="Wingdings" panose="05000000000000000000" pitchFamily="2" charset="2"/>
              <a:buChar char="§"/>
            </a:pPr>
            <a:r>
              <a:rPr lang="en-US" sz="2000" dirty="0"/>
              <a:t>Describe components of the family home visits.</a:t>
            </a:r>
          </a:p>
          <a:p>
            <a:pPr>
              <a:buFont typeface="Wingdings" panose="05000000000000000000" pitchFamily="2" charset="2"/>
              <a:buChar char="§"/>
            </a:pPr>
            <a:r>
              <a:rPr lang="en-US" sz="2000" dirty="0"/>
              <a:t>List specific safety measures the community/public health nurse should take when traveling to a home or making a home visit.</a:t>
            </a:r>
          </a:p>
          <a:p>
            <a:pPr>
              <a:buFont typeface="Wingdings" panose="05000000000000000000" pitchFamily="2" charset="2"/>
              <a:buChar char="§"/>
            </a:pPr>
            <a:r>
              <a:rPr lang="en-US" sz="2000" dirty="0"/>
              <a:t>Describe the data collection categories for family health assessment.</a:t>
            </a:r>
          </a:p>
          <a:p>
            <a:pPr>
              <a:buFont typeface="Wingdings" panose="05000000000000000000" pitchFamily="2" charset="2"/>
              <a:buChar char="§"/>
            </a:pPr>
            <a:r>
              <a:rPr lang="en-US" sz="2000" dirty="0"/>
              <a:t>List the five basic principles the community/public health nurse should follow when assessing family health.</a:t>
            </a:r>
          </a:p>
          <a:p>
            <a:pPr>
              <a:buFont typeface="Wingdings" panose="05000000000000000000" pitchFamily="2" charset="2"/>
              <a:buChar char="§"/>
            </a:pPr>
            <a:r>
              <a:rPr lang="en-US" sz="2000" dirty="0"/>
              <a:t>Describe the three types of evaluations that are necessary after family health interventions.</a:t>
            </a:r>
          </a:p>
          <a:p>
            <a:pPr marL="0" indent="0">
              <a:buNone/>
            </a:pPr>
            <a:endParaRPr lang="en-US" sz="1600" dirty="0"/>
          </a:p>
          <a:p>
            <a:endParaRPr lang="en-US" sz="1600" dirty="0"/>
          </a:p>
          <a:p>
            <a:endParaRPr lang="en-US" sz="1600" dirty="0"/>
          </a:p>
          <a:p>
            <a:endParaRPr lang="en-US" sz="1600" dirty="0"/>
          </a:p>
          <a:p>
            <a:pPr>
              <a:buFont typeface="Wingdings" panose="05000000000000000000" pitchFamily="2" charset="2"/>
              <a:buChar char="§"/>
            </a:pPr>
            <a:endParaRPr lang="en-US" sz="1600" dirty="0"/>
          </a:p>
          <a:p>
            <a:pPr>
              <a:buFont typeface="Wingdings" panose="05000000000000000000" pitchFamily="2" charset="2"/>
              <a:buChar char="§"/>
            </a:pPr>
            <a:endParaRPr lang="en-US" sz="1600" dirty="0"/>
          </a:p>
          <a:p>
            <a:pPr>
              <a:buFont typeface="Wingdings" panose="05000000000000000000" pitchFamily="2" charset="2"/>
              <a:buChar char="§"/>
            </a:pPr>
            <a:endParaRPr lang="en-US" sz="1600" dirty="0"/>
          </a:p>
        </p:txBody>
      </p:sp>
      <p:pic>
        <p:nvPicPr>
          <p:cNvPr id="18437" name="Picture 2" descr="Image result for Learning Objectives">
            <a:extLst>
              <a:ext uri="{FF2B5EF4-FFF2-40B4-BE49-F238E27FC236}">
                <a16:creationId xmlns:a16="http://schemas.microsoft.com/office/drawing/2014/main" id="{80028625-BD3F-E647-C318-845B3E53B3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5410200"/>
            <a:ext cx="1068388"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circle(in)">
                                      <p:cBhvr>
                                        <p:cTn id="7" dur="20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circle(in)">
                                      <p:cBhvr>
                                        <p:cTn id="12" dur="2000"/>
                                        <p:tgtEl>
                                          <p:spTgt spid="174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circle(in)">
                                      <p:cBhvr>
                                        <p:cTn id="17" dur="2000"/>
                                        <p:tgtEl>
                                          <p:spTgt spid="174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7411">
                                            <p:txEl>
                                              <p:pRg st="3" end="3"/>
                                            </p:txEl>
                                          </p:spTgt>
                                        </p:tgtEl>
                                        <p:attrNameLst>
                                          <p:attrName>style.visibility</p:attrName>
                                        </p:attrNameLst>
                                      </p:cBhvr>
                                      <p:to>
                                        <p:strVal val="visible"/>
                                      </p:to>
                                    </p:set>
                                    <p:animEffect transition="in" filter="circle(in)">
                                      <p:cBhvr>
                                        <p:cTn id="22" dur="2000"/>
                                        <p:tgtEl>
                                          <p:spTgt spid="174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7411">
                                            <p:txEl>
                                              <p:pRg st="4" end="4"/>
                                            </p:txEl>
                                          </p:spTgt>
                                        </p:tgtEl>
                                        <p:attrNameLst>
                                          <p:attrName>style.visibility</p:attrName>
                                        </p:attrNameLst>
                                      </p:cBhvr>
                                      <p:to>
                                        <p:strVal val="visible"/>
                                      </p:to>
                                    </p:set>
                                    <p:animEffect transition="in" filter="circle(in)">
                                      <p:cBhvr>
                                        <p:cTn id="27" dur="2000"/>
                                        <p:tgtEl>
                                          <p:spTgt spid="174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17411">
                                            <p:txEl>
                                              <p:pRg st="5" end="5"/>
                                            </p:txEl>
                                          </p:spTgt>
                                        </p:tgtEl>
                                        <p:attrNameLst>
                                          <p:attrName>style.visibility</p:attrName>
                                        </p:attrNameLst>
                                      </p:cBhvr>
                                      <p:to>
                                        <p:strVal val="visible"/>
                                      </p:to>
                                    </p:set>
                                    <p:animEffect transition="in" filter="circle(in)">
                                      <p:cBhvr>
                                        <p:cTn id="32" dur="2000"/>
                                        <p:tgtEl>
                                          <p:spTgt spid="174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17411">
                                            <p:txEl>
                                              <p:pRg st="6" end="6"/>
                                            </p:txEl>
                                          </p:spTgt>
                                        </p:tgtEl>
                                        <p:attrNameLst>
                                          <p:attrName>style.visibility</p:attrName>
                                        </p:attrNameLst>
                                      </p:cBhvr>
                                      <p:to>
                                        <p:strVal val="visible"/>
                                      </p:to>
                                    </p:set>
                                    <p:animEffect transition="in" filter="circle(in)">
                                      <p:cBhvr>
                                        <p:cTn id="37" dur="2000"/>
                                        <p:tgtEl>
                                          <p:spTgt spid="174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17411">
                                            <p:txEl>
                                              <p:pRg st="7" end="7"/>
                                            </p:txEl>
                                          </p:spTgt>
                                        </p:tgtEl>
                                        <p:attrNameLst>
                                          <p:attrName>style.visibility</p:attrName>
                                        </p:attrNameLst>
                                      </p:cBhvr>
                                      <p:to>
                                        <p:strVal val="visible"/>
                                      </p:to>
                                    </p:set>
                                    <p:animEffect transition="in" filter="circle(in)">
                                      <p:cBhvr>
                                        <p:cTn id="42" dur="2000"/>
                                        <p:tgtEl>
                                          <p:spTgt spid="174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nodeType="clickEffect">
                                  <p:stCondLst>
                                    <p:cond delay="0"/>
                                  </p:stCondLst>
                                  <p:childTnLst>
                                    <p:set>
                                      <p:cBhvr>
                                        <p:cTn id="46" dur="1" fill="hold">
                                          <p:stCondLst>
                                            <p:cond delay="0"/>
                                          </p:stCondLst>
                                        </p:cTn>
                                        <p:tgtEl>
                                          <p:spTgt spid="17411">
                                            <p:txEl>
                                              <p:pRg st="8" end="8"/>
                                            </p:txEl>
                                          </p:spTgt>
                                        </p:tgtEl>
                                        <p:attrNameLst>
                                          <p:attrName>style.visibility</p:attrName>
                                        </p:attrNameLst>
                                      </p:cBhvr>
                                      <p:to>
                                        <p:strVal val="visible"/>
                                      </p:to>
                                    </p:set>
                                    <p:animEffect transition="in" filter="circle(in)">
                                      <p:cBhvr>
                                        <p:cTn id="47" dur="2000"/>
                                        <p:tgtEl>
                                          <p:spTgt spid="1741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nodeType="clickEffect">
                                  <p:stCondLst>
                                    <p:cond delay="0"/>
                                  </p:stCondLst>
                                  <p:childTnLst>
                                    <p:set>
                                      <p:cBhvr>
                                        <p:cTn id="51" dur="1" fill="hold">
                                          <p:stCondLst>
                                            <p:cond delay="0"/>
                                          </p:stCondLst>
                                        </p:cTn>
                                        <p:tgtEl>
                                          <p:spTgt spid="17411">
                                            <p:txEl>
                                              <p:pRg st="9" end="9"/>
                                            </p:txEl>
                                          </p:spTgt>
                                        </p:tgtEl>
                                        <p:attrNameLst>
                                          <p:attrName>style.visibility</p:attrName>
                                        </p:attrNameLst>
                                      </p:cBhvr>
                                      <p:to>
                                        <p:strVal val="visible"/>
                                      </p:to>
                                    </p:set>
                                    <p:animEffect transition="in" filter="circle(in)">
                                      <p:cBhvr>
                                        <p:cTn id="52" dur="2000"/>
                                        <p:tgtEl>
                                          <p:spTgt spid="1741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nodeType="clickEffect">
                                  <p:stCondLst>
                                    <p:cond delay="0"/>
                                  </p:stCondLst>
                                  <p:childTnLst>
                                    <p:set>
                                      <p:cBhvr>
                                        <p:cTn id="56" dur="1" fill="hold">
                                          <p:stCondLst>
                                            <p:cond delay="0"/>
                                          </p:stCondLst>
                                        </p:cTn>
                                        <p:tgtEl>
                                          <p:spTgt spid="17411">
                                            <p:txEl>
                                              <p:pRg st="10" end="10"/>
                                            </p:txEl>
                                          </p:spTgt>
                                        </p:tgtEl>
                                        <p:attrNameLst>
                                          <p:attrName>style.visibility</p:attrName>
                                        </p:attrNameLst>
                                      </p:cBhvr>
                                      <p:to>
                                        <p:strVal val="visible"/>
                                      </p:to>
                                    </p:set>
                                    <p:animEffect transition="in" filter="circle(in)">
                                      <p:cBhvr>
                                        <p:cTn id="57" dur="2000"/>
                                        <p:tgtEl>
                                          <p:spTgt spid="1741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E2C4-E050-BFCD-ECC7-5F66F88A7E58}"/>
              </a:ext>
            </a:extLst>
          </p:cNvPr>
          <p:cNvSpPr>
            <a:spLocks noGrp="1"/>
          </p:cNvSpPr>
          <p:nvPr>
            <p:ph type="title"/>
          </p:nvPr>
        </p:nvSpPr>
        <p:spPr>
          <a:xfrm>
            <a:off x="1154954" y="973668"/>
            <a:ext cx="8761413" cy="706964"/>
          </a:xfrm>
        </p:spPr>
        <p:txBody>
          <a:bodyPr>
            <a:normAutofit/>
          </a:bodyPr>
          <a:lstStyle/>
          <a:p>
            <a:r>
              <a:rPr lang="en-US" b="1" dirty="0">
                <a:solidFill>
                  <a:srgbClr val="FFFF00"/>
                </a:solidFill>
              </a:rPr>
              <a:t>Introduction</a:t>
            </a:r>
          </a:p>
        </p:txBody>
      </p:sp>
      <p:sp>
        <p:nvSpPr>
          <p:cNvPr id="3" name="Content Placeholder 2">
            <a:extLst>
              <a:ext uri="{FF2B5EF4-FFF2-40B4-BE49-F238E27FC236}">
                <a16:creationId xmlns:a16="http://schemas.microsoft.com/office/drawing/2014/main" id="{8D2671E7-B5B0-2A18-2E68-3E9CAE4D87C3}"/>
              </a:ext>
            </a:extLst>
          </p:cNvPr>
          <p:cNvSpPr>
            <a:spLocks noGrp="1"/>
          </p:cNvSpPr>
          <p:nvPr>
            <p:ph idx="1"/>
          </p:nvPr>
        </p:nvSpPr>
        <p:spPr>
          <a:xfrm>
            <a:off x="457200" y="2603500"/>
            <a:ext cx="7095067" cy="3416300"/>
          </a:xfrm>
        </p:spPr>
        <p:txBody>
          <a:bodyPr anchor="ctr">
            <a:normAutofit lnSpcReduction="10000"/>
          </a:bodyPr>
          <a:lstStyle/>
          <a:p>
            <a:r>
              <a:rPr lang="en-US" sz="2000" dirty="0"/>
              <a:t>The family plays a critical role in the health of its members. </a:t>
            </a:r>
          </a:p>
          <a:p>
            <a:r>
              <a:rPr lang="en-US" sz="2000" dirty="0"/>
              <a:t>Health habits such as preventative care, diet, exercise, and physical activity are developed in the context of family. </a:t>
            </a:r>
          </a:p>
          <a:p>
            <a:r>
              <a:rPr lang="en-US" sz="2000" dirty="0"/>
              <a:t>Health beliefs, genetic influences, and care of the ill family member all take place within the family environment. </a:t>
            </a:r>
          </a:p>
          <a:p>
            <a:r>
              <a:rPr lang="en-US" sz="2000" dirty="0"/>
              <a:t>The community health nurse is in a unique position to influence and promote family health.</a:t>
            </a:r>
          </a:p>
        </p:txBody>
      </p:sp>
      <p:pic>
        <p:nvPicPr>
          <p:cNvPr id="2052" name="Picture 4" descr="Family Health Care Design, Vector Illustration Eps10 Graphic Royalty Free  SVG, Cliparts, Vectors, and Stock Illustration. Image 47576285.">
            <a:extLst>
              <a:ext uri="{FF2B5EF4-FFF2-40B4-BE49-F238E27FC236}">
                <a16:creationId xmlns:a16="http://schemas.microsoft.com/office/drawing/2014/main" id="{655266D2-2C41-C3EB-31CA-96A3B83AFD5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574483" y="2778068"/>
            <a:ext cx="2683767" cy="3067163"/>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883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6A45E-35B3-F902-415C-BA1CADBFDC83}"/>
              </a:ext>
            </a:extLst>
          </p:cNvPr>
          <p:cNvSpPr>
            <a:spLocks noGrp="1"/>
          </p:cNvSpPr>
          <p:nvPr>
            <p:ph type="title"/>
          </p:nvPr>
        </p:nvSpPr>
        <p:spPr>
          <a:xfrm>
            <a:off x="1154954" y="973668"/>
            <a:ext cx="8761413" cy="706964"/>
          </a:xfrm>
        </p:spPr>
        <p:txBody>
          <a:bodyPr>
            <a:normAutofit/>
          </a:bodyPr>
          <a:lstStyle/>
          <a:p>
            <a:r>
              <a:rPr lang="en-US" b="1" dirty="0">
                <a:solidFill>
                  <a:srgbClr val="FFFF00"/>
                </a:solidFill>
              </a:rPr>
              <a:t>Definitions</a:t>
            </a:r>
          </a:p>
        </p:txBody>
      </p:sp>
      <p:sp>
        <p:nvSpPr>
          <p:cNvPr id="3" name="Content Placeholder 2">
            <a:extLst>
              <a:ext uri="{FF2B5EF4-FFF2-40B4-BE49-F238E27FC236}">
                <a16:creationId xmlns:a16="http://schemas.microsoft.com/office/drawing/2014/main" id="{9957C0FD-539A-D6DE-D76E-9A5201206545}"/>
              </a:ext>
            </a:extLst>
          </p:cNvPr>
          <p:cNvSpPr>
            <a:spLocks noGrp="1"/>
          </p:cNvSpPr>
          <p:nvPr>
            <p:ph idx="1"/>
          </p:nvPr>
        </p:nvSpPr>
        <p:spPr>
          <a:xfrm>
            <a:off x="662995" y="3670464"/>
            <a:ext cx="8425234" cy="2425535"/>
          </a:xfrm>
        </p:spPr>
        <p:txBody>
          <a:bodyPr>
            <a:normAutofit/>
          </a:bodyPr>
          <a:lstStyle/>
          <a:p>
            <a:pPr marL="315468" indent="-315468" defTabSz="420624">
              <a:spcBef>
                <a:spcPts val="920"/>
              </a:spcBef>
            </a:pPr>
            <a:r>
              <a:rPr lang="en-US" sz="2400" b="0" i="0" kern="1200" dirty="0">
                <a:solidFill>
                  <a:schemeClr val="tx1">
                    <a:lumMod val="75000"/>
                    <a:lumOff val="25000"/>
                  </a:schemeClr>
                </a:solidFill>
                <a:latin typeface="+mn-lt"/>
                <a:ea typeface="+mn-ea"/>
                <a:cs typeface="+mn-cs"/>
              </a:rPr>
              <a:t>“The basic unit of society”</a:t>
            </a:r>
          </a:p>
          <a:p>
            <a:pPr marL="315468" indent="-315468" defTabSz="420624">
              <a:spcBef>
                <a:spcPts val="920"/>
              </a:spcBef>
            </a:pPr>
            <a:r>
              <a:rPr lang="en-US" sz="2400" b="0" i="0" kern="1200" dirty="0">
                <a:solidFill>
                  <a:schemeClr val="tx1">
                    <a:lumMod val="75000"/>
                    <a:lumOff val="25000"/>
                  </a:schemeClr>
                </a:solidFill>
                <a:latin typeface="+mn-lt"/>
                <a:ea typeface="+mn-ea"/>
                <a:cs typeface="+mn-cs"/>
              </a:rPr>
              <a:t>“two or more individuals who depend on one another for emotional, physical, and economical support.</a:t>
            </a:r>
          </a:p>
          <a:p>
            <a:pPr marL="315468" indent="-315468" defTabSz="420624">
              <a:spcBef>
                <a:spcPts val="920"/>
              </a:spcBef>
            </a:pPr>
            <a:r>
              <a:rPr lang="en-US" sz="2400" b="0" i="0" kern="1200" dirty="0">
                <a:solidFill>
                  <a:schemeClr val="tx1">
                    <a:lumMod val="75000"/>
                    <a:lumOff val="25000"/>
                  </a:schemeClr>
                </a:solidFill>
                <a:latin typeface="+mn-lt"/>
                <a:ea typeface="+mn-ea"/>
                <a:cs typeface="+mn-cs"/>
              </a:rPr>
              <a:t>“Family is who they say they are”</a:t>
            </a:r>
            <a:endParaRPr lang="en-US" sz="2800" dirty="0"/>
          </a:p>
        </p:txBody>
      </p:sp>
      <p:sp>
        <p:nvSpPr>
          <p:cNvPr id="5" name="TextBox 4">
            <a:extLst>
              <a:ext uri="{FF2B5EF4-FFF2-40B4-BE49-F238E27FC236}">
                <a16:creationId xmlns:a16="http://schemas.microsoft.com/office/drawing/2014/main" id="{7378FC82-0F5C-6860-38B1-DE0B43430642}"/>
              </a:ext>
            </a:extLst>
          </p:cNvPr>
          <p:cNvSpPr txBox="1"/>
          <p:nvPr/>
        </p:nvSpPr>
        <p:spPr>
          <a:xfrm>
            <a:off x="914400" y="2599837"/>
            <a:ext cx="5620662" cy="602024"/>
          </a:xfrm>
          <a:prstGeom prst="rect">
            <a:avLst/>
          </a:prstGeom>
          <a:noFill/>
        </p:spPr>
        <p:txBody>
          <a:bodyPr wrap="square">
            <a:spAutoFit/>
          </a:bodyPr>
          <a:lstStyle/>
          <a:p>
            <a:pPr defTabSz="420624">
              <a:spcAft>
                <a:spcPts val="600"/>
              </a:spcAft>
            </a:pPr>
            <a:r>
              <a:rPr lang="en-US" sz="3312" b="1" kern="1200" dirty="0">
                <a:solidFill>
                  <a:schemeClr val="accent3">
                    <a:lumMod val="50000"/>
                  </a:schemeClr>
                </a:solidFill>
                <a:latin typeface="Century Gothic" panose="020B0502020202020204" pitchFamily="34" charset="0"/>
                <a:ea typeface="+mn-ea"/>
                <a:cs typeface="+mn-cs"/>
              </a:rPr>
              <a:t>Family</a:t>
            </a:r>
            <a:endParaRPr lang="en-US" sz="3600" dirty="0">
              <a:solidFill>
                <a:schemeClr val="accent3">
                  <a:lumMod val="50000"/>
                </a:schemeClr>
              </a:solidFill>
            </a:endParaRPr>
          </a:p>
        </p:txBody>
      </p:sp>
      <p:pic>
        <p:nvPicPr>
          <p:cNvPr id="3074" name="Picture 2" descr="Family Images - Free Download on Freepik">
            <a:extLst>
              <a:ext uri="{FF2B5EF4-FFF2-40B4-BE49-F238E27FC236}">
                <a16:creationId xmlns:a16="http://schemas.microsoft.com/office/drawing/2014/main" id="{7503579E-883E-CF21-B049-5BCBFBA5D4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8229" y="3201861"/>
            <a:ext cx="2425536" cy="2425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3666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D4873-6F63-79F8-BBC7-62E48AB697B0}"/>
              </a:ext>
            </a:extLst>
          </p:cNvPr>
          <p:cNvSpPr>
            <a:spLocks noGrp="1"/>
          </p:cNvSpPr>
          <p:nvPr>
            <p:ph type="title"/>
          </p:nvPr>
        </p:nvSpPr>
        <p:spPr>
          <a:xfrm>
            <a:off x="1154954" y="973668"/>
            <a:ext cx="8761413" cy="706964"/>
          </a:xfrm>
        </p:spPr>
        <p:txBody>
          <a:bodyPr>
            <a:normAutofit/>
          </a:bodyPr>
          <a:lstStyle/>
          <a:p>
            <a:r>
              <a:rPr lang="en-US" b="1" dirty="0">
                <a:solidFill>
                  <a:srgbClr val="FFFF00"/>
                </a:solidFill>
              </a:rPr>
              <a:t>Definitions</a:t>
            </a:r>
            <a:endParaRPr lang="en-US" dirty="0">
              <a:solidFill>
                <a:srgbClr val="FFFF00"/>
              </a:solidFill>
            </a:endParaRPr>
          </a:p>
        </p:txBody>
      </p:sp>
      <p:pic>
        <p:nvPicPr>
          <p:cNvPr id="4098" name="Picture 2" descr="What Is Family Medicine? Doctors, Tests, Procedures and Expert Q&amp;A | Castle  Connolly">
            <a:extLst>
              <a:ext uri="{FF2B5EF4-FFF2-40B4-BE49-F238E27FC236}">
                <a16:creationId xmlns:a16="http://schemas.microsoft.com/office/drawing/2014/main" id="{3928FB44-FC36-085D-8124-6F3FEEF1CA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585" r="10819"/>
          <a:stretch/>
        </p:blipFill>
        <p:spPr bwMode="auto">
          <a:xfrm>
            <a:off x="1151467" y="2775951"/>
            <a:ext cx="4345024" cy="3067163"/>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20EF18F-E28B-DD5A-7678-D99591535E50}"/>
              </a:ext>
            </a:extLst>
          </p:cNvPr>
          <p:cNvSpPr>
            <a:spLocks noGrp="1"/>
          </p:cNvSpPr>
          <p:nvPr>
            <p:ph idx="1"/>
          </p:nvPr>
        </p:nvSpPr>
        <p:spPr>
          <a:xfrm>
            <a:off x="5980954" y="2603500"/>
            <a:ext cx="5830046" cy="3416300"/>
          </a:xfrm>
        </p:spPr>
        <p:txBody>
          <a:bodyPr anchor="ctr">
            <a:normAutofit/>
          </a:bodyPr>
          <a:lstStyle/>
          <a:p>
            <a:r>
              <a:rPr lang="en-US" sz="2800" b="1" dirty="0">
                <a:solidFill>
                  <a:schemeClr val="accent3">
                    <a:lumMod val="50000"/>
                  </a:schemeClr>
                </a:solidFill>
              </a:rPr>
              <a:t>Family Health: </a:t>
            </a:r>
          </a:p>
          <a:p>
            <a:pPr marL="0" indent="0" algn="just">
              <a:buNone/>
            </a:pPr>
            <a:r>
              <a:rPr lang="en-US" sz="2200" dirty="0"/>
              <a:t>“Dynamic changing state of wellbeing, which includes the biological, psychological, spiritual, sociological, and culture factors of individual members and the whole family system”</a:t>
            </a:r>
          </a:p>
        </p:txBody>
      </p:sp>
    </p:spTree>
    <p:extLst>
      <p:ext uri="{BB962C8B-B14F-4D97-AF65-F5344CB8AC3E}">
        <p14:creationId xmlns:p14="http://schemas.microsoft.com/office/powerpoint/2010/main" val="2603318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D4873-6F63-79F8-BBC7-62E48AB697B0}"/>
              </a:ext>
            </a:extLst>
          </p:cNvPr>
          <p:cNvSpPr>
            <a:spLocks noGrp="1"/>
          </p:cNvSpPr>
          <p:nvPr>
            <p:ph type="title"/>
          </p:nvPr>
        </p:nvSpPr>
        <p:spPr/>
        <p:txBody>
          <a:bodyPr/>
          <a:lstStyle/>
          <a:p>
            <a:r>
              <a:rPr lang="en-US" sz="3600" b="1" dirty="0">
                <a:solidFill>
                  <a:srgbClr val="FFFF00"/>
                </a:solidFill>
              </a:rPr>
              <a:t>Definitions</a:t>
            </a:r>
            <a:endParaRPr lang="en-US" dirty="0"/>
          </a:p>
        </p:txBody>
      </p:sp>
      <p:sp>
        <p:nvSpPr>
          <p:cNvPr id="3" name="Content Placeholder 2">
            <a:extLst>
              <a:ext uri="{FF2B5EF4-FFF2-40B4-BE49-F238E27FC236}">
                <a16:creationId xmlns:a16="http://schemas.microsoft.com/office/drawing/2014/main" id="{520EF18F-E28B-DD5A-7678-D99591535E50}"/>
              </a:ext>
            </a:extLst>
          </p:cNvPr>
          <p:cNvSpPr>
            <a:spLocks noGrp="1"/>
          </p:cNvSpPr>
          <p:nvPr>
            <p:ph idx="1"/>
          </p:nvPr>
        </p:nvSpPr>
        <p:spPr>
          <a:xfrm>
            <a:off x="838200" y="2603499"/>
            <a:ext cx="6846045" cy="3416300"/>
          </a:xfrm>
        </p:spPr>
        <p:txBody>
          <a:bodyPr/>
          <a:lstStyle/>
          <a:p>
            <a:r>
              <a:rPr lang="en-US" sz="2400" b="1" dirty="0">
                <a:solidFill>
                  <a:schemeClr val="accent1">
                    <a:lumMod val="50000"/>
                  </a:schemeClr>
                </a:solidFill>
              </a:rPr>
              <a:t>Family Health Nursing: </a:t>
            </a:r>
          </a:p>
          <a:p>
            <a:pPr marL="0" indent="0" algn="just">
              <a:lnSpc>
                <a:spcPct val="150000"/>
              </a:lnSpc>
              <a:buNone/>
            </a:pPr>
            <a:r>
              <a:rPr lang="en-US" sz="2400" dirty="0"/>
              <a:t>"The practical science of preventative and remedial support to the family in order to help the family system unit independently and maintain &amp; improve its family functions.”</a:t>
            </a:r>
          </a:p>
        </p:txBody>
      </p:sp>
      <p:pic>
        <p:nvPicPr>
          <p:cNvPr id="5122" name="Picture 2" descr="Family Health Nursing: Promoting the Health of Families | Joomla 4 -  NursingWritingServices.com">
            <a:extLst>
              <a:ext uri="{FF2B5EF4-FFF2-40B4-BE49-F238E27FC236}">
                <a16:creationId xmlns:a16="http://schemas.microsoft.com/office/drawing/2014/main" id="{7EA70585-4FFD-F64A-2727-E2347CD573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3240087"/>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434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7A97A-F85F-3DD9-6545-796B8BF4111A}"/>
              </a:ext>
            </a:extLst>
          </p:cNvPr>
          <p:cNvSpPr>
            <a:spLocks noGrp="1"/>
          </p:cNvSpPr>
          <p:nvPr>
            <p:ph type="title"/>
          </p:nvPr>
        </p:nvSpPr>
        <p:spPr/>
        <p:txBody>
          <a:bodyPr/>
          <a:lstStyle/>
          <a:p>
            <a:r>
              <a:rPr lang="en-US" b="1" dirty="0">
                <a:solidFill>
                  <a:srgbClr val="FFFF00"/>
                </a:solidFill>
              </a:rPr>
              <a:t>Universal Characteristics of Families</a:t>
            </a:r>
          </a:p>
        </p:txBody>
      </p:sp>
      <p:sp>
        <p:nvSpPr>
          <p:cNvPr id="3" name="Content Placeholder 2">
            <a:extLst>
              <a:ext uri="{FF2B5EF4-FFF2-40B4-BE49-F238E27FC236}">
                <a16:creationId xmlns:a16="http://schemas.microsoft.com/office/drawing/2014/main" id="{5C601802-39E2-6F43-07D3-81D9EC00AAAD}"/>
              </a:ext>
            </a:extLst>
          </p:cNvPr>
          <p:cNvSpPr>
            <a:spLocks noGrp="1"/>
          </p:cNvSpPr>
          <p:nvPr>
            <p:ph idx="1"/>
          </p:nvPr>
        </p:nvSpPr>
        <p:spPr>
          <a:xfrm>
            <a:off x="914400" y="2514600"/>
            <a:ext cx="9066213" cy="3962400"/>
          </a:xfrm>
        </p:spPr>
        <p:txBody>
          <a:bodyPr>
            <a:normAutofit fontScale="62500" lnSpcReduction="20000"/>
          </a:bodyPr>
          <a:lstStyle/>
          <a:p>
            <a:pPr marL="0" indent="0">
              <a:lnSpc>
                <a:spcPct val="150000"/>
              </a:lnSpc>
              <a:buNone/>
            </a:pPr>
            <a:r>
              <a:rPr lang="en-US" sz="2400" dirty="0"/>
              <a:t>1. Every family is a small social system.</a:t>
            </a:r>
          </a:p>
          <a:p>
            <a:pPr marL="635000">
              <a:lnSpc>
                <a:spcPct val="150000"/>
              </a:lnSpc>
            </a:pPr>
            <a:r>
              <a:rPr lang="en-US" sz="2400" dirty="0"/>
              <a:t>Families are interdependent.</a:t>
            </a:r>
          </a:p>
          <a:p>
            <a:pPr marL="635000">
              <a:lnSpc>
                <a:spcPct val="150000"/>
              </a:lnSpc>
            </a:pPr>
            <a:r>
              <a:rPr lang="en-US" sz="2400" dirty="0"/>
              <a:t>Families maintain boundaries.</a:t>
            </a:r>
          </a:p>
          <a:p>
            <a:pPr marL="635000">
              <a:lnSpc>
                <a:spcPct val="150000"/>
              </a:lnSpc>
            </a:pPr>
            <a:r>
              <a:rPr lang="en-US" sz="2400" dirty="0"/>
              <a:t>Families exchange energy with their environments.</a:t>
            </a:r>
          </a:p>
          <a:p>
            <a:pPr marL="635000">
              <a:lnSpc>
                <a:spcPct val="150000"/>
              </a:lnSpc>
            </a:pPr>
            <a:r>
              <a:rPr lang="en-US" sz="2400" dirty="0"/>
              <a:t>Families adapt.</a:t>
            </a:r>
          </a:p>
          <a:p>
            <a:pPr marL="635000">
              <a:lnSpc>
                <a:spcPct val="150000"/>
              </a:lnSpc>
            </a:pPr>
            <a:r>
              <a:rPr lang="en-US" sz="2400" dirty="0"/>
              <a:t>Families are goal oriented (providing love, security, and a sense of belonging).</a:t>
            </a:r>
          </a:p>
          <a:p>
            <a:pPr marL="0" indent="0">
              <a:lnSpc>
                <a:spcPct val="150000"/>
              </a:lnSpc>
              <a:buNone/>
            </a:pPr>
            <a:r>
              <a:rPr lang="en-US" sz="2400" dirty="0"/>
              <a:t>2. Every family moves through stages in its life cycle.</a:t>
            </a:r>
          </a:p>
          <a:p>
            <a:pPr marL="0" indent="0">
              <a:lnSpc>
                <a:spcPct val="150000"/>
              </a:lnSpc>
              <a:buNone/>
            </a:pPr>
            <a:r>
              <a:rPr lang="en-US" sz="2400" dirty="0"/>
              <a:t>3. Every family has its own cultural values and rules. </a:t>
            </a:r>
          </a:p>
          <a:p>
            <a:pPr marL="0" indent="0">
              <a:lnSpc>
                <a:spcPct val="150000"/>
              </a:lnSpc>
              <a:buNone/>
            </a:pPr>
            <a:r>
              <a:rPr lang="en-US" sz="2400" dirty="0"/>
              <a:t>4. Family members share certain values that affect their behavior.</a:t>
            </a:r>
          </a:p>
        </p:txBody>
      </p:sp>
      <p:pic>
        <p:nvPicPr>
          <p:cNvPr id="6146" name="Picture 2" descr="Escalating role of family as a social structure - Research-Methodology">
            <a:extLst>
              <a:ext uri="{FF2B5EF4-FFF2-40B4-BE49-F238E27FC236}">
                <a16:creationId xmlns:a16="http://schemas.microsoft.com/office/drawing/2014/main" id="{8A87A5B0-811B-3995-766B-3D3A339A4A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8800" y="4419600"/>
            <a:ext cx="2428875"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795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B667C-AB83-D032-1F09-586C7A5F6E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39641-11E4-3941-4B52-B1F45FA64DD5}"/>
              </a:ext>
            </a:extLst>
          </p:cNvPr>
          <p:cNvSpPr>
            <a:spLocks noGrp="1"/>
          </p:cNvSpPr>
          <p:nvPr>
            <p:ph type="title"/>
          </p:nvPr>
        </p:nvSpPr>
        <p:spPr/>
        <p:txBody>
          <a:bodyPr/>
          <a:lstStyle/>
          <a:p>
            <a:r>
              <a:rPr lang="en-US" b="1" dirty="0">
                <a:solidFill>
                  <a:srgbClr val="FFFF00"/>
                </a:solidFill>
              </a:rPr>
              <a:t>Universal Characteristics of Families</a:t>
            </a:r>
          </a:p>
        </p:txBody>
      </p:sp>
      <p:sp>
        <p:nvSpPr>
          <p:cNvPr id="3" name="Content Placeholder 2">
            <a:extLst>
              <a:ext uri="{FF2B5EF4-FFF2-40B4-BE49-F238E27FC236}">
                <a16:creationId xmlns:a16="http://schemas.microsoft.com/office/drawing/2014/main" id="{C2F2582A-4756-6A72-FD12-D6AADF8FB69B}"/>
              </a:ext>
            </a:extLst>
          </p:cNvPr>
          <p:cNvSpPr>
            <a:spLocks noGrp="1"/>
          </p:cNvSpPr>
          <p:nvPr>
            <p:ph idx="1"/>
          </p:nvPr>
        </p:nvSpPr>
        <p:spPr>
          <a:xfrm>
            <a:off x="609600" y="2286000"/>
            <a:ext cx="9371013" cy="4343400"/>
          </a:xfrm>
        </p:spPr>
        <p:txBody>
          <a:bodyPr>
            <a:normAutofit fontScale="62500" lnSpcReduction="20000"/>
          </a:bodyPr>
          <a:lstStyle/>
          <a:p>
            <a:pPr marL="0" indent="0">
              <a:lnSpc>
                <a:spcPct val="150000"/>
              </a:lnSpc>
              <a:buNone/>
            </a:pPr>
            <a:r>
              <a:rPr lang="en-US" sz="2400" dirty="0"/>
              <a:t>5. Certain roles are defined for family members. </a:t>
            </a:r>
          </a:p>
          <a:p>
            <a:pPr marL="0" indent="0">
              <a:lnSpc>
                <a:spcPct val="150000"/>
              </a:lnSpc>
              <a:buNone/>
            </a:pPr>
            <a:r>
              <a:rPr lang="en-US" sz="2400" dirty="0"/>
              <a:t>6. A family's culture influences its distribution and use of power. </a:t>
            </a:r>
          </a:p>
          <a:p>
            <a:pPr marL="0" indent="0">
              <a:lnSpc>
                <a:spcPct val="150000"/>
              </a:lnSpc>
              <a:buNone/>
            </a:pPr>
            <a:r>
              <a:rPr lang="en-US" sz="2400" dirty="0"/>
              <a:t>7. Every family has structure.</a:t>
            </a:r>
          </a:p>
          <a:p>
            <a:pPr marL="0" indent="0">
              <a:lnSpc>
                <a:spcPct val="150000"/>
              </a:lnSpc>
              <a:buNone/>
            </a:pPr>
            <a:r>
              <a:rPr lang="en-US" sz="2400" dirty="0"/>
              <a:t>8. Every family has certain basic functions: </a:t>
            </a:r>
          </a:p>
          <a:p>
            <a:pPr marL="914400">
              <a:lnSpc>
                <a:spcPct val="150000"/>
              </a:lnSpc>
            </a:pPr>
            <a:r>
              <a:rPr lang="en-US" sz="2400" dirty="0"/>
              <a:t>Providing affection </a:t>
            </a:r>
          </a:p>
          <a:p>
            <a:pPr marL="914400">
              <a:lnSpc>
                <a:spcPct val="150000"/>
              </a:lnSpc>
            </a:pPr>
            <a:r>
              <a:rPr lang="en-US" sz="2400" dirty="0"/>
              <a:t>Providing security </a:t>
            </a:r>
          </a:p>
          <a:p>
            <a:pPr marL="914400">
              <a:lnSpc>
                <a:spcPct val="150000"/>
              </a:lnSpc>
            </a:pPr>
            <a:r>
              <a:rPr lang="en-US" sz="2400" dirty="0"/>
              <a:t>Instilling identity </a:t>
            </a:r>
          </a:p>
          <a:p>
            <a:pPr marL="914400">
              <a:lnSpc>
                <a:spcPct val="150000"/>
              </a:lnSpc>
            </a:pPr>
            <a:r>
              <a:rPr lang="en-US" sz="2400" dirty="0"/>
              <a:t>Promoting affiliation </a:t>
            </a:r>
          </a:p>
          <a:p>
            <a:pPr marL="914400">
              <a:lnSpc>
                <a:spcPct val="150000"/>
              </a:lnSpc>
            </a:pPr>
            <a:r>
              <a:rPr lang="en-US" sz="2400" dirty="0"/>
              <a:t>Providing socialization </a:t>
            </a:r>
          </a:p>
          <a:p>
            <a:pPr marL="914400">
              <a:lnSpc>
                <a:spcPct val="150000"/>
              </a:lnSpc>
            </a:pPr>
            <a:r>
              <a:rPr lang="en-US" sz="2400" dirty="0"/>
              <a:t>Establishing controls</a:t>
            </a:r>
          </a:p>
        </p:txBody>
      </p:sp>
      <p:pic>
        <p:nvPicPr>
          <p:cNvPr id="6146" name="Picture 2" descr="Escalating role of family as a social structure - Research-Methodology">
            <a:extLst>
              <a:ext uri="{FF2B5EF4-FFF2-40B4-BE49-F238E27FC236}">
                <a16:creationId xmlns:a16="http://schemas.microsoft.com/office/drawing/2014/main" id="{1D6787F9-EDCE-E18E-F5EC-0F442A4292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8800" y="4419600"/>
            <a:ext cx="2428875"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4715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DC30E15-013A-8A3A-91BC-EAECA1BB550D}"/>
              </a:ext>
            </a:extLst>
          </p:cNvPr>
          <p:cNvSpPr>
            <a:spLocks noGrp="1"/>
          </p:cNvSpPr>
          <p:nvPr>
            <p:ph type="title"/>
          </p:nvPr>
        </p:nvSpPr>
        <p:spPr>
          <a:xfrm>
            <a:off x="1154954" y="973668"/>
            <a:ext cx="8761413" cy="706964"/>
          </a:xfrm>
        </p:spPr>
        <p:txBody>
          <a:bodyPr/>
          <a:lstStyle/>
          <a:p>
            <a:r>
              <a:rPr lang="en-US" b="1" dirty="0">
                <a:solidFill>
                  <a:srgbClr val="FFFF00"/>
                </a:solidFill>
              </a:rPr>
              <a:t>Family Stage of Development</a:t>
            </a:r>
          </a:p>
        </p:txBody>
      </p:sp>
      <p:pic>
        <p:nvPicPr>
          <p:cNvPr id="6" name="Picture 5">
            <a:extLst>
              <a:ext uri="{FF2B5EF4-FFF2-40B4-BE49-F238E27FC236}">
                <a16:creationId xmlns:a16="http://schemas.microsoft.com/office/drawing/2014/main" id="{DC0DCDB6-7121-ECC5-D7D5-13889C7EBECF}"/>
              </a:ext>
            </a:extLst>
          </p:cNvPr>
          <p:cNvPicPr>
            <a:picLocks noChangeAspect="1"/>
          </p:cNvPicPr>
          <p:nvPr/>
        </p:nvPicPr>
        <p:blipFill>
          <a:blip r:embed="rId2"/>
          <a:stretch>
            <a:fillRect/>
          </a:stretch>
        </p:blipFill>
        <p:spPr>
          <a:xfrm>
            <a:off x="2209800" y="2299944"/>
            <a:ext cx="7315200" cy="4558056"/>
          </a:xfrm>
          <a:prstGeom prst="rect">
            <a:avLst/>
          </a:prstGeom>
        </p:spPr>
      </p:pic>
    </p:spTree>
    <p:extLst>
      <p:ext uri="{BB962C8B-B14F-4D97-AF65-F5344CB8AC3E}">
        <p14:creationId xmlns:p14="http://schemas.microsoft.com/office/powerpoint/2010/main" val="1766047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456DA8E2-053D-70AB-5D34-94CD293AC03B}"/>
              </a:ext>
            </a:extLst>
          </p:cNvPr>
          <p:cNvSpPr>
            <a:spLocks noGrp="1"/>
          </p:cNvSpPr>
          <p:nvPr>
            <p:ph type="title"/>
          </p:nvPr>
        </p:nvSpPr>
        <p:spPr>
          <a:xfrm>
            <a:off x="1154954" y="973668"/>
            <a:ext cx="8761413" cy="706964"/>
          </a:xfrm>
        </p:spPr>
        <p:txBody>
          <a:bodyPr>
            <a:normAutofit/>
          </a:bodyPr>
          <a:lstStyle/>
          <a:p>
            <a:r>
              <a:rPr lang="en-PH" b="1" dirty="0">
                <a:solidFill>
                  <a:srgbClr val="FFFF00"/>
                </a:solidFill>
              </a:rPr>
              <a:t>Types of Families</a:t>
            </a:r>
            <a:endParaRPr lang="en-US" b="1" dirty="0">
              <a:solidFill>
                <a:srgbClr val="FFFF00"/>
              </a:solidFill>
            </a:endParaRPr>
          </a:p>
        </p:txBody>
      </p:sp>
      <p:sp>
        <p:nvSpPr>
          <p:cNvPr id="13" name="Rectangle 1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07EAF747-B3FA-D8D9-6399-06C9918FCF5D}"/>
              </a:ext>
            </a:extLst>
          </p:cNvPr>
          <p:cNvGraphicFramePr>
            <a:graphicFrameLocks noGrp="1"/>
          </p:cNvGraphicFramePr>
          <p:nvPr>
            <p:ph idx="1"/>
            <p:extLst>
              <p:ext uri="{D42A27DB-BD31-4B8C-83A1-F6EECF244321}">
                <p14:modId xmlns:p14="http://schemas.microsoft.com/office/powerpoint/2010/main" val="1250725781"/>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3075917"/>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a:extLst>
              <a:ext uri="{FF2B5EF4-FFF2-40B4-BE49-F238E27FC236}">
                <a16:creationId xmlns:a16="http://schemas.microsoft.com/office/drawing/2014/main" id="{76567D4C-E373-06E4-4A15-32B2031CE3E0}"/>
              </a:ext>
            </a:extLst>
          </p:cNvPr>
          <p:cNvSpPr>
            <a:spLocks noGrp="1"/>
          </p:cNvSpPr>
          <p:nvPr>
            <p:ph type="title"/>
          </p:nvPr>
        </p:nvSpPr>
        <p:spPr>
          <a:xfrm>
            <a:off x="423335" y="973667"/>
            <a:ext cx="4347630" cy="4833745"/>
          </a:xfrm>
        </p:spPr>
        <p:txBody>
          <a:bodyPr>
            <a:normAutofit/>
          </a:bodyPr>
          <a:lstStyle/>
          <a:p>
            <a:pPr algn="ctr"/>
            <a:r>
              <a:rPr lang="en-PH" b="1" dirty="0">
                <a:solidFill>
                  <a:srgbClr val="FFFF00"/>
                </a:solidFill>
              </a:rPr>
              <a:t>Types of Families </a:t>
            </a:r>
            <a:r>
              <a:rPr lang="en-PH" b="1" dirty="0">
                <a:solidFill>
                  <a:schemeClr val="accent5">
                    <a:lumMod val="40000"/>
                    <a:lumOff val="60000"/>
                  </a:schemeClr>
                </a:solidFill>
              </a:rPr>
              <a:t>“Traditional Families”</a:t>
            </a:r>
            <a:br>
              <a:rPr lang="en-PH" b="1" dirty="0">
                <a:solidFill>
                  <a:schemeClr val="accent5">
                    <a:lumMod val="40000"/>
                    <a:lumOff val="60000"/>
                  </a:schemeClr>
                </a:solidFill>
              </a:rPr>
            </a:br>
            <a:r>
              <a:rPr lang="en-US" sz="2000" dirty="0"/>
              <a:t>reflect structures that were historically considered the “norm” in many societies and reinforced by religion, education, and cultural institutions.</a:t>
            </a:r>
            <a:endParaRPr lang="en-US" b="1" dirty="0">
              <a:solidFill>
                <a:srgbClr val="EBEBEB"/>
              </a:solidFill>
            </a:endParaRP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13C867D0-34D8-9E9C-EF7B-34EB5310F4B1}"/>
              </a:ext>
            </a:extLst>
          </p:cNvPr>
          <p:cNvGraphicFramePr>
            <a:graphicFrameLocks noGrp="1"/>
          </p:cNvGraphicFramePr>
          <p:nvPr>
            <p:ph idx="1"/>
            <p:extLst>
              <p:ext uri="{D42A27DB-BD31-4B8C-83A1-F6EECF244321}">
                <p14:modId xmlns:p14="http://schemas.microsoft.com/office/powerpoint/2010/main" val="2772658666"/>
              </p:ext>
            </p:extLst>
          </p:nvPr>
        </p:nvGraphicFramePr>
        <p:xfrm>
          <a:off x="5194300" y="304800"/>
          <a:ext cx="6540500" cy="6019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11146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a:extLst>
              <a:ext uri="{FF2B5EF4-FFF2-40B4-BE49-F238E27FC236}">
                <a16:creationId xmlns:a16="http://schemas.microsoft.com/office/drawing/2014/main" id="{AC112F87-F3F3-D642-8636-60EE31AC2026}"/>
              </a:ext>
            </a:extLst>
          </p:cNvPr>
          <p:cNvSpPr>
            <a:spLocks noGrp="1"/>
          </p:cNvSpPr>
          <p:nvPr>
            <p:ph type="title"/>
          </p:nvPr>
        </p:nvSpPr>
        <p:spPr>
          <a:xfrm>
            <a:off x="791805" y="1012126"/>
            <a:ext cx="3490740" cy="4833745"/>
          </a:xfrm>
        </p:spPr>
        <p:txBody>
          <a:bodyPr>
            <a:normAutofit/>
          </a:bodyPr>
          <a:lstStyle/>
          <a:p>
            <a:pPr algn="ctr"/>
            <a:r>
              <a:rPr lang="en-PH" sz="2800" b="1" dirty="0">
                <a:solidFill>
                  <a:srgbClr val="FFFF00"/>
                </a:solidFill>
              </a:rPr>
              <a:t>Types of Families </a:t>
            </a:r>
            <a:r>
              <a:rPr lang="en-PH" sz="2800" b="1" dirty="0">
                <a:solidFill>
                  <a:schemeClr val="accent5">
                    <a:lumMod val="40000"/>
                    <a:lumOff val="60000"/>
                  </a:schemeClr>
                </a:solidFill>
              </a:rPr>
              <a:t>“Contemporary Families”</a:t>
            </a:r>
            <a:br>
              <a:rPr lang="en-PH" sz="2800" b="1" dirty="0">
                <a:solidFill>
                  <a:schemeClr val="accent5">
                    <a:lumMod val="40000"/>
                    <a:lumOff val="60000"/>
                  </a:schemeClr>
                </a:solidFill>
              </a:rPr>
            </a:br>
            <a:r>
              <a:rPr lang="en-US" sz="1600" dirty="0"/>
              <a:t>reflect social, cultural, and economic shifts that challenge the traditional “ideal.” These forms are increasingly accepted and visible in media, communities, and healthcare.</a:t>
            </a:r>
            <a:endParaRPr lang="en-US" sz="2800" dirty="0">
              <a:solidFill>
                <a:srgbClr val="EBEBEB"/>
              </a:solidFill>
            </a:endParaRP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30F23A66-7C12-E1D1-1CA4-E43741BB8543}"/>
              </a:ext>
            </a:extLst>
          </p:cNvPr>
          <p:cNvGraphicFramePr>
            <a:graphicFrameLocks noGrp="1"/>
          </p:cNvGraphicFramePr>
          <p:nvPr>
            <p:ph idx="1"/>
            <p:extLst>
              <p:ext uri="{D42A27DB-BD31-4B8C-83A1-F6EECF244321}">
                <p14:modId xmlns:p14="http://schemas.microsoft.com/office/powerpoint/2010/main" val="1457244557"/>
              </p:ext>
            </p:extLst>
          </p:nvPr>
        </p:nvGraphicFramePr>
        <p:xfrm>
          <a:off x="5194300" y="808038"/>
          <a:ext cx="6391275" cy="55165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14628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a:extLst>
              <a:ext uri="{FF2B5EF4-FFF2-40B4-BE49-F238E27FC236}">
                <a16:creationId xmlns:a16="http://schemas.microsoft.com/office/drawing/2014/main" id="{AC112F87-F3F3-D642-8636-60EE31AC2026}"/>
              </a:ext>
            </a:extLst>
          </p:cNvPr>
          <p:cNvSpPr>
            <a:spLocks noGrp="1"/>
          </p:cNvSpPr>
          <p:nvPr>
            <p:ph type="title"/>
          </p:nvPr>
        </p:nvSpPr>
        <p:spPr>
          <a:xfrm>
            <a:off x="1154955" y="973667"/>
            <a:ext cx="2942210" cy="4833745"/>
          </a:xfrm>
        </p:spPr>
        <p:txBody>
          <a:bodyPr>
            <a:normAutofit/>
          </a:bodyPr>
          <a:lstStyle/>
          <a:p>
            <a:pPr algn="ctr"/>
            <a:r>
              <a:rPr lang="en-PH" sz="2800" b="1" dirty="0">
                <a:solidFill>
                  <a:srgbClr val="FFFF00"/>
                </a:solidFill>
              </a:rPr>
              <a:t>Types of Families </a:t>
            </a:r>
            <a:r>
              <a:rPr lang="en-PH" sz="2800" b="1" dirty="0">
                <a:solidFill>
                  <a:schemeClr val="accent5">
                    <a:lumMod val="40000"/>
                    <a:lumOff val="60000"/>
                  </a:schemeClr>
                </a:solidFill>
              </a:rPr>
              <a:t>“Contemporary Families”</a:t>
            </a:r>
            <a:endParaRPr lang="en-US" sz="2800" dirty="0">
              <a:solidFill>
                <a:srgbClr val="EBEBEB"/>
              </a:solidFill>
            </a:endParaRP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07B8221C-7A38-53E8-9C99-FC5B025F10CD}"/>
              </a:ext>
            </a:extLst>
          </p:cNvPr>
          <p:cNvGraphicFramePr>
            <a:graphicFrameLocks noGrp="1"/>
          </p:cNvGraphicFramePr>
          <p:nvPr>
            <p:ph idx="1"/>
            <p:extLst>
              <p:ext uri="{D42A27DB-BD31-4B8C-83A1-F6EECF244321}">
                <p14:modId xmlns:p14="http://schemas.microsoft.com/office/powerpoint/2010/main" val="1113064541"/>
              </p:ext>
            </p:extLst>
          </p:nvPr>
        </p:nvGraphicFramePr>
        <p:xfrm>
          <a:off x="5194300" y="304800"/>
          <a:ext cx="6391275" cy="6400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25675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grpSp>
      <p:sp>
        <p:nvSpPr>
          <p:cNvPr id="2" name="Title 1">
            <a:extLst>
              <a:ext uri="{FF2B5EF4-FFF2-40B4-BE49-F238E27FC236}">
                <a16:creationId xmlns:a16="http://schemas.microsoft.com/office/drawing/2014/main" id="{AC112F87-F3F3-D642-8636-60EE31AC2026}"/>
              </a:ext>
            </a:extLst>
          </p:cNvPr>
          <p:cNvSpPr>
            <a:spLocks noGrp="1"/>
          </p:cNvSpPr>
          <p:nvPr>
            <p:ph type="title"/>
          </p:nvPr>
        </p:nvSpPr>
        <p:spPr>
          <a:xfrm>
            <a:off x="1154955" y="973667"/>
            <a:ext cx="2942210" cy="4833745"/>
          </a:xfrm>
        </p:spPr>
        <p:txBody>
          <a:bodyPr>
            <a:normAutofit/>
          </a:bodyPr>
          <a:lstStyle/>
          <a:p>
            <a:pPr algn="ctr"/>
            <a:r>
              <a:rPr lang="en-PH" sz="2800" b="1" dirty="0">
                <a:solidFill>
                  <a:srgbClr val="FFFF00"/>
                </a:solidFill>
              </a:rPr>
              <a:t>Q??</a:t>
            </a:r>
            <a:br>
              <a:rPr lang="en-PH" sz="2800" b="1" dirty="0">
                <a:solidFill>
                  <a:srgbClr val="FFFF00"/>
                </a:solidFill>
              </a:rPr>
            </a:br>
            <a:r>
              <a:rPr lang="en-PH" sz="2800" b="1" dirty="0">
                <a:solidFill>
                  <a:srgbClr val="FFFF00"/>
                </a:solidFill>
              </a:rPr>
              <a:t>Types of Families</a:t>
            </a:r>
            <a:endParaRPr lang="en-US" sz="2800" dirty="0">
              <a:solidFill>
                <a:srgbClr val="EBEBEB"/>
              </a:solidFill>
            </a:endParaRP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aphicFrame>
        <p:nvGraphicFramePr>
          <p:cNvPr id="5" name="Content Placeholder 2">
            <a:extLst>
              <a:ext uri="{FF2B5EF4-FFF2-40B4-BE49-F238E27FC236}">
                <a16:creationId xmlns:a16="http://schemas.microsoft.com/office/drawing/2014/main" id="{07B8221C-7A38-53E8-9C99-FC5B025F10CD}"/>
              </a:ext>
            </a:extLst>
          </p:cNvPr>
          <p:cNvGraphicFramePr>
            <a:graphicFrameLocks noGrp="1"/>
          </p:cNvGraphicFramePr>
          <p:nvPr>
            <p:ph idx="1"/>
            <p:extLst>
              <p:ext uri="{D42A27DB-BD31-4B8C-83A1-F6EECF244321}">
                <p14:modId xmlns:p14="http://schemas.microsoft.com/office/powerpoint/2010/main" val="1175919731"/>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88ACD789-2730-FE3E-402B-2CF44F3116D0}"/>
              </a:ext>
            </a:extLst>
          </p:cNvPr>
          <p:cNvSpPr txBox="1"/>
          <p:nvPr/>
        </p:nvSpPr>
        <p:spPr>
          <a:xfrm>
            <a:off x="5181600" y="1143000"/>
            <a:ext cx="6295498" cy="6272166"/>
          </a:xfrm>
          <a:prstGeom prst="rect">
            <a:avLst/>
          </a:prstGeom>
          <a:noFill/>
        </p:spPr>
        <p:txBody>
          <a:bodyPr wrap="square">
            <a:spAutoFit/>
          </a:bodyPr>
          <a:lstStyle/>
          <a:p>
            <a:pPr algn="just">
              <a:lnSpc>
                <a:spcPct val="150000"/>
              </a:lnSpc>
            </a:pPr>
            <a:r>
              <a:rPr lang="en-US" dirty="0"/>
              <a:t>A household consists of J, his wife M, and their two biological children, D and S. They all live together in one family home. J works as an engineer, while M is a teacher.</a:t>
            </a:r>
          </a:p>
          <a:p>
            <a:pPr algn="just">
              <a:lnSpc>
                <a:spcPct val="150000"/>
              </a:lnSpc>
            </a:pPr>
            <a:endParaRPr lang="en-US" dirty="0"/>
          </a:p>
          <a:p>
            <a:pPr algn="just">
              <a:lnSpc>
                <a:spcPct val="150000"/>
              </a:lnSpc>
            </a:pPr>
            <a:r>
              <a:rPr lang="en-US" dirty="0"/>
              <a:t>After her divorce, A lives alone with her young son, K. She is solely responsible for the family's income, caregiving, and household decisions.</a:t>
            </a:r>
          </a:p>
          <a:p>
            <a:pPr algn="just">
              <a:lnSpc>
                <a:spcPct val="150000"/>
              </a:lnSpc>
            </a:pPr>
            <a:endParaRPr lang="en-US" dirty="0"/>
          </a:p>
          <a:p>
            <a:pPr algn="just">
              <a:lnSpc>
                <a:spcPct val="150000"/>
              </a:lnSpc>
            </a:pPr>
            <a:r>
              <a:rPr lang="en-US" dirty="0"/>
              <a:t>M and her daughter E moved in with C and his son J after they got married. Now, all four of them live together, navigating new relationships and merging their family traditions.</a:t>
            </a:r>
          </a:p>
          <a:p>
            <a:pPr algn="just">
              <a:lnSpc>
                <a:spcPct val="150000"/>
              </a:lnSpc>
            </a:pPr>
            <a:endParaRPr lang="en-US" dirty="0"/>
          </a:p>
          <a:p>
            <a:pPr algn="just">
              <a:lnSpc>
                <a:spcPct val="150000"/>
              </a:lnSpc>
            </a:pPr>
            <a:endParaRPr lang="en-US" dirty="0"/>
          </a:p>
        </p:txBody>
      </p:sp>
    </p:spTree>
    <p:extLst>
      <p:ext uri="{BB962C8B-B14F-4D97-AF65-F5344CB8AC3E}">
        <p14:creationId xmlns:p14="http://schemas.microsoft.com/office/powerpoint/2010/main" val="4140239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grpSp>
      <p:sp>
        <p:nvSpPr>
          <p:cNvPr id="2" name="Title 1">
            <a:extLst>
              <a:ext uri="{FF2B5EF4-FFF2-40B4-BE49-F238E27FC236}">
                <a16:creationId xmlns:a16="http://schemas.microsoft.com/office/drawing/2014/main" id="{AC112F87-F3F3-D642-8636-60EE31AC2026}"/>
              </a:ext>
            </a:extLst>
          </p:cNvPr>
          <p:cNvSpPr>
            <a:spLocks noGrp="1"/>
          </p:cNvSpPr>
          <p:nvPr>
            <p:ph type="title"/>
          </p:nvPr>
        </p:nvSpPr>
        <p:spPr>
          <a:xfrm>
            <a:off x="1154955" y="973667"/>
            <a:ext cx="2942210" cy="4833745"/>
          </a:xfrm>
        </p:spPr>
        <p:txBody>
          <a:bodyPr>
            <a:normAutofit/>
          </a:bodyPr>
          <a:lstStyle/>
          <a:p>
            <a:pPr algn="ctr"/>
            <a:r>
              <a:rPr lang="en-PH" sz="2800" b="1" dirty="0">
                <a:solidFill>
                  <a:srgbClr val="FFFF00"/>
                </a:solidFill>
              </a:rPr>
              <a:t>Q??</a:t>
            </a:r>
            <a:br>
              <a:rPr lang="en-PH" sz="2800" b="1" dirty="0">
                <a:solidFill>
                  <a:srgbClr val="FFFF00"/>
                </a:solidFill>
              </a:rPr>
            </a:br>
            <a:r>
              <a:rPr lang="en-PH" sz="2800" b="1" dirty="0">
                <a:solidFill>
                  <a:srgbClr val="FFFF00"/>
                </a:solidFill>
              </a:rPr>
              <a:t>Types of Families</a:t>
            </a:r>
            <a:endParaRPr lang="en-US" sz="2800" dirty="0">
              <a:solidFill>
                <a:srgbClr val="EBEBEB"/>
              </a:solidFill>
            </a:endParaRP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aphicFrame>
        <p:nvGraphicFramePr>
          <p:cNvPr id="5" name="Content Placeholder 2">
            <a:extLst>
              <a:ext uri="{FF2B5EF4-FFF2-40B4-BE49-F238E27FC236}">
                <a16:creationId xmlns:a16="http://schemas.microsoft.com/office/drawing/2014/main" id="{07B8221C-7A38-53E8-9C99-FC5B025F10CD}"/>
              </a:ext>
            </a:extLst>
          </p:cNvPr>
          <p:cNvGraphicFramePr>
            <a:graphicFrameLocks noGrp="1"/>
          </p:cNvGraphicFramePr>
          <p:nvPr>
            <p:ph idx="1"/>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88ACD789-2730-FE3E-402B-2CF44F3116D0}"/>
              </a:ext>
            </a:extLst>
          </p:cNvPr>
          <p:cNvSpPr txBox="1"/>
          <p:nvPr/>
        </p:nvSpPr>
        <p:spPr>
          <a:xfrm>
            <a:off x="5181600" y="990600"/>
            <a:ext cx="6295498" cy="5582554"/>
          </a:xfrm>
          <a:prstGeom prst="rect">
            <a:avLst/>
          </a:prstGeom>
          <a:noFill/>
        </p:spPr>
        <p:txBody>
          <a:bodyPr wrap="square">
            <a:spAutoFit/>
          </a:bodyPr>
          <a:lstStyle/>
          <a:p>
            <a:pPr lvl="0" algn="just">
              <a:lnSpc>
                <a:spcPct val="150000"/>
              </a:lnSpc>
              <a:defRPr/>
            </a:pPr>
            <a:r>
              <a:rPr lang="en-US" sz="1700" dirty="0"/>
              <a:t>M and L have been together for five years and share an apartment. They have a dog and are both focused on their careers. They are not married but consider each other life partners.</a:t>
            </a:r>
          </a:p>
          <a:p>
            <a:pPr lvl="0" algn="just">
              <a:lnSpc>
                <a:spcPct val="150000"/>
              </a:lnSpc>
              <a:defRPr/>
            </a:pPr>
            <a:endParaRPr kumimoji="0" lang="en-US" sz="500" b="0" i="0" u="none" strike="noStrike" kern="1200" cap="none" spc="0" normalizeH="0" baseline="0" noProof="0" dirty="0">
              <a:ln>
                <a:noFill/>
              </a:ln>
              <a:solidFill>
                <a:schemeClr val="bg1"/>
              </a:solidFill>
              <a:effectLst/>
              <a:uLnTx/>
              <a:uFillTx/>
              <a:latin typeface="Century Gothic" panose="020B0502020202020204" pitchFamily="34" charset="0"/>
              <a:ea typeface="+mn-ea"/>
              <a:cs typeface="+mn-cs"/>
            </a:endParaRPr>
          </a:p>
          <a:p>
            <a:pPr lvl="0" algn="just">
              <a:lnSpc>
                <a:spcPct val="150000"/>
              </a:lnSpc>
              <a:defRPr/>
            </a:pPr>
            <a:r>
              <a:rPr lang="en-US" sz="1700" dirty="0"/>
              <a:t>Seventeen-year-old C lives with her mother and her newborn baby, L. She is balancing her responsibilities as a new mother while trying to finish high school with the support of her family.</a:t>
            </a:r>
          </a:p>
          <a:p>
            <a:pPr lvl="0" algn="just">
              <a:lnSpc>
                <a:spcPct val="150000"/>
              </a:lnSpc>
              <a:defRPr/>
            </a:pPr>
            <a:endParaRPr lang="en-US" sz="700" dirty="0"/>
          </a:p>
          <a:p>
            <a:pPr lvl="0" algn="just">
              <a:lnSpc>
                <a:spcPct val="150000"/>
              </a:lnSpc>
              <a:defRPr/>
            </a:pPr>
            <a:r>
              <a:rPr lang="en-US" sz="1700" dirty="0"/>
              <a:t>D and S have been certified by the state to provide a temporary, safe, and loving home. They are currently caring for 8-year-old Leo, who was placed with them while his biological parents receive counseling and support to overcome challenges. </a:t>
            </a:r>
            <a:endParaRPr kumimoji="0" lang="en-US" sz="17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2361119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39DCC-5928-2BA8-A43A-2BC7ABD3BC38}"/>
              </a:ext>
            </a:extLst>
          </p:cNvPr>
          <p:cNvSpPr>
            <a:spLocks noGrp="1"/>
          </p:cNvSpPr>
          <p:nvPr>
            <p:ph type="title"/>
          </p:nvPr>
        </p:nvSpPr>
        <p:spPr/>
        <p:txBody>
          <a:bodyPr/>
          <a:lstStyle/>
          <a:p>
            <a:r>
              <a:rPr lang="en-US" sz="4400" b="1" dirty="0">
                <a:solidFill>
                  <a:srgbClr val="FFFF00"/>
                </a:solidFill>
              </a:rPr>
              <a:t>Working with Family: </a:t>
            </a:r>
            <a:r>
              <a:rPr lang="en-US" sz="4400" b="1" dirty="0">
                <a:solidFill>
                  <a:schemeClr val="accent6">
                    <a:lumMod val="20000"/>
                    <a:lumOff val="80000"/>
                  </a:schemeClr>
                </a:solidFill>
              </a:rPr>
              <a:t>Home Visit</a:t>
            </a:r>
          </a:p>
        </p:txBody>
      </p:sp>
      <p:pic>
        <p:nvPicPr>
          <p:cNvPr id="4" name="Picture 2">
            <a:extLst>
              <a:ext uri="{FF2B5EF4-FFF2-40B4-BE49-F238E27FC236}">
                <a16:creationId xmlns:a16="http://schemas.microsoft.com/office/drawing/2014/main" id="{F0944476-E3A3-4DBC-5422-3C2BD917B8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3048000"/>
            <a:ext cx="3191338" cy="1981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Content Placeholder 4">
            <a:extLst>
              <a:ext uri="{FF2B5EF4-FFF2-40B4-BE49-F238E27FC236}">
                <a16:creationId xmlns:a16="http://schemas.microsoft.com/office/drawing/2014/main" id="{CE690051-69E1-8D5C-A95D-04D67EDEBB80}"/>
              </a:ext>
            </a:extLst>
          </p:cNvPr>
          <p:cNvSpPr>
            <a:spLocks noGrp="1"/>
          </p:cNvSpPr>
          <p:nvPr>
            <p:ph idx="1"/>
          </p:nvPr>
        </p:nvSpPr>
        <p:spPr>
          <a:xfrm>
            <a:off x="304800" y="2743200"/>
            <a:ext cx="8077201" cy="3340100"/>
          </a:xfrm>
        </p:spPr>
        <p:txBody>
          <a:bodyPr>
            <a:normAutofit/>
          </a:bodyPr>
          <a:lstStyle/>
          <a:p>
            <a:r>
              <a:rPr lang="en-US" sz="2000" dirty="0"/>
              <a:t>The </a:t>
            </a:r>
            <a:r>
              <a:rPr lang="en-US" sz="2000" b="1" dirty="0"/>
              <a:t>family</a:t>
            </a:r>
            <a:r>
              <a:rPr lang="en-US" sz="2000" dirty="0"/>
              <a:t> is the client and unit of service.</a:t>
            </a:r>
          </a:p>
          <a:p>
            <a:r>
              <a:rPr lang="en-US" sz="2000" b="1" dirty="0"/>
              <a:t>The Home as a Unique Setting:</a:t>
            </a:r>
            <a:endParaRPr lang="en-US" sz="2000" dirty="0"/>
          </a:p>
          <a:p>
            <a:pPr lvl="1"/>
            <a:r>
              <a:rPr lang="en-US" sz="2000" dirty="0"/>
              <a:t>The nurse is a </a:t>
            </a:r>
            <a:r>
              <a:rPr lang="en-US" sz="2000" b="1" dirty="0"/>
              <a:t>guest</a:t>
            </a:r>
            <a:r>
              <a:rPr lang="en-US" sz="2000" dirty="0"/>
              <a:t> in the family's most intimate space.</a:t>
            </a:r>
          </a:p>
          <a:p>
            <a:pPr lvl="1"/>
            <a:r>
              <a:rPr lang="en-US" sz="2000" dirty="0"/>
              <a:t>Entry is based on </a:t>
            </a:r>
            <a:r>
              <a:rPr lang="en-US" sz="2000" b="1" dirty="0"/>
              <a:t>mutual trust</a:t>
            </a:r>
            <a:r>
              <a:rPr lang="en-US" sz="2000" dirty="0"/>
              <a:t>: the family trusts the nurse to help, and the nurse trusts the family's welcome.</a:t>
            </a:r>
          </a:p>
          <a:p>
            <a:r>
              <a:rPr lang="en-US" sz="2000" b="1" dirty="0"/>
              <a:t>Nurse's Preparation:</a:t>
            </a:r>
            <a:r>
              <a:rPr lang="en-US" sz="2000" dirty="0"/>
              <a:t> Requires skills in observation, communication, understanding visit components, and ensuring personal safety.</a:t>
            </a:r>
          </a:p>
        </p:txBody>
      </p:sp>
    </p:spTree>
    <p:extLst>
      <p:ext uri="{BB962C8B-B14F-4D97-AF65-F5344CB8AC3E}">
        <p14:creationId xmlns:p14="http://schemas.microsoft.com/office/powerpoint/2010/main" val="2443342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55C7E-1841-6655-F602-CF5413002B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9B65A9-F0EA-3D5E-3C36-DAC6BCD606C8}"/>
              </a:ext>
            </a:extLst>
          </p:cNvPr>
          <p:cNvSpPr>
            <a:spLocks noGrp="1"/>
          </p:cNvSpPr>
          <p:nvPr>
            <p:ph type="title"/>
          </p:nvPr>
        </p:nvSpPr>
        <p:spPr/>
        <p:txBody>
          <a:bodyPr/>
          <a:lstStyle/>
          <a:p>
            <a:r>
              <a:rPr lang="en-US" sz="4400" b="1" dirty="0">
                <a:solidFill>
                  <a:srgbClr val="FFFF00"/>
                </a:solidFill>
              </a:rPr>
              <a:t>Working with Family: </a:t>
            </a:r>
            <a:r>
              <a:rPr lang="en-US" sz="4400" b="1" dirty="0">
                <a:solidFill>
                  <a:schemeClr val="accent6">
                    <a:lumMod val="20000"/>
                    <a:lumOff val="80000"/>
                  </a:schemeClr>
                </a:solidFill>
              </a:rPr>
              <a:t>Home Visit</a:t>
            </a:r>
          </a:p>
        </p:txBody>
      </p:sp>
      <p:pic>
        <p:nvPicPr>
          <p:cNvPr id="4" name="Picture 2">
            <a:extLst>
              <a:ext uri="{FF2B5EF4-FFF2-40B4-BE49-F238E27FC236}">
                <a16:creationId xmlns:a16="http://schemas.microsoft.com/office/drawing/2014/main" id="{701BC35A-87F3-1E87-D6BC-971AA284B4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3048000"/>
            <a:ext cx="3191338" cy="1981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Content Placeholder 4">
            <a:extLst>
              <a:ext uri="{FF2B5EF4-FFF2-40B4-BE49-F238E27FC236}">
                <a16:creationId xmlns:a16="http://schemas.microsoft.com/office/drawing/2014/main" id="{7F714F77-1FEA-23C2-6C3D-C34A9DA202B8}"/>
              </a:ext>
            </a:extLst>
          </p:cNvPr>
          <p:cNvSpPr>
            <a:spLocks noGrp="1"/>
          </p:cNvSpPr>
          <p:nvPr>
            <p:ph idx="1"/>
          </p:nvPr>
        </p:nvSpPr>
        <p:spPr>
          <a:xfrm>
            <a:off x="304800" y="2362200"/>
            <a:ext cx="8077201" cy="4267200"/>
          </a:xfrm>
        </p:spPr>
        <p:txBody>
          <a:bodyPr>
            <a:normAutofit fontScale="92500" lnSpcReduction="10000"/>
          </a:bodyPr>
          <a:lstStyle/>
          <a:p>
            <a:pPr marL="0" indent="0">
              <a:buNone/>
            </a:pPr>
            <a:r>
              <a:rPr lang="en-US" sz="2400" b="1" dirty="0">
                <a:solidFill>
                  <a:schemeClr val="accent1">
                    <a:lumMod val="50000"/>
                  </a:schemeClr>
                </a:solidFill>
              </a:rPr>
              <a:t>Foundational Principles for the CH Nurse</a:t>
            </a:r>
          </a:p>
          <a:p>
            <a:r>
              <a:rPr lang="en-US" sz="2000" b="1" dirty="0"/>
              <a:t>Non-Judgmental Practice:</a:t>
            </a:r>
            <a:endParaRPr lang="en-US" sz="2000" dirty="0"/>
          </a:p>
          <a:p>
            <a:pPr lvl="1">
              <a:buFont typeface="Wingdings" panose="05000000000000000000" pitchFamily="2" charset="2"/>
              <a:buChar char="§"/>
            </a:pPr>
            <a:r>
              <a:rPr lang="en-US" sz="1800" dirty="0"/>
              <a:t>Work with all families (e.g., same-sex couples) without letting personal values conflict with professional responsibility.</a:t>
            </a:r>
          </a:p>
          <a:p>
            <a:pPr lvl="1">
              <a:buFont typeface="Wingdings" panose="05000000000000000000" pitchFamily="2" charset="2"/>
              <a:buChar char="§"/>
            </a:pPr>
            <a:r>
              <a:rPr lang="en-US" sz="1800" dirty="0"/>
              <a:t>Provide unbiased care to promote collective family health.</a:t>
            </a:r>
          </a:p>
          <a:p>
            <a:r>
              <a:rPr lang="en-US" sz="2000" b="1" dirty="0"/>
              <a:t>Ultimate Goal:</a:t>
            </a:r>
            <a:r>
              <a:rPr lang="en-US" sz="2000" dirty="0"/>
              <a:t> Assist the family in becoming </a:t>
            </a:r>
            <a:r>
              <a:rPr lang="en-US" sz="2000" b="1" dirty="0"/>
              <a:t>independent</a:t>
            </a:r>
            <a:r>
              <a:rPr lang="en-US" sz="2000" dirty="0"/>
              <a:t> of services.</a:t>
            </a:r>
          </a:p>
          <a:p>
            <a:r>
              <a:rPr lang="en-US" sz="2000" dirty="0"/>
              <a:t>Move from focusing on family "problems" and "needs" to identifying </a:t>
            </a:r>
            <a:r>
              <a:rPr lang="en-US" sz="2000" b="1" dirty="0"/>
              <a:t>family strengths (</a:t>
            </a:r>
            <a:r>
              <a:rPr lang="en-US" b="1" dirty="0"/>
              <a:t>The Asset-Based Approach)</a:t>
            </a:r>
          </a:p>
          <a:p>
            <a:r>
              <a:rPr lang="en-US" b="1" dirty="0"/>
              <a:t>Consider Existing Support:</a:t>
            </a:r>
            <a:r>
              <a:rPr lang="en-US" dirty="0"/>
              <a:t> Ask "Who did this before me?" to avoid replacing natural support systems.</a:t>
            </a:r>
          </a:p>
          <a:p>
            <a:r>
              <a:rPr lang="en-US" b="1" dirty="0"/>
              <a:t>Practice Empathy:</a:t>
            </a:r>
            <a:r>
              <a:rPr lang="en-US" dirty="0"/>
              <a:t> Reflect on how you would cope if you were in the family's situation.</a:t>
            </a:r>
          </a:p>
        </p:txBody>
      </p:sp>
    </p:spTree>
    <p:extLst>
      <p:ext uri="{BB962C8B-B14F-4D97-AF65-F5344CB8AC3E}">
        <p14:creationId xmlns:p14="http://schemas.microsoft.com/office/powerpoint/2010/main" val="3215441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FA8A2-5D36-E431-E482-EAB23C4598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566E6F-B3C2-E7FC-A05E-3C388D2A28DB}"/>
              </a:ext>
            </a:extLst>
          </p:cNvPr>
          <p:cNvSpPr>
            <a:spLocks noGrp="1"/>
          </p:cNvSpPr>
          <p:nvPr>
            <p:ph type="title"/>
          </p:nvPr>
        </p:nvSpPr>
        <p:spPr/>
        <p:txBody>
          <a:bodyPr/>
          <a:lstStyle/>
          <a:p>
            <a:pPr algn="ctr"/>
            <a:r>
              <a:rPr lang="en-US" b="1" dirty="0">
                <a:solidFill>
                  <a:srgbClr val="FFFF00"/>
                </a:solidFill>
              </a:rPr>
              <a:t>Working with Families </a:t>
            </a:r>
            <a:br>
              <a:rPr lang="en-US" dirty="0"/>
            </a:br>
            <a:r>
              <a:rPr lang="en-US" sz="3600" b="1" dirty="0"/>
              <a:t>“Home visits”</a:t>
            </a:r>
            <a:endParaRPr lang="en-US" dirty="0"/>
          </a:p>
        </p:txBody>
      </p:sp>
      <p:sp>
        <p:nvSpPr>
          <p:cNvPr id="6" name="TextBox 5">
            <a:extLst>
              <a:ext uri="{FF2B5EF4-FFF2-40B4-BE49-F238E27FC236}">
                <a16:creationId xmlns:a16="http://schemas.microsoft.com/office/drawing/2014/main" id="{BFBD32B3-6817-0E32-9BD6-387F85271BD7}"/>
              </a:ext>
            </a:extLst>
          </p:cNvPr>
          <p:cNvSpPr txBox="1"/>
          <p:nvPr/>
        </p:nvSpPr>
        <p:spPr>
          <a:xfrm>
            <a:off x="624840" y="2334768"/>
            <a:ext cx="11353800" cy="4706097"/>
          </a:xfrm>
          <a:prstGeom prst="rect">
            <a:avLst/>
          </a:prstGeom>
          <a:noFill/>
        </p:spPr>
        <p:txBody>
          <a:bodyPr wrap="square">
            <a:spAutoFit/>
          </a:bodyPr>
          <a:lstStyle/>
          <a:p>
            <a:pPr>
              <a:lnSpc>
                <a:spcPct val="150000"/>
              </a:lnSpc>
            </a:pPr>
            <a:r>
              <a:rPr lang="en-US" sz="3200" b="1" dirty="0">
                <a:solidFill>
                  <a:schemeClr val="accent1">
                    <a:lumMod val="50000"/>
                  </a:schemeClr>
                </a:solidFill>
              </a:rPr>
              <a:t>Skills Used During Home Visits</a:t>
            </a:r>
          </a:p>
          <a:p>
            <a:pPr>
              <a:lnSpc>
                <a:spcPct val="150000"/>
              </a:lnSpc>
            </a:pPr>
            <a:r>
              <a:rPr lang="en-US" sz="2000" b="1" dirty="0">
                <a:solidFill>
                  <a:schemeClr val="accent5">
                    <a:lumMod val="50000"/>
                  </a:schemeClr>
                </a:solidFill>
              </a:rPr>
              <a:t>A) Essential Skills for the Home Visit</a:t>
            </a:r>
          </a:p>
          <a:p>
            <a:pPr>
              <a:lnSpc>
                <a:spcPct val="150000"/>
              </a:lnSpc>
            </a:pPr>
            <a:r>
              <a:rPr lang="en-US" sz="2000" dirty="0"/>
              <a:t>A </a:t>
            </a:r>
            <a:r>
              <a:rPr lang="en-US" sz="2000" b="1" dirty="0"/>
              <a:t>trusting relationship</a:t>
            </a:r>
            <a:r>
              <a:rPr lang="en-US" sz="2000" dirty="0"/>
              <a:t> is key to a productive visit.</a:t>
            </a:r>
          </a:p>
          <a:p>
            <a:pPr>
              <a:lnSpc>
                <a:spcPct val="150000"/>
              </a:lnSpc>
            </a:pPr>
            <a:r>
              <a:rPr lang="en-US" sz="2000" b="1" dirty="0"/>
              <a:t>Required Skill Set:</a:t>
            </a:r>
            <a:endParaRPr lang="en-US" sz="2000" dirty="0"/>
          </a:p>
          <a:p>
            <a:pPr lvl="1">
              <a:lnSpc>
                <a:spcPct val="150000"/>
              </a:lnSpc>
            </a:pPr>
            <a:r>
              <a:rPr lang="en-US" sz="2000" dirty="0"/>
              <a:t>Expert interviewing &amp; communication.</a:t>
            </a:r>
          </a:p>
          <a:p>
            <a:pPr lvl="1">
              <a:lnSpc>
                <a:spcPct val="150000"/>
              </a:lnSpc>
            </a:pPr>
            <a:r>
              <a:rPr lang="en-US" sz="2000" dirty="0"/>
              <a:t>Relational skills (intuition, openness, compassion).</a:t>
            </a:r>
          </a:p>
          <a:p>
            <a:pPr lvl="1">
              <a:lnSpc>
                <a:spcPct val="150000"/>
              </a:lnSpc>
            </a:pPr>
            <a:r>
              <a:rPr lang="en-US" sz="2000" dirty="0"/>
              <a:t>Acute observational skills.</a:t>
            </a:r>
          </a:p>
          <a:p>
            <a:pPr>
              <a:lnSpc>
                <a:spcPct val="150000"/>
              </a:lnSpc>
            </a:pPr>
            <a:r>
              <a:rPr lang="en-US" sz="2000" b="1" dirty="0"/>
              <a:t>Overall Goal:</a:t>
            </a:r>
            <a:r>
              <a:rPr lang="en-US" sz="2000" dirty="0"/>
              <a:t> Use these skills to promote nurturing relationships and stronger family health.</a:t>
            </a:r>
            <a:endParaRPr lang="en-US" sz="3200" b="1" dirty="0">
              <a:solidFill>
                <a:schemeClr val="accent1">
                  <a:lumMod val="50000"/>
                </a:schemeClr>
              </a:solidFill>
            </a:endParaRPr>
          </a:p>
          <a:p>
            <a:pPr>
              <a:lnSpc>
                <a:spcPct val="150000"/>
              </a:lnSpc>
            </a:pPr>
            <a:endParaRPr lang="en-US" sz="3200" b="1" dirty="0">
              <a:solidFill>
                <a:schemeClr val="accent1">
                  <a:lumMod val="50000"/>
                </a:schemeClr>
              </a:solidFill>
            </a:endParaRPr>
          </a:p>
        </p:txBody>
      </p:sp>
    </p:spTree>
    <p:extLst>
      <p:ext uri="{BB962C8B-B14F-4D97-AF65-F5344CB8AC3E}">
        <p14:creationId xmlns:p14="http://schemas.microsoft.com/office/powerpoint/2010/main" val="2378878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8B2C6-6876-E36B-867E-AE9597A0CA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0C59F-91A1-87B0-8087-D09826909BD6}"/>
              </a:ext>
            </a:extLst>
          </p:cNvPr>
          <p:cNvSpPr>
            <a:spLocks noGrp="1"/>
          </p:cNvSpPr>
          <p:nvPr>
            <p:ph type="title"/>
          </p:nvPr>
        </p:nvSpPr>
        <p:spPr/>
        <p:txBody>
          <a:bodyPr/>
          <a:lstStyle/>
          <a:p>
            <a:pPr algn="ctr"/>
            <a:r>
              <a:rPr lang="en-US" b="1" dirty="0">
                <a:solidFill>
                  <a:srgbClr val="FFFF00"/>
                </a:solidFill>
              </a:rPr>
              <a:t>Working with Families </a:t>
            </a:r>
            <a:br>
              <a:rPr lang="en-US" dirty="0"/>
            </a:br>
            <a:r>
              <a:rPr lang="en-US" sz="3600" b="1" dirty="0"/>
              <a:t>“Home visits”</a:t>
            </a:r>
            <a:endParaRPr lang="en-US" dirty="0"/>
          </a:p>
        </p:txBody>
      </p:sp>
      <p:sp>
        <p:nvSpPr>
          <p:cNvPr id="6" name="TextBox 5">
            <a:extLst>
              <a:ext uri="{FF2B5EF4-FFF2-40B4-BE49-F238E27FC236}">
                <a16:creationId xmlns:a16="http://schemas.microsoft.com/office/drawing/2014/main" id="{1FD52A85-5169-2840-2A24-1F7559D9D004}"/>
              </a:ext>
            </a:extLst>
          </p:cNvPr>
          <p:cNvSpPr txBox="1"/>
          <p:nvPr/>
        </p:nvSpPr>
        <p:spPr>
          <a:xfrm>
            <a:off x="624840" y="2334768"/>
            <a:ext cx="11353800" cy="5198539"/>
          </a:xfrm>
          <a:prstGeom prst="rect">
            <a:avLst/>
          </a:prstGeom>
          <a:noFill/>
        </p:spPr>
        <p:txBody>
          <a:bodyPr wrap="square">
            <a:spAutoFit/>
          </a:bodyPr>
          <a:lstStyle/>
          <a:p>
            <a:pPr>
              <a:lnSpc>
                <a:spcPct val="150000"/>
              </a:lnSpc>
            </a:pPr>
            <a:r>
              <a:rPr lang="en-US" sz="3200" b="1" dirty="0">
                <a:solidFill>
                  <a:schemeClr val="accent1">
                    <a:lumMod val="50000"/>
                  </a:schemeClr>
                </a:solidFill>
              </a:rPr>
              <a:t>Skills Used During Home Visits</a:t>
            </a:r>
          </a:p>
          <a:p>
            <a:pPr>
              <a:lnSpc>
                <a:spcPct val="150000"/>
              </a:lnSpc>
            </a:pPr>
            <a:r>
              <a:rPr lang="en-US" sz="2000" b="1" dirty="0">
                <a:solidFill>
                  <a:schemeClr val="accent5">
                    <a:lumMod val="50000"/>
                  </a:schemeClr>
                </a:solidFill>
              </a:rPr>
              <a:t>B) Acute Observational Skills</a:t>
            </a:r>
          </a:p>
          <a:p>
            <a:pPr>
              <a:lnSpc>
                <a:spcPct val="150000"/>
              </a:lnSpc>
            </a:pPr>
            <a:r>
              <a:rPr lang="en-US" b="1" dirty="0"/>
              <a:t>What to Observe:</a:t>
            </a:r>
            <a:r>
              <a:rPr lang="en-US" dirty="0"/>
              <a:t> Everything! Both the </a:t>
            </a:r>
            <a:r>
              <a:rPr lang="en-US" b="1" dirty="0"/>
              <a:t>family</a:t>
            </a:r>
            <a:r>
              <a:rPr lang="en-US" dirty="0"/>
              <a:t> and their </a:t>
            </a:r>
            <a:r>
              <a:rPr lang="en-US" b="1" dirty="0"/>
              <a:t>environment</a:t>
            </a:r>
            <a:r>
              <a:rPr lang="en-US" dirty="0"/>
              <a:t>.</a:t>
            </a:r>
          </a:p>
          <a:p>
            <a:pPr>
              <a:lnSpc>
                <a:spcPct val="150000"/>
              </a:lnSpc>
            </a:pPr>
            <a:r>
              <a:rPr lang="en-US" b="1" dirty="0"/>
              <a:t>Key Areas of Focus:</a:t>
            </a:r>
            <a:endParaRPr lang="en-US" dirty="0"/>
          </a:p>
          <a:p>
            <a:pPr lvl="1">
              <a:lnSpc>
                <a:spcPct val="150000"/>
              </a:lnSpc>
            </a:pPr>
            <a:r>
              <a:rPr lang="en-US" b="1" dirty="0"/>
              <a:t>Neighborhood:</a:t>
            </a:r>
            <a:r>
              <a:rPr lang="en-US" dirty="0"/>
              <a:t> Safety, general conditions.</a:t>
            </a:r>
          </a:p>
          <a:p>
            <a:pPr lvl="1">
              <a:lnSpc>
                <a:spcPct val="150000"/>
              </a:lnSpc>
            </a:pPr>
            <a:r>
              <a:rPr lang="en-US" b="1" dirty="0"/>
              <a:t>Home Environment:</a:t>
            </a:r>
            <a:r>
              <a:rPr lang="en-US" dirty="0"/>
              <a:t> Physical appearance, resources, barriers.</a:t>
            </a:r>
          </a:p>
          <a:p>
            <a:pPr lvl="1">
              <a:lnSpc>
                <a:spcPct val="150000"/>
              </a:lnSpc>
            </a:pPr>
            <a:r>
              <a:rPr lang="en-US" b="1" dirty="0"/>
              <a:t>Family:</a:t>
            </a:r>
            <a:r>
              <a:rPr lang="en-US" dirty="0"/>
              <a:t> Demeanor of all family members (present and absent), number of members. Nurse can inquire about absent members.</a:t>
            </a:r>
          </a:p>
          <a:p>
            <a:r>
              <a:rPr lang="en-US" b="1" dirty="0"/>
              <a:t>Purpose:</a:t>
            </a:r>
            <a:r>
              <a:rPr lang="en-US" dirty="0"/>
              <a:t> This information helps you understand the family, identify patterns, and provide context for  their situation.</a:t>
            </a:r>
            <a:endParaRPr lang="en-US" sz="3200" b="1" dirty="0">
              <a:solidFill>
                <a:schemeClr val="accent1">
                  <a:lumMod val="50000"/>
                </a:schemeClr>
              </a:solidFill>
            </a:endParaRPr>
          </a:p>
          <a:p>
            <a:pPr>
              <a:lnSpc>
                <a:spcPct val="150000"/>
              </a:lnSpc>
            </a:pPr>
            <a:endParaRPr lang="en-US" sz="3200" b="1" dirty="0">
              <a:solidFill>
                <a:schemeClr val="accent1">
                  <a:lumMod val="50000"/>
                </a:schemeClr>
              </a:solidFill>
            </a:endParaRPr>
          </a:p>
        </p:txBody>
      </p:sp>
    </p:spTree>
    <p:extLst>
      <p:ext uri="{BB962C8B-B14F-4D97-AF65-F5344CB8AC3E}">
        <p14:creationId xmlns:p14="http://schemas.microsoft.com/office/powerpoint/2010/main" val="1037615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2E71D-F765-7A51-6F45-1493F2FA3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F92DC6-03F9-701B-61D8-753A156F64B4}"/>
              </a:ext>
            </a:extLst>
          </p:cNvPr>
          <p:cNvSpPr>
            <a:spLocks noGrp="1"/>
          </p:cNvSpPr>
          <p:nvPr>
            <p:ph type="title"/>
          </p:nvPr>
        </p:nvSpPr>
        <p:spPr/>
        <p:txBody>
          <a:bodyPr/>
          <a:lstStyle/>
          <a:p>
            <a:pPr algn="ctr"/>
            <a:r>
              <a:rPr lang="en-US" b="1" dirty="0">
                <a:solidFill>
                  <a:srgbClr val="FFFF00"/>
                </a:solidFill>
              </a:rPr>
              <a:t>Working with Families </a:t>
            </a:r>
            <a:br>
              <a:rPr lang="en-US" dirty="0"/>
            </a:br>
            <a:r>
              <a:rPr lang="en-US" sz="3600" b="1" dirty="0"/>
              <a:t>“Home visits”</a:t>
            </a:r>
            <a:endParaRPr lang="en-US" dirty="0"/>
          </a:p>
        </p:txBody>
      </p:sp>
      <p:sp>
        <p:nvSpPr>
          <p:cNvPr id="6" name="TextBox 5">
            <a:extLst>
              <a:ext uri="{FF2B5EF4-FFF2-40B4-BE49-F238E27FC236}">
                <a16:creationId xmlns:a16="http://schemas.microsoft.com/office/drawing/2014/main" id="{DFBD78BE-47B5-8BB3-26CE-7BF734412ED5}"/>
              </a:ext>
            </a:extLst>
          </p:cNvPr>
          <p:cNvSpPr txBox="1"/>
          <p:nvPr/>
        </p:nvSpPr>
        <p:spPr>
          <a:xfrm>
            <a:off x="533400" y="2293994"/>
            <a:ext cx="11353800" cy="3733010"/>
          </a:xfrm>
          <a:prstGeom prst="rect">
            <a:avLst/>
          </a:prstGeom>
          <a:noFill/>
        </p:spPr>
        <p:txBody>
          <a:bodyPr wrap="square">
            <a:spAutoFit/>
          </a:bodyPr>
          <a:lstStyle/>
          <a:p>
            <a:pPr>
              <a:lnSpc>
                <a:spcPct val="150000"/>
              </a:lnSpc>
            </a:pPr>
            <a:r>
              <a:rPr lang="en-US" sz="3200" b="1" dirty="0">
                <a:solidFill>
                  <a:schemeClr val="accent1">
                    <a:lumMod val="50000"/>
                  </a:schemeClr>
                </a:solidFill>
              </a:rPr>
              <a:t>Skills Used During Home Visits</a:t>
            </a:r>
          </a:p>
          <a:p>
            <a:pPr>
              <a:lnSpc>
                <a:spcPct val="150000"/>
              </a:lnSpc>
            </a:pPr>
            <a:r>
              <a:rPr lang="en-US" sz="2000" b="1" dirty="0">
                <a:solidFill>
                  <a:schemeClr val="accent5">
                    <a:lumMod val="50000"/>
                  </a:schemeClr>
                </a:solidFill>
              </a:rPr>
              <a:t>C) Observing the Family: Nonverbal Cues</a:t>
            </a:r>
          </a:p>
          <a:p>
            <a:pPr>
              <a:lnSpc>
                <a:spcPct val="150000"/>
              </a:lnSpc>
            </a:pPr>
            <a:r>
              <a:rPr lang="en-US" b="1" dirty="0"/>
              <a:t>Data Collection Starts Immediately:</a:t>
            </a:r>
            <a:r>
              <a:rPr lang="en-US" dirty="0"/>
              <a:t> From the moment you knock on the door.</a:t>
            </a:r>
          </a:p>
          <a:p>
            <a:pPr>
              <a:lnSpc>
                <a:spcPct val="150000"/>
              </a:lnSpc>
            </a:pPr>
            <a:r>
              <a:rPr lang="en-US" b="1" dirty="0"/>
              <a:t>What to Look For:</a:t>
            </a:r>
            <a:endParaRPr lang="en-US" dirty="0"/>
          </a:p>
          <a:p>
            <a:pPr lvl="1">
              <a:lnSpc>
                <a:spcPct val="150000"/>
              </a:lnSpc>
            </a:pPr>
            <a:r>
              <a:rPr lang="en-US" dirty="0"/>
              <a:t>Body language, facial expressions, eye contact, gestures.</a:t>
            </a:r>
          </a:p>
          <a:p>
            <a:pPr>
              <a:lnSpc>
                <a:spcPct val="150000"/>
              </a:lnSpc>
            </a:pPr>
            <a:r>
              <a:rPr lang="en-US" b="1" dirty="0"/>
              <a:t>Action Steps:</a:t>
            </a:r>
            <a:endParaRPr lang="en-US" dirty="0"/>
          </a:p>
          <a:p>
            <a:pPr lvl="1">
              <a:lnSpc>
                <a:spcPct val="150000"/>
              </a:lnSpc>
            </a:pPr>
            <a:r>
              <a:rPr lang="en-US" dirty="0"/>
              <a:t>Acknowledge and greet everyone.</a:t>
            </a:r>
          </a:p>
          <a:p>
            <a:pPr lvl="1">
              <a:lnSpc>
                <a:spcPct val="150000"/>
              </a:lnSpc>
            </a:pPr>
            <a:r>
              <a:rPr lang="en-US" dirty="0"/>
              <a:t>Use observations to open conversation (e.g., "You seem anxious today...").</a:t>
            </a:r>
          </a:p>
        </p:txBody>
      </p:sp>
    </p:spTree>
    <p:extLst>
      <p:ext uri="{BB962C8B-B14F-4D97-AF65-F5344CB8AC3E}">
        <p14:creationId xmlns:p14="http://schemas.microsoft.com/office/powerpoint/2010/main" val="3097110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324EC-D693-EEB2-B2FA-6CA2B8DB4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BC00F-1F67-0672-9BD3-FA740E9DE2BA}"/>
              </a:ext>
            </a:extLst>
          </p:cNvPr>
          <p:cNvSpPr>
            <a:spLocks noGrp="1"/>
          </p:cNvSpPr>
          <p:nvPr>
            <p:ph type="title"/>
          </p:nvPr>
        </p:nvSpPr>
        <p:spPr/>
        <p:txBody>
          <a:bodyPr/>
          <a:lstStyle/>
          <a:p>
            <a:pPr algn="ctr"/>
            <a:r>
              <a:rPr lang="en-US" b="1" dirty="0">
                <a:solidFill>
                  <a:srgbClr val="FFFF00"/>
                </a:solidFill>
              </a:rPr>
              <a:t>Working with Families </a:t>
            </a:r>
            <a:br>
              <a:rPr lang="en-US" dirty="0"/>
            </a:br>
            <a:r>
              <a:rPr lang="en-US" sz="3600" b="1" dirty="0"/>
              <a:t>“Home visits”</a:t>
            </a:r>
            <a:endParaRPr lang="en-US" dirty="0"/>
          </a:p>
        </p:txBody>
      </p:sp>
      <p:sp>
        <p:nvSpPr>
          <p:cNvPr id="6" name="TextBox 5">
            <a:extLst>
              <a:ext uri="{FF2B5EF4-FFF2-40B4-BE49-F238E27FC236}">
                <a16:creationId xmlns:a16="http://schemas.microsoft.com/office/drawing/2014/main" id="{5BD8AFBF-EED2-1682-887E-F08CDB88CECB}"/>
              </a:ext>
            </a:extLst>
          </p:cNvPr>
          <p:cNvSpPr txBox="1"/>
          <p:nvPr/>
        </p:nvSpPr>
        <p:spPr>
          <a:xfrm>
            <a:off x="533400" y="2293994"/>
            <a:ext cx="11353800" cy="4148315"/>
          </a:xfrm>
          <a:prstGeom prst="rect">
            <a:avLst/>
          </a:prstGeom>
          <a:noFill/>
        </p:spPr>
        <p:txBody>
          <a:bodyPr wrap="square">
            <a:spAutoFit/>
          </a:bodyPr>
          <a:lstStyle/>
          <a:p>
            <a:pPr>
              <a:lnSpc>
                <a:spcPct val="150000"/>
              </a:lnSpc>
            </a:pPr>
            <a:r>
              <a:rPr lang="en-US" sz="3600" b="1" dirty="0">
                <a:solidFill>
                  <a:schemeClr val="accent1">
                    <a:lumMod val="50000"/>
                  </a:schemeClr>
                </a:solidFill>
              </a:rPr>
              <a:t>Skills Used During Home Visits</a:t>
            </a:r>
          </a:p>
          <a:p>
            <a:pPr>
              <a:lnSpc>
                <a:spcPct val="150000"/>
              </a:lnSpc>
            </a:pPr>
            <a:r>
              <a:rPr lang="en-US" sz="2400" b="1" dirty="0">
                <a:solidFill>
                  <a:schemeClr val="accent5">
                    <a:lumMod val="50000"/>
                  </a:schemeClr>
                </a:solidFill>
              </a:rPr>
              <a:t>D) The Nurse's Own Nonverbal Communication</a:t>
            </a:r>
          </a:p>
          <a:p>
            <a:pPr>
              <a:lnSpc>
                <a:spcPct val="150000"/>
              </a:lnSpc>
            </a:pPr>
            <a:r>
              <a:rPr lang="en-US" sz="2000" b="1" dirty="0"/>
              <a:t>Nurse Are Also Being Observed:</a:t>
            </a:r>
            <a:r>
              <a:rPr lang="en-US" sz="2000" dirty="0"/>
              <a:t> The family reads her/his body language closely.</a:t>
            </a:r>
          </a:p>
          <a:p>
            <a:pPr>
              <a:lnSpc>
                <a:spcPct val="150000"/>
              </a:lnSpc>
            </a:pPr>
            <a:r>
              <a:rPr lang="en-US" sz="2000" b="1" dirty="0"/>
              <a:t>Behaviors to Avoid:</a:t>
            </a:r>
            <a:endParaRPr lang="en-US" sz="2000" dirty="0"/>
          </a:p>
          <a:p>
            <a:pPr lvl="1">
              <a:lnSpc>
                <a:spcPct val="150000"/>
              </a:lnSpc>
            </a:pPr>
            <a:r>
              <a:rPr lang="en-US" sz="2000" b="1" dirty="0"/>
              <a:t>Fidgeting (e.g., keys):</a:t>
            </a:r>
            <a:r>
              <a:rPr lang="en-US" sz="2000" dirty="0"/>
              <a:t> Signals nervousness or not wanting to be there.</a:t>
            </a:r>
          </a:p>
          <a:p>
            <a:pPr lvl="1">
              <a:lnSpc>
                <a:spcPct val="150000"/>
              </a:lnSpc>
            </a:pPr>
            <a:r>
              <a:rPr lang="en-US" sz="2000" b="1" dirty="0"/>
              <a:t>Appearing rushed:</a:t>
            </a:r>
            <a:r>
              <a:rPr lang="en-US" sz="2000" dirty="0"/>
              <a:t> Shows a lack of interest.</a:t>
            </a:r>
          </a:p>
          <a:p>
            <a:pPr lvl="1">
              <a:lnSpc>
                <a:spcPct val="150000"/>
              </a:lnSpc>
            </a:pPr>
            <a:r>
              <a:rPr lang="en-US" sz="2000" b="1" dirty="0"/>
              <a:t>Minimal eye contact:</a:t>
            </a:r>
            <a:r>
              <a:rPr lang="en-US" sz="2000" dirty="0"/>
              <a:t> Perceived as rude or unprofessional.</a:t>
            </a:r>
          </a:p>
          <a:p>
            <a:pPr lvl="1">
              <a:lnSpc>
                <a:spcPct val="150000"/>
              </a:lnSpc>
            </a:pPr>
            <a:r>
              <a:rPr lang="en-US" sz="2000" b="1" dirty="0"/>
              <a:t>Refusing to sit or showing shock:</a:t>
            </a:r>
            <a:r>
              <a:rPr lang="en-US" sz="2000" dirty="0"/>
              <a:t> Implies fear or judgment.</a:t>
            </a:r>
          </a:p>
        </p:txBody>
      </p:sp>
    </p:spTree>
    <p:extLst>
      <p:ext uri="{BB962C8B-B14F-4D97-AF65-F5344CB8AC3E}">
        <p14:creationId xmlns:p14="http://schemas.microsoft.com/office/powerpoint/2010/main" val="778713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a:extLst>
              <a:ext uri="{FF2B5EF4-FFF2-40B4-BE49-F238E27FC236}">
                <a16:creationId xmlns:a16="http://schemas.microsoft.com/office/drawing/2014/main" id="{2518799D-9391-F383-E135-E8A832F107A3}"/>
              </a:ext>
            </a:extLst>
          </p:cNvPr>
          <p:cNvSpPr>
            <a:spLocks noGrp="1"/>
          </p:cNvSpPr>
          <p:nvPr>
            <p:ph type="title"/>
          </p:nvPr>
        </p:nvSpPr>
        <p:spPr>
          <a:xfrm>
            <a:off x="1154955" y="973667"/>
            <a:ext cx="2942210" cy="4833745"/>
          </a:xfrm>
        </p:spPr>
        <p:txBody>
          <a:bodyPr>
            <a:normAutofit/>
          </a:bodyPr>
          <a:lstStyle/>
          <a:p>
            <a:pPr algn="ctr"/>
            <a:r>
              <a:rPr lang="en-US" sz="3200" b="1" dirty="0">
                <a:solidFill>
                  <a:srgbClr val="EBEBEB"/>
                </a:solidFill>
              </a:rPr>
              <a:t>Components of the Family Home Visit</a:t>
            </a:r>
            <a:endParaRPr lang="en-US" sz="3300" b="1" dirty="0">
              <a:solidFill>
                <a:srgbClr val="EBEBEB"/>
              </a:solidFill>
            </a:endParaRP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07DA5ED9-B18D-863E-79E8-211842503A38}"/>
              </a:ext>
            </a:extLst>
          </p:cNvPr>
          <p:cNvGraphicFramePr>
            <a:graphicFrameLocks noGrp="1"/>
          </p:cNvGraphicFramePr>
          <p:nvPr>
            <p:ph idx="1"/>
            <p:extLst>
              <p:ext uri="{D42A27DB-BD31-4B8C-83A1-F6EECF244321}">
                <p14:modId xmlns:p14="http://schemas.microsoft.com/office/powerpoint/2010/main" val="1496970621"/>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27333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a:extLst>
              <a:ext uri="{FF2B5EF4-FFF2-40B4-BE49-F238E27FC236}">
                <a16:creationId xmlns:a16="http://schemas.microsoft.com/office/drawing/2014/main" id="{2518799D-9391-F383-E135-E8A832F107A3}"/>
              </a:ext>
            </a:extLst>
          </p:cNvPr>
          <p:cNvSpPr>
            <a:spLocks noGrp="1"/>
          </p:cNvSpPr>
          <p:nvPr>
            <p:ph type="title"/>
          </p:nvPr>
        </p:nvSpPr>
        <p:spPr>
          <a:xfrm>
            <a:off x="1154955" y="973667"/>
            <a:ext cx="2942210" cy="4833745"/>
          </a:xfrm>
        </p:spPr>
        <p:txBody>
          <a:bodyPr>
            <a:normAutofit/>
          </a:bodyPr>
          <a:lstStyle/>
          <a:p>
            <a:r>
              <a:rPr lang="en-US" sz="3200" b="1" dirty="0">
                <a:solidFill>
                  <a:srgbClr val="EBEBEB"/>
                </a:solidFill>
              </a:rPr>
              <a:t>Components of the Family Home Visit</a:t>
            </a:r>
            <a:endParaRPr lang="en-US" sz="3300" b="1" dirty="0">
              <a:solidFill>
                <a:srgbClr val="EBEBEB"/>
              </a:solidFill>
            </a:endParaRP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0DB4EE01-6A72-7ADB-868E-411E8BD334B3}"/>
              </a:ext>
            </a:extLst>
          </p:cNvPr>
          <p:cNvGraphicFramePr>
            <a:graphicFrameLocks noGrp="1"/>
          </p:cNvGraphicFramePr>
          <p:nvPr>
            <p:ph idx="1"/>
            <p:extLst>
              <p:ext uri="{D42A27DB-BD31-4B8C-83A1-F6EECF244321}">
                <p14:modId xmlns:p14="http://schemas.microsoft.com/office/powerpoint/2010/main" val="1711738919"/>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extBox 5">
            <a:extLst>
              <a:ext uri="{FF2B5EF4-FFF2-40B4-BE49-F238E27FC236}">
                <a16:creationId xmlns:a16="http://schemas.microsoft.com/office/drawing/2014/main" id="{165F2A43-CB41-EBF9-A009-5B7FAB670EC3}"/>
              </a:ext>
            </a:extLst>
          </p:cNvPr>
          <p:cNvSpPr txBox="1"/>
          <p:nvPr/>
        </p:nvSpPr>
        <p:spPr>
          <a:xfrm>
            <a:off x="5257800" y="533400"/>
            <a:ext cx="6375903" cy="6004657"/>
          </a:xfrm>
          <a:prstGeom prst="rect">
            <a:avLst/>
          </a:prstGeom>
          <a:noFill/>
        </p:spPr>
        <p:txBody>
          <a:bodyPr wrap="square">
            <a:spAutoFit/>
          </a:bodyPr>
          <a:lstStyle/>
          <a:p>
            <a:pPr marL="0" indent="0">
              <a:buNone/>
            </a:pPr>
            <a:r>
              <a:rPr lang="en-US" sz="2800" b="1" dirty="0">
                <a:solidFill>
                  <a:schemeClr val="accent5">
                    <a:lumMod val="50000"/>
                  </a:schemeClr>
                </a:solidFill>
                <a:latin typeface="Times New Roman" panose="02020603050405020304" pitchFamily="18" charset="0"/>
                <a:cs typeface="Times New Roman" panose="02020603050405020304" pitchFamily="18" charset="0"/>
              </a:rPr>
              <a:t>1- Pre-visit preparation</a:t>
            </a:r>
          </a:p>
          <a:p>
            <a:pPr>
              <a:lnSpc>
                <a:spcPct val="150000"/>
              </a:lnSpc>
            </a:pPr>
            <a:r>
              <a:rPr lang="en-US" sz="2000" b="1" dirty="0"/>
              <a:t>Triggered by a Referral:</a:t>
            </a:r>
            <a:r>
              <a:rPr lang="en-US" sz="2000" dirty="0"/>
              <a:t> A request for service, which can be:</a:t>
            </a:r>
          </a:p>
          <a:p>
            <a:pPr lvl="1">
              <a:lnSpc>
                <a:spcPct val="150000"/>
              </a:lnSpc>
            </a:pPr>
            <a:r>
              <a:rPr lang="en-US" sz="2000" b="1" dirty="0"/>
              <a:t>Formal:</a:t>
            </a:r>
            <a:r>
              <a:rPr lang="en-US" sz="2000" dirty="0"/>
              <a:t> From physicians, hospitals, social services.</a:t>
            </a:r>
          </a:p>
          <a:p>
            <a:pPr lvl="1">
              <a:lnSpc>
                <a:spcPct val="150000"/>
              </a:lnSpc>
            </a:pPr>
            <a:r>
              <a:rPr lang="en-US" sz="2000" b="1" dirty="0"/>
              <a:t>Informal:</a:t>
            </a:r>
            <a:r>
              <a:rPr lang="en-US" sz="2000" dirty="0"/>
              <a:t> From family, friends, or shelters.</a:t>
            </a:r>
          </a:p>
          <a:p>
            <a:pPr>
              <a:lnSpc>
                <a:spcPct val="150000"/>
              </a:lnSpc>
            </a:pPr>
            <a:r>
              <a:rPr lang="en-US" sz="2000" b="1" dirty="0"/>
              <a:t>Common Referral Examples:</a:t>
            </a:r>
            <a:endParaRPr lang="en-US" sz="2000" dirty="0"/>
          </a:p>
          <a:p>
            <a:pPr lvl="1">
              <a:lnSpc>
                <a:spcPct val="150000"/>
              </a:lnSpc>
            </a:pPr>
            <a:r>
              <a:rPr lang="en-US" sz="2000" dirty="0"/>
              <a:t>Follow-up for low-birth-weight babies or teen mothers.</a:t>
            </a:r>
          </a:p>
          <a:p>
            <a:pPr lvl="1">
              <a:lnSpc>
                <a:spcPct val="150000"/>
              </a:lnSpc>
            </a:pPr>
            <a:r>
              <a:rPr lang="en-US" sz="2000" dirty="0"/>
              <a:t>Home assessment for a child returning to parents.</a:t>
            </a:r>
          </a:p>
          <a:p>
            <a:pPr lvl="1">
              <a:lnSpc>
                <a:spcPct val="150000"/>
              </a:lnSpc>
            </a:pPr>
            <a:r>
              <a:rPr lang="en-US" sz="2000" dirty="0"/>
              <a:t>Checking on an elderly relative with health concerns.</a:t>
            </a:r>
          </a:p>
        </p:txBody>
      </p:sp>
    </p:spTree>
    <p:extLst>
      <p:ext uri="{BB962C8B-B14F-4D97-AF65-F5344CB8AC3E}">
        <p14:creationId xmlns:p14="http://schemas.microsoft.com/office/powerpoint/2010/main" val="498619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8799D-9391-F383-E135-E8A832F107A3}"/>
              </a:ext>
            </a:extLst>
          </p:cNvPr>
          <p:cNvSpPr>
            <a:spLocks noGrp="1"/>
          </p:cNvSpPr>
          <p:nvPr>
            <p:ph type="title"/>
          </p:nvPr>
        </p:nvSpPr>
        <p:spPr>
          <a:xfrm>
            <a:off x="1154954" y="973668"/>
            <a:ext cx="8761413" cy="706964"/>
          </a:xfrm>
        </p:spPr>
        <p:txBody>
          <a:bodyPr>
            <a:normAutofit/>
          </a:bodyPr>
          <a:lstStyle/>
          <a:p>
            <a:r>
              <a:rPr lang="en-US" b="1" dirty="0">
                <a:solidFill>
                  <a:srgbClr val="EBEBEB"/>
                </a:solidFill>
              </a:rPr>
              <a:t>Components of the Family Home Visit</a:t>
            </a:r>
          </a:p>
        </p:txBody>
      </p:sp>
      <p:pic>
        <p:nvPicPr>
          <p:cNvPr id="38" name="Graphic 37" descr="Doctor">
            <a:extLst>
              <a:ext uri="{FF2B5EF4-FFF2-40B4-BE49-F238E27FC236}">
                <a16:creationId xmlns:a16="http://schemas.microsoft.com/office/drawing/2014/main" id="{0C57AB66-11BF-F3A6-E643-1C1454DD69C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095770"/>
            <a:ext cx="3067163" cy="3067163"/>
          </a:xfrm>
          <a:prstGeom prst="roundRect">
            <a:avLst>
              <a:gd name="adj" fmla="val 1858"/>
            </a:avLst>
          </a:prstGeom>
          <a:effectLst>
            <a:outerShdw blurRad="50800" dist="50800" dir="5400000" algn="tl" rotWithShape="0">
              <a:srgbClr val="000000">
                <a:alpha val="43000"/>
              </a:srgbClr>
            </a:outerShdw>
          </a:effectLst>
        </p:spPr>
      </p:pic>
      <p:sp>
        <p:nvSpPr>
          <p:cNvPr id="39" name="Content Placeholder 2">
            <a:extLst>
              <a:ext uri="{FF2B5EF4-FFF2-40B4-BE49-F238E27FC236}">
                <a16:creationId xmlns:a16="http://schemas.microsoft.com/office/drawing/2014/main" id="{02F0E029-DBE8-56D7-9CE6-0519EB951B58}"/>
              </a:ext>
            </a:extLst>
          </p:cNvPr>
          <p:cNvSpPr>
            <a:spLocks noGrp="1"/>
          </p:cNvSpPr>
          <p:nvPr>
            <p:ph idx="1"/>
          </p:nvPr>
        </p:nvSpPr>
        <p:spPr>
          <a:xfrm>
            <a:off x="4572000" y="2803406"/>
            <a:ext cx="7010400" cy="3873500"/>
          </a:xfrm>
        </p:spPr>
        <p:txBody>
          <a:bodyPr anchor="ctr">
            <a:normAutofit/>
          </a:bodyPr>
          <a:lstStyle/>
          <a:p>
            <a:pPr>
              <a:lnSpc>
                <a:spcPct val="90000"/>
              </a:lnSpc>
              <a:buAutoNum type="arabicPeriod"/>
            </a:pPr>
            <a:r>
              <a:rPr lang="en-US" dirty="0"/>
              <a:t>Introduce yourself </a:t>
            </a:r>
          </a:p>
          <a:p>
            <a:pPr>
              <a:lnSpc>
                <a:spcPct val="90000"/>
              </a:lnSpc>
              <a:buAutoNum type="arabicPeriod"/>
            </a:pPr>
            <a:r>
              <a:rPr lang="en-US" dirty="0"/>
              <a:t>Explain the reason for the call </a:t>
            </a:r>
          </a:p>
          <a:p>
            <a:pPr>
              <a:lnSpc>
                <a:spcPct val="90000"/>
              </a:lnSpc>
              <a:buAutoNum type="arabicPeriod"/>
            </a:pPr>
            <a:r>
              <a:rPr lang="en-US" dirty="0"/>
              <a:t>Give the reason why the family was referred</a:t>
            </a:r>
          </a:p>
          <a:p>
            <a:pPr>
              <a:lnSpc>
                <a:spcPct val="90000"/>
              </a:lnSpc>
              <a:buAutoNum type="arabicPeriod"/>
            </a:pPr>
            <a:r>
              <a:rPr lang="en-US" dirty="0"/>
              <a:t>Indicate what the visit consists of </a:t>
            </a:r>
          </a:p>
          <a:p>
            <a:pPr>
              <a:lnSpc>
                <a:spcPct val="90000"/>
              </a:lnSpc>
              <a:buAutoNum type="arabicPeriod"/>
            </a:pPr>
            <a:r>
              <a:rPr lang="en-US" dirty="0"/>
              <a:t>Determine when a visit would be convenient for the family and you </a:t>
            </a:r>
          </a:p>
          <a:p>
            <a:pPr>
              <a:lnSpc>
                <a:spcPct val="90000"/>
              </a:lnSpc>
              <a:buAutoNum type="arabicPeriod"/>
            </a:pPr>
            <a:r>
              <a:rPr lang="en-US" dirty="0"/>
              <a:t>Get explicit directions to where the family is staying (the referral may have a different address, or the family did not mention that they are staying elsewhere) </a:t>
            </a:r>
          </a:p>
          <a:p>
            <a:pPr>
              <a:lnSpc>
                <a:spcPct val="90000"/>
              </a:lnSpc>
              <a:buAutoNum type="arabicPeriod"/>
            </a:pPr>
            <a:r>
              <a:rPr lang="en-US" dirty="0"/>
              <a:t>Repeat the date and time of the scheduled visit</a:t>
            </a:r>
            <a:endParaRPr lang="en-US"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18032DC0-C483-7892-3280-F82E7247639E}"/>
              </a:ext>
            </a:extLst>
          </p:cNvPr>
          <p:cNvSpPr txBox="1"/>
          <p:nvPr/>
        </p:nvSpPr>
        <p:spPr>
          <a:xfrm>
            <a:off x="609600" y="5178173"/>
            <a:ext cx="6096000" cy="461665"/>
          </a:xfrm>
          <a:prstGeom prst="rect">
            <a:avLst/>
          </a:prstGeom>
          <a:noFill/>
        </p:spPr>
        <p:txBody>
          <a:bodyPr wrap="square">
            <a:spAutoFit/>
          </a:bodyPr>
          <a:lstStyle/>
          <a:p>
            <a:pPr marL="0" indent="0">
              <a:buNone/>
            </a:pPr>
            <a:r>
              <a:rPr lang="en-US" sz="2400" b="1" dirty="0">
                <a:solidFill>
                  <a:schemeClr val="tx2">
                    <a:lumMod val="50000"/>
                  </a:schemeClr>
                </a:solidFill>
                <a:latin typeface="Times New Roman" panose="02020603050405020304" pitchFamily="18" charset="0"/>
                <a:cs typeface="Times New Roman" panose="02020603050405020304" pitchFamily="18" charset="0"/>
              </a:rPr>
              <a:t>1- Pre-visit preparation</a:t>
            </a:r>
          </a:p>
        </p:txBody>
      </p:sp>
      <p:sp>
        <p:nvSpPr>
          <p:cNvPr id="40" name="TextBox 39">
            <a:extLst>
              <a:ext uri="{FF2B5EF4-FFF2-40B4-BE49-F238E27FC236}">
                <a16:creationId xmlns:a16="http://schemas.microsoft.com/office/drawing/2014/main" id="{9CAC15A3-6526-CF08-0E82-A350332AE7B8}"/>
              </a:ext>
            </a:extLst>
          </p:cNvPr>
          <p:cNvSpPr txBox="1"/>
          <p:nvPr/>
        </p:nvSpPr>
        <p:spPr>
          <a:xfrm>
            <a:off x="4267200" y="2418834"/>
            <a:ext cx="6096000" cy="369332"/>
          </a:xfrm>
          <a:prstGeom prst="rect">
            <a:avLst/>
          </a:prstGeom>
          <a:noFill/>
        </p:spPr>
        <p:txBody>
          <a:bodyPr wrap="square">
            <a:spAutoFit/>
          </a:bodyPr>
          <a:lstStyle/>
          <a:p>
            <a:pPr marL="0" indent="0">
              <a:buNone/>
            </a:pPr>
            <a:r>
              <a:rPr lang="en-US" sz="1800" b="1" dirty="0"/>
              <a:t>When calling for the first time, you, the PHN, will: </a:t>
            </a:r>
          </a:p>
        </p:txBody>
      </p:sp>
    </p:spTree>
    <p:extLst>
      <p:ext uri="{BB962C8B-B14F-4D97-AF65-F5344CB8AC3E}">
        <p14:creationId xmlns:p14="http://schemas.microsoft.com/office/powerpoint/2010/main" val="3183535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3A5376-8098-2165-44C8-EBBFA581ECB0}"/>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47899922-A4D6-5EBB-80BF-DA3EE41531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99FE0BA4-3409-6675-3446-293B397B2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Oval 10">
              <a:extLst>
                <a:ext uri="{FF2B5EF4-FFF2-40B4-BE49-F238E27FC236}">
                  <a16:creationId xmlns:a16="http://schemas.microsoft.com/office/drawing/2014/main" id="{68C25E28-8EA6-5D65-DDF6-B9021DE070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Oval 11">
              <a:extLst>
                <a:ext uri="{FF2B5EF4-FFF2-40B4-BE49-F238E27FC236}">
                  <a16:creationId xmlns:a16="http://schemas.microsoft.com/office/drawing/2014/main" id="{A86B5644-8EF6-B2AA-FCBA-94C4171734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3FB0A24B-640C-82C6-AFAE-03BCDC24A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4" name="Freeform 5">
              <a:extLst>
                <a:ext uri="{FF2B5EF4-FFF2-40B4-BE49-F238E27FC236}">
                  <a16:creationId xmlns:a16="http://schemas.microsoft.com/office/drawing/2014/main" id="{8A90BD17-C7BC-CC69-E2B5-79BA5CAE9F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5" name="Freeform 5">
              <a:extLst>
                <a:ext uri="{FF2B5EF4-FFF2-40B4-BE49-F238E27FC236}">
                  <a16:creationId xmlns:a16="http://schemas.microsoft.com/office/drawing/2014/main" id="{90E33EF8-6315-8314-3A97-4E8F66653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6" name="Freeform 5">
              <a:extLst>
                <a:ext uri="{FF2B5EF4-FFF2-40B4-BE49-F238E27FC236}">
                  <a16:creationId xmlns:a16="http://schemas.microsoft.com/office/drawing/2014/main" id="{74243051-BB61-3C00-C244-54FC5CC7C3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grpSp>
      <p:sp>
        <p:nvSpPr>
          <p:cNvPr id="2" name="Title 1">
            <a:extLst>
              <a:ext uri="{FF2B5EF4-FFF2-40B4-BE49-F238E27FC236}">
                <a16:creationId xmlns:a16="http://schemas.microsoft.com/office/drawing/2014/main" id="{C7BB2628-C11C-25CA-1D3C-C117BA1C34B8}"/>
              </a:ext>
            </a:extLst>
          </p:cNvPr>
          <p:cNvSpPr>
            <a:spLocks noGrp="1"/>
          </p:cNvSpPr>
          <p:nvPr>
            <p:ph type="title"/>
          </p:nvPr>
        </p:nvSpPr>
        <p:spPr>
          <a:xfrm>
            <a:off x="1154955" y="973667"/>
            <a:ext cx="2942210" cy="4833745"/>
          </a:xfrm>
        </p:spPr>
        <p:txBody>
          <a:bodyPr>
            <a:normAutofit/>
          </a:bodyPr>
          <a:lstStyle/>
          <a:p>
            <a:r>
              <a:rPr lang="en-US" sz="3200" b="1" dirty="0">
                <a:solidFill>
                  <a:srgbClr val="EBEBEB"/>
                </a:solidFill>
              </a:rPr>
              <a:t>Components of the Family Home Visit</a:t>
            </a:r>
            <a:endParaRPr lang="en-US" sz="3300" b="1" dirty="0">
              <a:solidFill>
                <a:srgbClr val="EBEBEB"/>
              </a:solidFill>
            </a:endParaRPr>
          </a:p>
        </p:txBody>
      </p:sp>
      <p:sp>
        <p:nvSpPr>
          <p:cNvPr id="18" name="Rectangle 17">
            <a:extLst>
              <a:ext uri="{FF2B5EF4-FFF2-40B4-BE49-F238E27FC236}">
                <a16:creationId xmlns:a16="http://schemas.microsoft.com/office/drawing/2014/main" id="{89BA920C-2CCF-3238-7A01-11004BD85F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aphicFrame>
        <p:nvGraphicFramePr>
          <p:cNvPr id="5" name="Content Placeholder 2">
            <a:extLst>
              <a:ext uri="{FF2B5EF4-FFF2-40B4-BE49-F238E27FC236}">
                <a16:creationId xmlns:a16="http://schemas.microsoft.com/office/drawing/2014/main" id="{FC91A1BD-6AEF-C18F-0610-8B1C6FA3A922}"/>
              </a:ext>
            </a:extLst>
          </p:cNvPr>
          <p:cNvGraphicFramePr>
            <a:graphicFrameLocks noGrp="1"/>
          </p:cNvGraphicFramePr>
          <p:nvPr>
            <p:ph idx="1"/>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extBox 5">
            <a:extLst>
              <a:ext uri="{FF2B5EF4-FFF2-40B4-BE49-F238E27FC236}">
                <a16:creationId xmlns:a16="http://schemas.microsoft.com/office/drawing/2014/main" id="{B1595CAB-8FB5-9948-3D7A-3CCDE86F447F}"/>
              </a:ext>
            </a:extLst>
          </p:cNvPr>
          <p:cNvSpPr txBox="1"/>
          <p:nvPr/>
        </p:nvSpPr>
        <p:spPr>
          <a:xfrm>
            <a:off x="5029200" y="304800"/>
            <a:ext cx="7162800" cy="6312434"/>
          </a:xfrm>
          <a:prstGeom prst="rect">
            <a:avLst/>
          </a:prstGeom>
          <a:noFill/>
        </p:spPr>
        <p:txBody>
          <a:bodyPr wrap="square">
            <a:spAutoFit/>
          </a:bodyPr>
          <a:lstStyle/>
          <a:p>
            <a:pPr marL="0" marR="0" lvl="0" indent="0" algn="l" defTabSz="457200" rtl="0" eaLnBrk="0" fontAlgn="base" latinLnBrk="0" hangingPunct="0">
              <a:lnSpc>
                <a:spcPct val="15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9B6BF2">
                    <a:lumMod val="50000"/>
                  </a:srgbClr>
                </a:solidFill>
                <a:effectLst/>
                <a:uLnTx/>
                <a:uFillTx/>
                <a:latin typeface="Times New Roman" panose="02020603050405020304" pitchFamily="18" charset="0"/>
                <a:ea typeface="+mn-ea"/>
                <a:cs typeface="Times New Roman" panose="02020603050405020304" pitchFamily="18" charset="0"/>
              </a:rPr>
              <a:t>1- Pre-visit preparation</a:t>
            </a:r>
          </a:p>
          <a:p>
            <a:pPr>
              <a:lnSpc>
                <a:spcPct val="150000"/>
              </a:lnSpc>
            </a:pPr>
            <a:r>
              <a:rPr lang="en-US" sz="2400" b="1" dirty="0"/>
              <a:t>Nurse's Toolkit:</a:t>
            </a:r>
            <a:endParaRPr lang="en-US" sz="2400" dirty="0"/>
          </a:p>
          <a:p>
            <a:pPr lvl="1">
              <a:lnSpc>
                <a:spcPct val="150000"/>
              </a:lnSpc>
            </a:pPr>
            <a:r>
              <a:rPr lang="en-US" sz="2400" dirty="0"/>
              <a:t>Contact info, educational materials, charting tools.</a:t>
            </a:r>
          </a:p>
          <a:p>
            <a:pPr lvl="1">
              <a:lnSpc>
                <a:spcPct val="150000"/>
              </a:lnSpc>
            </a:pPr>
            <a:r>
              <a:rPr lang="en-US" sz="2400" dirty="0"/>
              <a:t>Resource directory, nursing bag/supplies.</a:t>
            </a:r>
          </a:p>
          <a:p>
            <a:pPr lvl="1">
              <a:lnSpc>
                <a:spcPct val="150000"/>
              </a:lnSpc>
            </a:pPr>
            <a:r>
              <a:rPr lang="en-US" sz="2400" dirty="0"/>
              <a:t>Specialized supplies for specific visit types.</a:t>
            </a:r>
            <a:endParaRPr lang="en-US" sz="2000" b="1" dirty="0"/>
          </a:p>
          <a:p>
            <a:pPr>
              <a:lnSpc>
                <a:spcPct val="150000"/>
              </a:lnSpc>
            </a:pPr>
            <a:r>
              <a:rPr lang="en-US" sz="2000" b="1" dirty="0"/>
              <a:t>Managing Defensiveness:</a:t>
            </a:r>
            <a:r>
              <a:rPr lang="en-US" sz="2000" dirty="0"/>
              <a:t> Be prepared to explain the purpose clearly:</a:t>
            </a:r>
          </a:p>
          <a:p>
            <a:pPr lvl="1">
              <a:lnSpc>
                <a:spcPct val="150000"/>
              </a:lnSpc>
            </a:pPr>
            <a:r>
              <a:rPr lang="en-US" sz="2000" dirty="0"/>
              <a:t>It's a routine service to support the transition home.</a:t>
            </a:r>
          </a:p>
          <a:p>
            <a:pPr lvl="1">
              <a:lnSpc>
                <a:spcPct val="150000"/>
              </a:lnSpc>
            </a:pPr>
            <a:r>
              <a:rPr lang="en-US" sz="2000" dirty="0"/>
              <a:t>It's an opportunity for them to ask questions.</a:t>
            </a:r>
          </a:p>
          <a:p>
            <a:pPr lvl="1">
              <a:lnSpc>
                <a:spcPct val="150000"/>
              </a:lnSpc>
            </a:pPr>
            <a:r>
              <a:rPr lang="en-US" sz="2000" dirty="0"/>
              <a:t>It's a free service provided by the agency (no direct cost).</a:t>
            </a:r>
          </a:p>
        </p:txBody>
      </p:sp>
    </p:spTree>
    <p:extLst>
      <p:ext uri="{BB962C8B-B14F-4D97-AF65-F5344CB8AC3E}">
        <p14:creationId xmlns:p14="http://schemas.microsoft.com/office/powerpoint/2010/main" val="2542733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7FA7F-A060-2109-BEC8-217B2F3C6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086D1A-DE15-93DC-10A3-90E2CFFB2C4C}"/>
              </a:ext>
            </a:extLst>
          </p:cNvPr>
          <p:cNvSpPr>
            <a:spLocks noGrp="1"/>
          </p:cNvSpPr>
          <p:nvPr>
            <p:ph type="title"/>
          </p:nvPr>
        </p:nvSpPr>
        <p:spPr>
          <a:xfrm>
            <a:off x="1154954" y="973668"/>
            <a:ext cx="8761413" cy="706964"/>
          </a:xfrm>
        </p:spPr>
        <p:txBody>
          <a:bodyPr>
            <a:normAutofit/>
          </a:bodyPr>
          <a:lstStyle/>
          <a:p>
            <a:r>
              <a:rPr lang="en-US" b="1" dirty="0">
                <a:solidFill>
                  <a:srgbClr val="EBEBEB"/>
                </a:solidFill>
              </a:rPr>
              <a:t>Components of the Family Home Visit</a:t>
            </a:r>
          </a:p>
        </p:txBody>
      </p:sp>
      <p:pic>
        <p:nvPicPr>
          <p:cNvPr id="38" name="Graphic 37" descr="Doctor">
            <a:extLst>
              <a:ext uri="{FF2B5EF4-FFF2-40B4-BE49-F238E27FC236}">
                <a16:creationId xmlns:a16="http://schemas.microsoft.com/office/drawing/2014/main" id="{984C716C-DC44-C5FD-4F82-22B6D86BF1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095770"/>
            <a:ext cx="3067163" cy="3067163"/>
          </a:xfrm>
          <a:prstGeom prst="roundRect">
            <a:avLst>
              <a:gd name="adj" fmla="val 1858"/>
            </a:avLst>
          </a:prstGeom>
          <a:effectLst>
            <a:outerShdw blurRad="50800" dist="50800" dir="5400000" algn="tl" rotWithShape="0">
              <a:srgbClr val="000000">
                <a:alpha val="43000"/>
              </a:srgbClr>
            </a:outerShdw>
          </a:effectLst>
        </p:spPr>
      </p:pic>
      <p:sp>
        <p:nvSpPr>
          <p:cNvPr id="39" name="Content Placeholder 2">
            <a:extLst>
              <a:ext uri="{FF2B5EF4-FFF2-40B4-BE49-F238E27FC236}">
                <a16:creationId xmlns:a16="http://schemas.microsoft.com/office/drawing/2014/main" id="{CFD773A1-2576-E1FC-4ECF-53D7C867A04D}"/>
              </a:ext>
            </a:extLst>
          </p:cNvPr>
          <p:cNvSpPr>
            <a:spLocks noGrp="1"/>
          </p:cNvSpPr>
          <p:nvPr>
            <p:ph idx="1"/>
          </p:nvPr>
        </p:nvSpPr>
        <p:spPr>
          <a:xfrm>
            <a:off x="4572000" y="2803406"/>
            <a:ext cx="7010400" cy="3873500"/>
          </a:xfrm>
        </p:spPr>
        <p:txBody>
          <a:bodyPr anchor="ctr">
            <a:normAutofit/>
          </a:bodyPr>
          <a:lstStyle/>
          <a:p>
            <a:pPr lvl="1"/>
            <a:r>
              <a:rPr lang="en-US" b="1" dirty="0"/>
              <a:t>Be Adaptable &amp; Flexible:</a:t>
            </a:r>
            <a:r>
              <a:rPr lang="en-US" dirty="0"/>
              <a:t> The visit's agenda may need to change based on new circumstances (e.g., a new baby arrives).</a:t>
            </a:r>
          </a:p>
          <a:p>
            <a:pPr lvl="1"/>
            <a:r>
              <a:rPr lang="en-US" b="1" dirty="0"/>
              <a:t>Wellness-Oriented:</a:t>
            </a:r>
            <a:r>
              <a:rPr lang="en-US" dirty="0"/>
              <a:t> Remember, clients often have higher levels of wellness than in acute care.</a:t>
            </a:r>
          </a:p>
          <a:p>
            <a:pPr lvl="1"/>
            <a:r>
              <a:rPr lang="en-US" b="1" dirty="0"/>
              <a:t>Collaborate Actively:</a:t>
            </a:r>
            <a:r>
              <a:rPr lang="en-US" dirty="0"/>
              <a:t> Develop a sustained plan of care </a:t>
            </a:r>
            <a:r>
              <a:rPr lang="en-US" i="1" dirty="0"/>
              <a:t>with</a:t>
            </a:r>
            <a:r>
              <a:rPr lang="en-US" dirty="0"/>
              <a:t> the family.</a:t>
            </a:r>
          </a:p>
          <a:p>
            <a:r>
              <a:rPr lang="en-US" b="1" dirty="0"/>
              <a:t>Concluding the Visit Effectively:</a:t>
            </a:r>
            <a:endParaRPr lang="en-US" dirty="0"/>
          </a:p>
          <a:p>
            <a:pPr lvl="1"/>
            <a:r>
              <a:rPr lang="en-US" dirty="0"/>
              <a:t>Review important points.</a:t>
            </a:r>
          </a:p>
          <a:p>
            <a:pPr lvl="1"/>
            <a:r>
              <a:rPr lang="en-US" dirty="0"/>
              <a:t>Emphasize and validate family strengths.</a:t>
            </a:r>
          </a:p>
          <a:p>
            <a:pPr lvl="1"/>
            <a:r>
              <a:rPr lang="en-US" dirty="0"/>
              <a:t>Plan together for the next visit.</a:t>
            </a:r>
          </a:p>
        </p:txBody>
      </p:sp>
      <p:sp>
        <p:nvSpPr>
          <p:cNvPr id="31" name="TextBox 30">
            <a:extLst>
              <a:ext uri="{FF2B5EF4-FFF2-40B4-BE49-F238E27FC236}">
                <a16:creationId xmlns:a16="http://schemas.microsoft.com/office/drawing/2014/main" id="{30B72A42-81F6-D6FD-5A2E-D9A6CADD16F0}"/>
              </a:ext>
            </a:extLst>
          </p:cNvPr>
          <p:cNvSpPr txBox="1"/>
          <p:nvPr/>
        </p:nvSpPr>
        <p:spPr>
          <a:xfrm>
            <a:off x="609600" y="5178173"/>
            <a:ext cx="3276600" cy="460627"/>
          </a:xfrm>
          <a:prstGeom prst="rect">
            <a:avLst/>
          </a:prstGeom>
          <a:noFill/>
        </p:spPr>
        <p:txBody>
          <a:bodyPr wrap="square">
            <a:spAutoFit/>
          </a:bodyPr>
          <a:lstStyle/>
          <a:p>
            <a:pPr marL="0" indent="0">
              <a:buNone/>
            </a:pPr>
            <a:r>
              <a:rPr lang="en-US" sz="2400" b="1" dirty="0">
                <a:latin typeface="Times New Roman" panose="02020603050405020304" pitchFamily="18" charset="0"/>
                <a:cs typeface="Times New Roman" panose="02020603050405020304" pitchFamily="18" charset="0"/>
              </a:rPr>
              <a:t>2- Making the visit</a:t>
            </a:r>
          </a:p>
        </p:txBody>
      </p:sp>
    </p:spTree>
    <p:extLst>
      <p:ext uri="{BB962C8B-B14F-4D97-AF65-F5344CB8AC3E}">
        <p14:creationId xmlns:p14="http://schemas.microsoft.com/office/powerpoint/2010/main" val="16825572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EC482-7B88-DDB4-3C6E-18D6532B0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F85BE8-E819-DC89-5411-EF370C13B110}"/>
              </a:ext>
            </a:extLst>
          </p:cNvPr>
          <p:cNvSpPr>
            <a:spLocks noGrp="1"/>
          </p:cNvSpPr>
          <p:nvPr>
            <p:ph type="title"/>
          </p:nvPr>
        </p:nvSpPr>
        <p:spPr>
          <a:xfrm>
            <a:off x="1154954" y="973668"/>
            <a:ext cx="8761413" cy="706964"/>
          </a:xfrm>
        </p:spPr>
        <p:txBody>
          <a:bodyPr>
            <a:normAutofit/>
          </a:bodyPr>
          <a:lstStyle/>
          <a:p>
            <a:r>
              <a:rPr lang="en-US" b="1" dirty="0">
                <a:solidFill>
                  <a:srgbClr val="EBEBEB"/>
                </a:solidFill>
              </a:rPr>
              <a:t>Components of the Family Home Visit</a:t>
            </a:r>
          </a:p>
        </p:txBody>
      </p:sp>
      <p:pic>
        <p:nvPicPr>
          <p:cNvPr id="38" name="Graphic 37" descr="Doctor">
            <a:extLst>
              <a:ext uri="{FF2B5EF4-FFF2-40B4-BE49-F238E27FC236}">
                <a16:creationId xmlns:a16="http://schemas.microsoft.com/office/drawing/2014/main" id="{252ADC8B-6294-BDEB-EC1C-97F7D6CE2B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095770"/>
            <a:ext cx="3067163" cy="3067163"/>
          </a:xfrm>
          <a:prstGeom prst="roundRect">
            <a:avLst>
              <a:gd name="adj" fmla="val 1858"/>
            </a:avLst>
          </a:prstGeom>
          <a:effectLst>
            <a:outerShdw blurRad="50800" dist="50800" dir="5400000" algn="tl" rotWithShape="0">
              <a:srgbClr val="000000">
                <a:alpha val="43000"/>
              </a:srgbClr>
            </a:outerShdw>
          </a:effectLst>
        </p:spPr>
      </p:pic>
      <p:sp>
        <p:nvSpPr>
          <p:cNvPr id="39" name="Content Placeholder 2">
            <a:extLst>
              <a:ext uri="{FF2B5EF4-FFF2-40B4-BE49-F238E27FC236}">
                <a16:creationId xmlns:a16="http://schemas.microsoft.com/office/drawing/2014/main" id="{97BEC22D-9190-47BB-3585-38FE4A60B46E}"/>
              </a:ext>
            </a:extLst>
          </p:cNvPr>
          <p:cNvSpPr>
            <a:spLocks noGrp="1"/>
          </p:cNvSpPr>
          <p:nvPr>
            <p:ph idx="1"/>
          </p:nvPr>
        </p:nvSpPr>
        <p:spPr>
          <a:xfrm>
            <a:off x="4572000" y="2803406"/>
            <a:ext cx="7010400" cy="3873500"/>
          </a:xfrm>
        </p:spPr>
        <p:txBody>
          <a:bodyPr anchor="ctr">
            <a:normAutofit lnSpcReduction="10000"/>
          </a:bodyPr>
          <a:lstStyle/>
          <a:p>
            <a:r>
              <a:rPr lang="en-US" b="1" dirty="0"/>
              <a:t>The Balancing Act: Visit Length</a:t>
            </a:r>
          </a:p>
          <a:p>
            <a:r>
              <a:rPr lang="en-US" b="1" dirty="0"/>
              <a:t>Too Short (&lt; 20 mins):</a:t>
            </a:r>
            <a:endParaRPr lang="en-US" dirty="0"/>
          </a:p>
          <a:p>
            <a:pPr lvl="1"/>
            <a:r>
              <a:rPr lang="en-US" b="1" dirty="0"/>
              <a:t>Insufficient</a:t>
            </a:r>
            <a:r>
              <a:rPr lang="en-US" dirty="0"/>
              <a:t> for a thorough assessment.</a:t>
            </a:r>
          </a:p>
          <a:p>
            <a:pPr lvl="1"/>
            <a:r>
              <a:rPr lang="en-US" b="1" dirty="0"/>
              <a:t>Ideal for:</a:t>
            </a:r>
            <a:r>
              <a:rPr lang="en-US" dirty="0"/>
              <a:t> Dropping supplies, relaying quick info, a brief check-in.</a:t>
            </a:r>
          </a:p>
          <a:p>
            <a:r>
              <a:rPr lang="en-US" b="1" dirty="0"/>
              <a:t>Too Long (&gt; 60 mins):</a:t>
            </a:r>
            <a:endParaRPr lang="en-US" dirty="0"/>
          </a:p>
          <a:p>
            <a:pPr lvl="1"/>
            <a:r>
              <a:rPr lang="en-US" b="1" dirty="0"/>
              <a:t>Avoid.</a:t>
            </a:r>
            <a:r>
              <a:rPr lang="en-US" dirty="0"/>
              <a:t> Can be disruptive and unproductive.</a:t>
            </a:r>
          </a:p>
          <a:p>
            <a:pPr lvl="1"/>
            <a:r>
              <a:rPr lang="en-US" b="1" dirty="0"/>
              <a:t>Risks:</a:t>
            </a:r>
            <a:r>
              <a:rPr lang="en-US" dirty="0"/>
              <a:t> Disrupts family routines, family may feel no value was gained, can lead to missed future visits.</a:t>
            </a:r>
          </a:p>
          <a:p>
            <a:pPr lvl="1"/>
            <a:r>
              <a:rPr lang="en-US" b="1" dirty="0"/>
              <a:t>Better Approach:</a:t>
            </a:r>
            <a:r>
              <a:rPr lang="en-US" dirty="0"/>
              <a:t> Split lengthy assessments over two visits.</a:t>
            </a:r>
          </a:p>
          <a:p>
            <a:pPr lvl="1"/>
            <a:r>
              <a:rPr lang="en-US" b="1" dirty="0"/>
              <a:t>Key:</a:t>
            </a:r>
            <a:r>
              <a:rPr lang="en-US" dirty="0"/>
              <a:t> Pick up on nonverbal cues to gauge the right time to end.</a:t>
            </a:r>
          </a:p>
        </p:txBody>
      </p:sp>
      <p:sp>
        <p:nvSpPr>
          <p:cNvPr id="31" name="TextBox 30">
            <a:extLst>
              <a:ext uri="{FF2B5EF4-FFF2-40B4-BE49-F238E27FC236}">
                <a16:creationId xmlns:a16="http://schemas.microsoft.com/office/drawing/2014/main" id="{349B3CC4-CCC4-99DE-68D5-063EB226817D}"/>
              </a:ext>
            </a:extLst>
          </p:cNvPr>
          <p:cNvSpPr txBox="1"/>
          <p:nvPr/>
        </p:nvSpPr>
        <p:spPr>
          <a:xfrm>
            <a:off x="609600" y="5178173"/>
            <a:ext cx="3276600" cy="460627"/>
          </a:xfrm>
          <a:prstGeom prst="rect">
            <a:avLst/>
          </a:prstGeom>
          <a:noFill/>
        </p:spPr>
        <p:txBody>
          <a:bodyPr wrap="square">
            <a:spAutoFit/>
          </a:bodyPr>
          <a:lstStyle/>
          <a:p>
            <a:pPr marL="0" indent="0">
              <a:buNone/>
            </a:pPr>
            <a:r>
              <a:rPr lang="en-US" sz="2400" b="1" dirty="0">
                <a:latin typeface="Times New Roman" panose="02020603050405020304" pitchFamily="18" charset="0"/>
                <a:cs typeface="Times New Roman" panose="02020603050405020304" pitchFamily="18" charset="0"/>
              </a:rPr>
              <a:t>2- Making the visit</a:t>
            </a:r>
          </a:p>
        </p:txBody>
      </p:sp>
    </p:spTree>
    <p:extLst>
      <p:ext uri="{BB962C8B-B14F-4D97-AF65-F5344CB8AC3E}">
        <p14:creationId xmlns:p14="http://schemas.microsoft.com/office/powerpoint/2010/main" val="2844723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B37F5-39EA-3411-34A1-9AB116E72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FB016-688C-89BF-285A-82D095134D5E}"/>
              </a:ext>
            </a:extLst>
          </p:cNvPr>
          <p:cNvSpPr>
            <a:spLocks noGrp="1"/>
          </p:cNvSpPr>
          <p:nvPr>
            <p:ph type="title"/>
          </p:nvPr>
        </p:nvSpPr>
        <p:spPr>
          <a:xfrm>
            <a:off x="1154954" y="973668"/>
            <a:ext cx="8761413" cy="706964"/>
          </a:xfrm>
        </p:spPr>
        <p:txBody>
          <a:bodyPr>
            <a:normAutofit/>
          </a:bodyPr>
          <a:lstStyle/>
          <a:p>
            <a:r>
              <a:rPr lang="en-US" b="1" dirty="0">
                <a:solidFill>
                  <a:srgbClr val="EBEBEB"/>
                </a:solidFill>
              </a:rPr>
              <a:t>Components of the Family Home Visit</a:t>
            </a:r>
          </a:p>
        </p:txBody>
      </p:sp>
      <p:pic>
        <p:nvPicPr>
          <p:cNvPr id="38" name="Graphic 37" descr="Doctor">
            <a:extLst>
              <a:ext uri="{FF2B5EF4-FFF2-40B4-BE49-F238E27FC236}">
                <a16:creationId xmlns:a16="http://schemas.microsoft.com/office/drawing/2014/main" id="{16E30FA8-CA78-054C-FA32-BE23485281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095770"/>
            <a:ext cx="3067163" cy="3067163"/>
          </a:xfrm>
          <a:prstGeom prst="roundRect">
            <a:avLst>
              <a:gd name="adj" fmla="val 1858"/>
            </a:avLst>
          </a:prstGeom>
          <a:effectLst>
            <a:outerShdw blurRad="50800" dist="50800" dir="5400000" algn="tl" rotWithShape="0">
              <a:srgbClr val="000000">
                <a:alpha val="43000"/>
              </a:srgbClr>
            </a:outerShdw>
          </a:effectLst>
        </p:spPr>
      </p:pic>
      <p:sp>
        <p:nvSpPr>
          <p:cNvPr id="39" name="Content Placeholder 2">
            <a:extLst>
              <a:ext uri="{FF2B5EF4-FFF2-40B4-BE49-F238E27FC236}">
                <a16:creationId xmlns:a16="http://schemas.microsoft.com/office/drawing/2014/main" id="{A57AB366-CBA0-0F2B-21A8-58FE1B8CC3F6}"/>
              </a:ext>
            </a:extLst>
          </p:cNvPr>
          <p:cNvSpPr>
            <a:spLocks noGrp="1"/>
          </p:cNvSpPr>
          <p:nvPr>
            <p:ph idx="1"/>
          </p:nvPr>
        </p:nvSpPr>
        <p:spPr>
          <a:xfrm>
            <a:off x="4572000" y="2803406"/>
            <a:ext cx="7010400" cy="3873500"/>
          </a:xfrm>
        </p:spPr>
        <p:txBody>
          <a:bodyPr anchor="ctr">
            <a:normAutofit lnSpcReduction="10000"/>
          </a:bodyPr>
          <a:lstStyle/>
          <a:p>
            <a:r>
              <a:rPr lang="en-US" b="1" dirty="0"/>
              <a:t>Immediate Post-Visit Actions:</a:t>
            </a:r>
            <a:endParaRPr lang="en-US" dirty="0"/>
          </a:p>
          <a:p>
            <a:pPr lvl="1"/>
            <a:r>
              <a:rPr lang="en-US" dirty="0"/>
              <a:t>Say goodbye and pack up efficiently.</a:t>
            </a:r>
          </a:p>
          <a:p>
            <a:pPr lvl="1"/>
            <a:r>
              <a:rPr lang="en-US" dirty="0"/>
              <a:t>Prepare for your </a:t>
            </a:r>
            <a:r>
              <a:rPr lang="en-US" i="1" dirty="0"/>
              <a:t>next</a:t>
            </a:r>
            <a:r>
              <a:rPr lang="en-US" dirty="0"/>
              <a:t> visit while still in the community to demonstrate respect and professionalism.</a:t>
            </a:r>
          </a:p>
          <a:p>
            <a:r>
              <a:rPr lang="en-US" b="1" dirty="0"/>
              <a:t>Documentation (Charting):</a:t>
            </a:r>
            <a:endParaRPr lang="en-US" dirty="0"/>
          </a:p>
          <a:p>
            <a:pPr lvl="1"/>
            <a:r>
              <a:rPr lang="en-US" b="1" dirty="0"/>
              <a:t>Gold Standard:</a:t>
            </a:r>
            <a:r>
              <a:rPr lang="en-US" dirty="0"/>
              <a:t> Complete documentation </a:t>
            </a:r>
            <a:r>
              <a:rPr lang="en-US" b="1" dirty="0"/>
              <a:t>immediately</a:t>
            </a:r>
            <a:r>
              <a:rPr lang="en-US" dirty="0"/>
              <a:t> after the visit, before the next one.</a:t>
            </a:r>
          </a:p>
          <a:p>
            <a:pPr lvl="1"/>
            <a:r>
              <a:rPr lang="en-US" b="1" dirty="0"/>
              <a:t>Tools:</a:t>
            </a:r>
            <a:r>
              <a:rPr lang="en-US" dirty="0"/>
              <a:t> Use agency-provided devices (laptop, tablet) for electronic health records.</a:t>
            </a:r>
          </a:p>
          <a:p>
            <a:r>
              <a:rPr lang="en-US" b="1" dirty="0"/>
              <a:t>Documentation Forms:</a:t>
            </a:r>
            <a:r>
              <a:rPr lang="en-US" dirty="0"/>
              <a:t> Vary by agency but are designed for efficiency (e.g., checklists, coded care plans, narrative forms for specific assessments like postpartum visits).</a:t>
            </a:r>
          </a:p>
        </p:txBody>
      </p:sp>
      <p:sp>
        <p:nvSpPr>
          <p:cNvPr id="31" name="TextBox 30">
            <a:extLst>
              <a:ext uri="{FF2B5EF4-FFF2-40B4-BE49-F238E27FC236}">
                <a16:creationId xmlns:a16="http://schemas.microsoft.com/office/drawing/2014/main" id="{20314198-11DD-F421-42F8-EA29AE8A941F}"/>
              </a:ext>
            </a:extLst>
          </p:cNvPr>
          <p:cNvSpPr txBox="1"/>
          <p:nvPr/>
        </p:nvSpPr>
        <p:spPr>
          <a:xfrm>
            <a:off x="609600" y="5178173"/>
            <a:ext cx="3276600" cy="830997"/>
          </a:xfrm>
          <a:prstGeom prst="rect">
            <a:avLst/>
          </a:prstGeom>
          <a:noFill/>
        </p:spPr>
        <p:txBody>
          <a:bodyPr wrap="square">
            <a:spAutoFit/>
          </a:bodyPr>
          <a:lstStyle/>
          <a:p>
            <a:pPr marL="0" indent="0">
              <a:buNone/>
            </a:pPr>
            <a:r>
              <a:rPr lang="en-US" sz="2400" b="1" dirty="0">
                <a:latin typeface="Times New Roman" panose="02020603050405020304" pitchFamily="18" charset="0"/>
                <a:cs typeface="Times New Roman" panose="02020603050405020304" pitchFamily="18" charset="0"/>
              </a:rPr>
              <a:t>3- Concluding &amp; Documenting the Visit</a:t>
            </a:r>
          </a:p>
        </p:txBody>
      </p:sp>
    </p:spTree>
    <p:extLst>
      <p:ext uri="{BB962C8B-B14F-4D97-AF65-F5344CB8AC3E}">
        <p14:creationId xmlns:p14="http://schemas.microsoft.com/office/powerpoint/2010/main" val="33413528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2C810D-B136-D7D9-0ED0-4731317F4F55}"/>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4398FA1D-8720-D0D5-0C49-F3E48FBDAC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AD749AB1-7C10-B41E-9445-3DED84CE34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Oval 10">
              <a:extLst>
                <a:ext uri="{FF2B5EF4-FFF2-40B4-BE49-F238E27FC236}">
                  <a16:creationId xmlns:a16="http://schemas.microsoft.com/office/drawing/2014/main" id="{5762AF4A-C00D-FB55-E85E-EFC4DCEBB2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Oval 11">
              <a:extLst>
                <a:ext uri="{FF2B5EF4-FFF2-40B4-BE49-F238E27FC236}">
                  <a16:creationId xmlns:a16="http://schemas.microsoft.com/office/drawing/2014/main" id="{5F648FFD-7050-B893-9272-4E6AFE2FDD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09BC428E-5084-C633-A85E-BCF79A621E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4" name="Freeform 5">
              <a:extLst>
                <a:ext uri="{FF2B5EF4-FFF2-40B4-BE49-F238E27FC236}">
                  <a16:creationId xmlns:a16="http://schemas.microsoft.com/office/drawing/2014/main" id="{0AC2DA2A-7DBC-CF40-0EE0-A91A2B9EF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5" name="Freeform 5">
              <a:extLst>
                <a:ext uri="{FF2B5EF4-FFF2-40B4-BE49-F238E27FC236}">
                  <a16:creationId xmlns:a16="http://schemas.microsoft.com/office/drawing/2014/main" id="{DDA81EB3-E1FC-E89B-309D-64F0C7A1F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6" name="Freeform 5">
              <a:extLst>
                <a:ext uri="{FF2B5EF4-FFF2-40B4-BE49-F238E27FC236}">
                  <a16:creationId xmlns:a16="http://schemas.microsoft.com/office/drawing/2014/main" id="{B0E2334D-5B57-81C5-8A47-F7D67D56CC8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grpSp>
      <p:sp>
        <p:nvSpPr>
          <p:cNvPr id="2" name="Title 1">
            <a:extLst>
              <a:ext uri="{FF2B5EF4-FFF2-40B4-BE49-F238E27FC236}">
                <a16:creationId xmlns:a16="http://schemas.microsoft.com/office/drawing/2014/main" id="{AF0F1125-E43B-A059-D0C7-8069977D5845}"/>
              </a:ext>
            </a:extLst>
          </p:cNvPr>
          <p:cNvSpPr>
            <a:spLocks noGrp="1"/>
          </p:cNvSpPr>
          <p:nvPr>
            <p:ph type="title"/>
          </p:nvPr>
        </p:nvSpPr>
        <p:spPr>
          <a:xfrm>
            <a:off x="1154955" y="973667"/>
            <a:ext cx="2942210" cy="4833745"/>
          </a:xfrm>
        </p:spPr>
        <p:txBody>
          <a:bodyPr>
            <a:normAutofit/>
          </a:bodyPr>
          <a:lstStyle/>
          <a:p>
            <a:pPr algn="ctr"/>
            <a:r>
              <a:rPr lang="en-US" sz="3300" b="1" dirty="0">
                <a:solidFill>
                  <a:srgbClr val="EBEBEB"/>
                </a:solidFill>
              </a:rPr>
              <a:t>Focus of the Family Home Visit</a:t>
            </a:r>
          </a:p>
        </p:txBody>
      </p:sp>
      <p:sp>
        <p:nvSpPr>
          <p:cNvPr id="18" name="Rectangle 17">
            <a:extLst>
              <a:ext uri="{FF2B5EF4-FFF2-40B4-BE49-F238E27FC236}">
                <a16:creationId xmlns:a16="http://schemas.microsoft.com/office/drawing/2014/main" id="{7EE1367D-D4F4-6A09-52C9-DF03CAC36B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aphicFrame>
        <p:nvGraphicFramePr>
          <p:cNvPr id="5" name="Content Placeholder 2">
            <a:extLst>
              <a:ext uri="{FF2B5EF4-FFF2-40B4-BE49-F238E27FC236}">
                <a16:creationId xmlns:a16="http://schemas.microsoft.com/office/drawing/2014/main" id="{C459E020-9347-1462-96A8-FB495A98856D}"/>
              </a:ext>
            </a:extLst>
          </p:cNvPr>
          <p:cNvGraphicFramePr>
            <a:graphicFrameLocks noGrp="1"/>
          </p:cNvGraphicFramePr>
          <p:nvPr>
            <p:ph idx="1"/>
            <p:extLst>
              <p:ext uri="{D42A27DB-BD31-4B8C-83A1-F6EECF244321}">
                <p14:modId xmlns:p14="http://schemas.microsoft.com/office/powerpoint/2010/main" val="914248998"/>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166026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C849D5-4F2B-27B9-9AD5-D492615A8446}"/>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994E4D06-F4E0-28C1-59B5-F4F08B5DE2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09CEB651-863E-6242-54EB-4DD29B5F2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Oval 10">
              <a:extLst>
                <a:ext uri="{FF2B5EF4-FFF2-40B4-BE49-F238E27FC236}">
                  <a16:creationId xmlns:a16="http://schemas.microsoft.com/office/drawing/2014/main" id="{87723D2F-C40C-F757-03D9-024AA43E7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Oval 11">
              <a:extLst>
                <a:ext uri="{FF2B5EF4-FFF2-40B4-BE49-F238E27FC236}">
                  <a16:creationId xmlns:a16="http://schemas.microsoft.com/office/drawing/2014/main" id="{FC970BC8-8165-2194-9286-394AA96E4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2E1FC9F6-4DCE-0AA2-87EC-10E207A5A8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4" name="Freeform 5">
              <a:extLst>
                <a:ext uri="{FF2B5EF4-FFF2-40B4-BE49-F238E27FC236}">
                  <a16:creationId xmlns:a16="http://schemas.microsoft.com/office/drawing/2014/main" id="{371D6364-9DAE-63D9-E786-709A7E3AA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5" name="Freeform 5">
              <a:extLst>
                <a:ext uri="{FF2B5EF4-FFF2-40B4-BE49-F238E27FC236}">
                  <a16:creationId xmlns:a16="http://schemas.microsoft.com/office/drawing/2014/main" id="{71D5A554-9E4C-A57F-03BD-C77F0DEF2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6" name="Freeform 5">
              <a:extLst>
                <a:ext uri="{FF2B5EF4-FFF2-40B4-BE49-F238E27FC236}">
                  <a16:creationId xmlns:a16="http://schemas.microsoft.com/office/drawing/2014/main" id="{5B2331FB-D0DC-BBF8-60D5-62C6B8866C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grpSp>
      <p:sp>
        <p:nvSpPr>
          <p:cNvPr id="2" name="Title 1">
            <a:extLst>
              <a:ext uri="{FF2B5EF4-FFF2-40B4-BE49-F238E27FC236}">
                <a16:creationId xmlns:a16="http://schemas.microsoft.com/office/drawing/2014/main" id="{686BD130-7ED3-B930-27D9-62E2DE9FF8C9}"/>
              </a:ext>
            </a:extLst>
          </p:cNvPr>
          <p:cNvSpPr>
            <a:spLocks noGrp="1"/>
          </p:cNvSpPr>
          <p:nvPr>
            <p:ph type="title"/>
          </p:nvPr>
        </p:nvSpPr>
        <p:spPr>
          <a:xfrm>
            <a:off x="1154955" y="973667"/>
            <a:ext cx="2942210" cy="4833745"/>
          </a:xfrm>
        </p:spPr>
        <p:txBody>
          <a:bodyPr>
            <a:normAutofit/>
          </a:bodyPr>
          <a:lstStyle/>
          <a:p>
            <a:pPr algn="ctr"/>
            <a:r>
              <a:rPr lang="en-US" sz="3300" b="1" dirty="0">
                <a:solidFill>
                  <a:srgbClr val="EBEBEB"/>
                </a:solidFill>
              </a:rPr>
              <a:t>Focus of the Family Home Visit</a:t>
            </a:r>
          </a:p>
        </p:txBody>
      </p:sp>
      <p:sp>
        <p:nvSpPr>
          <p:cNvPr id="18" name="Rectangle 17">
            <a:extLst>
              <a:ext uri="{FF2B5EF4-FFF2-40B4-BE49-F238E27FC236}">
                <a16:creationId xmlns:a16="http://schemas.microsoft.com/office/drawing/2014/main" id="{07C203E4-2D3C-908C-7337-289EA5EC8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aphicFrame>
        <p:nvGraphicFramePr>
          <p:cNvPr id="5" name="Content Placeholder 2">
            <a:extLst>
              <a:ext uri="{FF2B5EF4-FFF2-40B4-BE49-F238E27FC236}">
                <a16:creationId xmlns:a16="http://schemas.microsoft.com/office/drawing/2014/main" id="{72B2169A-D8BB-BEC5-1EBC-ACE25F8DB3B6}"/>
              </a:ext>
            </a:extLst>
          </p:cNvPr>
          <p:cNvGraphicFramePr>
            <a:graphicFrameLocks noGrp="1"/>
          </p:cNvGraphicFramePr>
          <p:nvPr>
            <p:ph idx="1"/>
            <p:extLst>
              <p:ext uri="{D42A27DB-BD31-4B8C-83A1-F6EECF244321}">
                <p14:modId xmlns:p14="http://schemas.microsoft.com/office/powerpoint/2010/main" val="3316528374"/>
              </p:ext>
            </p:extLst>
          </p:nvPr>
        </p:nvGraphicFramePr>
        <p:xfrm>
          <a:off x="5105400" y="0"/>
          <a:ext cx="6391275" cy="16303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82C46F06-0A4F-AE51-81BE-D7D9FBE83378}"/>
              </a:ext>
            </a:extLst>
          </p:cNvPr>
          <p:cNvSpPr txBox="1"/>
          <p:nvPr/>
        </p:nvSpPr>
        <p:spPr>
          <a:xfrm>
            <a:off x="5410200" y="1371600"/>
            <a:ext cx="6099048" cy="4846840"/>
          </a:xfrm>
          <a:prstGeom prst="rect">
            <a:avLst/>
          </a:prstGeom>
          <a:noFill/>
        </p:spPr>
        <p:txBody>
          <a:bodyPr wrap="square">
            <a:spAutoFit/>
          </a:bodyPr>
          <a:lstStyle/>
          <a:p>
            <a:pPr>
              <a:lnSpc>
                <a:spcPct val="150000"/>
              </a:lnSpc>
            </a:pPr>
            <a:r>
              <a:rPr lang="en-US" sz="1600" b="1" dirty="0"/>
              <a:t>Tailored to Community Needs:</a:t>
            </a:r>
            <a:r>
              <a:rPr lang="en-US" sz="1600" dirty="0"/>
              <a:t> Health departments design services based on local population data.</a:t>
            </a:r>
          </a:p>
          <a:p>
            <a:pPr>
              <a:lnSpc>
                <a:spcPct val="150000"/>
              </a:lnSpc>
            </a:pPr>
            <a:r>
              <a:rPr lang="en-US" sz="1600" b="1" dirty="0"/>
              <a:t>Example 1: High-Risk Maternal/Child Health</a:t>
            </a:r>
            <a:endParaRPr lang="en-US" sz="1600" dirty="0"/>
          </a:p>
          <a:p>
            <a:pPr lvl="1">
              <a:lnSpc>
                <a:spcPct val="150000"/>
              </a:lnSpc>
            </a:pPr>
            <a:r>
              <a:rPr lang="en-US" sz="1600" b="1" dirty="0"/>
              <a:t>Target:</a:t>
            </a:r>
            <a:r>
              <a:rPr lang="en-US" sz="1600" dirty="0"/>
              <a:t> Communities with high rates of teen pregnancy or high-risk infants.</a:t>
            </a:r>
          </a:p>
          <a:p>
            <a:pPr lvl="1">
              <a:lnSpc>
                <a:spcPct val="150000"/>
              </a:lnSpc>
            </a:pPr>
            <a:r>
              <a:rPr lang="en-US" sz="1600" b="1" dirty="0"/>
              <a:t>Interventions:</a:t>
            </a:r>
            <a:r>
              <a:rPr lang="en-US" sz="1600" dirty="0"/>
              <a:t> Home/clinic visits for prenatal, postpartum, and newborn care education.</a:t>
            </a:r>
          </a:p>
          <a:p>
            <a:pPr lvl="1">
              <a:lnSpc>
                <a:spcPct val="150000"/>
              </a:lnSpc>
            </a:pPr>
            <a:r>
              <a:rPr lang="en-US" sz="1600" b="1" dirty="0"/>
              <a:t>Guidance:</a:t>
            </a:r>
            <a:r>
              <a:rPr lang="en-US" sz="1600" dirty="0"/>
              <a:t> Promotes well-baby visits, immunizations, and safety awareness.</a:t>
            </a:r>
          </a:p>
          <a:p>
            <a:pPr>
              <a:lnSpc>
                <a:spcPct val="150000"/>
              </a:lnSpc>
            </a:pPr>
            <a:r>
              <a:rPr lang="en-US" sz="1600" b="1" dirty="0"/>
              <a:t>Example 2: Aging Populations &amp; Chronic Illness</a:t>
            </a:r>
            <a:endParaRPr lang="en-US" sz="1600" dirty="0"/>
          </a:p>
          <a:p>
            <a:pPr lvl="1">
              <a:lnSpc>
                <a:spcPct val="150000"/>
              </a:lnSpc>
            </a:pPr>
            <a:r>
              <a:rPr lang="en-US" sz="1600" b="1" dirty="0"/>
              <a:t>Target:</a:t>
            </a:r>
            <a:r>
              <a:rPr lang="en-US" sz="1600" dirty="0"/>
              <a:t> Older adults or migrant workers.</a:t>
            </a:r>
          </a:p>
          <a:p>
            <a:pPr lvl="1">
              <a:lnSpc>
                <a:spcPct val="150000"/>
              </a:lnSpc>
            </a:pPr>
            <a:r>
              <a:rPr lang="en-US" sz="1600" b="1" dirty="0"/>
              <a:t>Interventions:</a:t>
            </a:r>
            <a:r>
              <a:rPr lang="en-US" sz="1600" dirty="0"/>
              <a:t> Teaching chronic disease management, enhanced nutrition, and fall/injury prevention.</a:t>
            </a:r>
          </a:p>
        </p:txBody>
      </p:sp>
    </p:spTree>
    <p:extLst>
      <p:ext uri="{BB962C8B-B14F-4D97-AF65-F5344CB8AC3E}">
        <p14:creationId xmlns:p14="http://schemas.microsoft.com/office/powerpoint/2010/main" val="1225694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0E962E-C1B9-1175-3967-64B0DF456956}"/>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424FF733-53FB-3058-BF6B-3630365D02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96500855-FBDB-966F-5D78-5FC22E1588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Oval 10">
              <a:extLst>
                <a:ext uri="{FF2B5EF4-FFF2-40B4-BE49-F238E27FC236}">
                  <a16:creationId xmlns:a16="http://schemas.microsoft.com/office/drawing/2014/main" id="{D4CB0B9F-C4D5-06BC-1105-59400ED010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Oval 11">
              <a:extLst>
                <a:ext uri="{FF2B5EF4-FFF2-40B4-BE49-F238E27FC236}">
                  <a16:creationId xmlns:a16="http://schemas.microsoft.com/office/drawing/2014/main" id="{B083AAE8-1D24-264B-6D09-425106490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70A31154-9396-BC33-495B-A00D99905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4" name="Freeform 5">
              <a:extLst>
                <a:ext uri="{FF2B5EF4-FFF2-40B4-BE49-F238E27FC236}">
                  <a16:creationId xmlns:a16="http://schemas.microsoft.com/office/drawing/2014/main" id="{6A3E63BE-1E7B-54F8-78A0-7CB4EAA900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5" name="Freeform 5">
              <a:extLst>
                <a:ext uri="{FF2B5EF4-FFF2-40B4-BE49-F238E27FC236}">
                  <a16:creationId xmlns:a16="http://schemas.microsoft.com/office/drawing/2014/main" id="{A2390799-FE2A-2D95-4D4D-1E1129A414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6" name="Freeform 5">
              <a:extLst>
                <a:ext uri="{FF2B5EF4-FFF2-40B4-BE49-F238E27FC236}">
                  <a16:creationId xmlns:a16="http://schemas.microsoft.com/office/drawing/2014/main" id="{4F820484-9073-46BE-643B-9F868C1BE6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grpSp>
      <p:sp>
        <p:nvSpPr>
          <p:cNvPr id="2" name="Title 1">
            <a:extLst>
              <a:ext uri="{FF2B5EF4-FFF2-40B4-BE49-F238E27FC236}">
                <a16:creationId xmlns:a16="http://schemas.microsoft.com/office/drawing/2014/main" id="{71D72AE9-2204-6602-6B96-E5F68BF34B2F}"/>
              </a:ext>
            </a:extLst>
          </p:cNvPr>
          <p:cNvSpPr>
            <a:spLocks noGrp="1"/>
          </p:cNvSpPr>
          <p:nvPr>
            <p:ph type="title"/>
          </p:nvPr>
        </p:nvSpPr>
        <p:spPr>
          <a:xfrm>
            <a:off x="1154955" y="973667"/>
            <a:ext cx="2942210" cy="4833745"/>
          </a:xfrm>
        </p:spPr>
        <p:txBody>
          <a:bodyPr>
            <a:normAutofit/>
          </a:bodyPr>
          <a:lstStyle/>
          <a:p>
            <a:pPr algn="ctr"/>
            <a:r>
              <a:rPr lang="en-US" sz="3300" b="1" dirty="0">
                <a:solidFill>
                  <a:srgbClr val="EBEBEB"/>
                </a:solidFill>
              </a:rPr>
              <a:t>Focus of the Family Home Visit</a:t>
            </a:r>
          </a:p>
        </p:txBody>
      </p:sp>
      <p:sp>
        <p:nvSpPr>
          <p:cNvPr id="18" name="Rectangle 17">
            <a:extLst>
              <a:ext uri="{FF2B5EF4-FFF2-40B4-BE49-F238E27FC236}">
                <a16:creationId xmlns:a16="http://schemas.microsoft.com/office/drawing/2014/main" id="{61D6D331-2BC9-0A51-ACF0-CBD328429B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aphicFrame>
        <p:nvGraphicFramePr>
          <p:cNvPr id="5" name="Content Placeholder 2">
            <a:extLst>
              <a:ext uri="{FF2B5EF4-FFF2-40B4-BE49-F238E27FC236}">
                <a16:creationId xmlns:a16="http://schemas.microsoft.com/office/drawing/2014/main" id="{98CD5C3C-DD8C-D708-FB6D-9989F78376EE}"/>
              </a:ext>
            </a:extLst>
          </p:cNvPr>
          <p:cNvGraphicFramePr>
            <a:graphicFrameLocks noGrp="1"/>
          </p:cNvGraphicFramePr>
          <p:nvPr>
            <p:ph idx="1"/>
            <p:extLst>
              <p:ext uri="{D42A27DB-BD31-4B8C-83A1-F6EECF244321}">
                <p14:modId xmlns:p14="http://schemas.microsoft.com/office/powerpoint/2010/main" val="68920463"/>
              </p:ext>
            </p:extLst>
          </p:nvPr>
        </p:nvGraphicFramePr>
        <p:xfrm>
          <a:off x="5105400" y="0"/>
          <a:ext cx="6391275" cy="16303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6CB9BBD9-0CC4-B91F-7DEA-F864DFD2500D}"/>
              </a:ext>
            </a:extLst>
          </p:cNvPr>
          <p:cNvSpPr txBox="1"/>
          <p:nvPr/>
        </p:nvSpPr>
        <p:spPr>
          <a:xfrm>
            <a:off x="5410200" y="1524000"/>
            <a:ext cx="6099048" cy="4955203"/>
          </a:xfrm>
          <a:prstGeom prst="rect">
            <a:avLst/>
          </a:prstGeom>
          <a:noFill/>
        </p:spPr>
        <p:txBody>
          <a:bodyPr wrap="square">
            <a:spAutoFit/>
          </a:bodyPr>
          <a:lstStyle/>
          <a:p>
            <a:pPr marL="0" marR="0" lvl="0" indent="0" algn="l" defTabSz="457200" rtl="0" eaLnBrk="0" fontAlgn="base" latinLnBrk="0" hangingPunct="0">
              <a:lnSpc>
                <a:spcPct val="100000"/>
              </a:lnSpc>
              <a:spcBef>
                <a:spcPts val="1200"/>
              </a:spcBef>
              <a:spcAft>
                <a:spcPts val="120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F1115"/>
                </a:solidFill>
                <a:effectLst/>
                <a:uLnTx/>
                <a:uFillTx/>
                <a:latin typeface="quote-cjk-patch"/>
                <a:ea typeface="+mn-ea"/>
                <a:cs typeface="+mn-cs"/>
              </a:rPr>
              <a:t>Empowering Families:</a:t>
            </a:r>
            <a:r>
              <a:rPr kumimoji="0" lang="en-US" sz="1800" b="0" i="0" u="none" strike="noStrike" kern="1200" cap="none" spc="0" normalizeH="0" baseline="0" noProof="0" dirty="0">
                <a:ln>
                  <a:noFill/>
                </a:ln>
                <a:solidFill>
                  <a:srgbClr val="0F1115"/>
                </a:solidFill>
                <a:effectLst/>
                <a:uLnTx/>
                <a:uFillTx/>
                <a:latin typeface="quote-cjk-patch"/>
                <a:ea typeface="+mn-ea"/>
                <a:cs typeface="+mn-cs"/>
              </a:rPr>
              <a:t> Teaching healthy living practices, even with chronic illness limitations.</a:t>
            </a:r>
          </a:p>
          <a:p>
            <a:pPr marL="0" marR="0" lvl="0" indent="0" algn="l" defTabSz="457200" rtl="0" eaLnBrk="0" fontAlgn="base" latinLnBrk="0" hangingPunct="0">
              <a:lnSpc>
                <a:spcPct val="100000"/>
              </a:lnSpc>
              <a:spcBef>
                <a:spcPts val="450"/>
              </a:spcBef>
              <a:spcAft>
                <a:spcPts val="60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F1115"/>
                </a:solidFill>
                <a:effectLst/>
                <a:uLnTx/>
                <a:uFillTx/>
                <a:latin typeface="quote-cjk-patch"/>
                <a:ea typeface="+mn-ea"/>
                <a:cs typeface="+mn-cs"/>
              </a:rPr>
              <a:t>Core Activities Include:</a:t>
            </a:r>
            <a:endParaRPr kumimoji="0" lang="en-US" sz="1800" b="0" i="0" u="none" strike="noStrike" kern="1200" cap="none" spc="0" normalizeH="0" baseline="0" noProof="0" dirty="0">
              <a:ln>
                <a:noFill/>
              </a:ln>
              <a:solidFill>
                <a:srgbClr val="0F1115"/>
              </a:solidFill>
              <a:effectLst/>
              <a:uLnTx/>
              <a:uFillTx/>
              <a:latin typeface="quote-cjk-patch"/>
              <a:ea typeface="+mn-ea"/>
              <a:cs typeface="+mn-cs"/>
            </a:endParaRPr>
          </a:p>
          <a:p>
            <a:pPr marL="742950" marR="0" lvl="1" indent="-285750" algn="l" defTabSz="457200" rtl="0" eaLnBrk="0" fontAlgn="base" latinLnBrk="0" hangingPunct="0">
              <a:lnSpc>
                <a:spcPct val="100000"/>
              </a:lnSpc>
              <a:spcBef>
                <a:spcPts val="30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F1115"/>
                </a:solidFill>
                <a:effectLst/>
                <a:uLnTx/>
                <a:uFillTx/>
                <a:latin typeface="quote-cjk-patch"/>
                <a:ea typeface="+mn-ea"/>
                <a:cs typeface="+mn-cs"/>
              </a:rPr>
              <a:t>Screening (e.g., hypertension, cholesterol).</a:t>
            </a:r>
          </a:p>
          <a:p>
            <a:pPr marL="742950" marR="0" lvl="1" indent="-285750" algn="l" defTabSz="457200" rtl="0" eaLnBrk="0" fontAlgn="base" latinLnBrk="0" hangingPunct="0">
              <a:lnSpc>
                <a:spcPct val="100000"/>
              </a:lnSpc>
              <a:spcBef>
                <a:spcPts val="45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F1115"/>
                </a:solidFill>
                <a:effectLst/>
                <a:uLnTx/>
                <a:uFillTx/>
                <a:latin typeface="quote-cjk-patch"/>
                <a:ea typeface="+mn-ea"/>
                <a:cs typeface="+mn-cs"/>
              </a:rPr>
              <a:t>Physical assessments.</a:t>
            </a:r>
          </a:p>
          <a:p>
            <a:pPr marL="742950" marR="0" lvl="1" indent="-285750" algn="l" defTabSz="457200" rtl="0" eaLnBrk="0" fontAlgn="base" latinLnBrk="0" hangingPunct="0">
              <a:lnSpc>
                <a:spcPct val="100000"/>
              </a:lnSpc>
              <a:spcBef>
                <a:spcPts val="45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F1115"/>
                </a:solidFill>
                <a:effectLst/>
                <a:uLnTx/>
                <a:uFillTx/>
                <a:latin typeface="quote-cjk-patch"/>
                <a:ea typeface="+mn-ea"/>
                <a:cs typeface="+mn-cs"/>
              </a:rPr>
              <a:t>Nutrition and safety education.</a:t>
            </a:r>
          </a:p>
          <a:p>
            <a:pPr marL="742950" marR="0" lvl="1" indent="-285750" algn="l" defTabSz="457200" rtl="0" eaLnBrk="0" fontAlgn="base" latinLnBrk="0" hangingPunct="0">
              <a:lnSpc>
                <a:spcPct val="100000"/>
              </a:lnSpc>
              <a:spcBef>
                <a:spcPts val="450"/>
              </a:spcBef>
              <a:spcAft>
                <a:spcPts val="120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F1115"/>
                </a:solidFill>
                <a:effectLst/>
                <a:uLnTx/>
                <a:uFillTx/>
                <a:latin typeface="quote-cjk-patch"/>
                <a:ea typeface="+mn-ea"/>
                <a:cs typeface="+mn-cs"/>
              </a:rPr>
              <a:t>Promotion of Immunization.</a:t>
            </a:r>
            <a:endParaRPr kumimoji="0" lang="en-US" sz="1800" b="0" i="0" u="none" strike="noStrike" kern="1200" cap="none" spc="0" normalizeH="0" baseline="0" noProof="0" dirty="0">
              <a:ln>
                <a:noFill/>
              </a:ln>
              <a:solidFill>
                <a:srgbClr val="0F1115"/>
              </a:solidFill>
              <a:effectLst/>
              <a:uLnTx/>
              <a:uFillTx/>
              <a:latin typeface="quote-cjk-patch"/>
              <a:ea typeface="+mn-ea"/>
              <a:cs typeface="+mn-cs"/>
            </a:endParaRPr>
          </a:p>
          <a:p>
            <a:pPr marL="0" marR="0" lvl="0" indent="0" algn="l" defTabSz="457200" rtl="0" eaLnBrk="0" fontAlgn="base" latinLnBrk="0" hangingPunct="0">
              <a:lnSpc>
                <a:spcPct val="100000"/>
              </a:lnSpc>
              <a:spcBef>
                <a:spcPts val="450"/>
              </a:spcBef>
              <a:spcAft>
                <a:spcPts val="60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F1115"/>
                </a:solidFill>
                <a:effectLst/>
                <a:uLnTx/>
                <a:uFillTx/>
                <a:latin typeface="quote-cjk-patch"/>
                <a:ea typeface="+mn-ea"/>
                <a:cs typeface="+mn-cs"/>
              </a:rPr>
              <a:t>The Critical Role of Immunization:</a:t>
            </a:r>
            <a:endParaRPr kumimoji="0" lang="en-US" sz="1800" b="0" i="0" u="none" strike="noStrike" kern="1200" cap="none" spc="0" normalizeH="0" baseline="0" noProof="0" dirty="0">
              <a:ln>
                <a:noFill/>
              </a:ln>
              <a:solidFill>
                <a:srgbClr val="0F1115"/>
              </a:solidFill>
              <a:effectLst/>
              <a:uLnTx/>
              <a:uFillTx/>
              <a:latin typeface="quote-cjk-patch"/>
              <a:ea typeface="+mn-ea"/>
              <a:cs typeface="+mn-cs"/>
            </a:endParaRPr>
          </a:p>
          <a:p>
            <a:pPr marL="742950" marR="0" lvl="1" indent="-285750" algn="l" defTabSz="457200" rtl="0" eaLnBrk="0" fontAlgn="base" latinLnBrk="0" hangingPunct="0">
              <a:lnSpc>
                <a:spcPct val="100000"/>
              </a:lnSpc>
              <a:spcBef>
                <a:spcPts val="30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F1115"/>
                </a:solidFill>
                <a:effectLst/>
                <a:uLnTx/>
                <a:uFillTx/>
                <a:latin typeface="quote-cjk-patch"/>
                <a:ea typeface="+mn-ea"/>
                <a:cs typeface="+mn-cs"/>
              </a:rPr>
              <a:t>Protects individual and community health ("herd immunity").</a:t>
            </a:r>
          </a:p>
          <a:p>
            <a:pPr marL="742950" marR="0" lvl="1" indent="-285750" algn="l" defTabSz="457200" rtl="0" eaLnBrk="0" fontAlgn="base" latinLnBrk="0" hangingPunct="0">
              <a:lnSpc>
                <a:spcPct val="100000"/>
              </a:lnSpc>
              <a:spcBef>
                <a:spcPts val="45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F1115"/>
                </a:solidFill>
                <a:effectLst/>
                <a:uLnTx/>
                <a:uFillTx/>
                <a:latin typeface="quote-cjk-patch"/>
                <a:ea typeface="+mn-ea"/>
                <a:cs typeface="+mn-cs"/>
              </a:rPr>
              <a:t>The nurse's role: Provide information, teach the importance of schedules, and conduct follow-up.</a:t>
            </a:r>
          </a:p>
        </p:txBody>
      </p:sp>
    </p:spTree>
    <p:extLst>
      <p:ext uri="{BB962C8B-B14F-4D97-AF65-F5344CB8AC3E}">
        <p14:creationId xmlns:p14="http://schemas.microsoft.com/office/powerpoint/2010/main" val="529758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DADBD4D1-070D-33B7-9838-22F5B8F4D700}"/>
              </a:ext>
            </a:extLst>
          </p:cNvPr>
          <p:cNvSpPr>
            <a:spLocks noGrp="1"/>
          </p:cNvSpPr>
          <p:nvPr>
            <p:ph type="title"/>
          </p:nvPr>
        </p:nvSpPr>
        <p:spPr>
          <a:xfrm>
            <a:off x="914400" y="2667000"/>
            <a:ext cx="10287000" cy="706964"/>
          </a:xfrm>
        </p:spPr>
        <p:txBody>
          <a:bodyPr>
            <a:noAutofit/>
          </a:bodyPr>
          <a:lstStyle/>
          <a:p>
            <a:pPr>
              <a:lnSpc>
                <a:spcPct val="200000"/>
              </a:lnSpc>
            </a:pPr>
            <a:r>
              <a:rPr lang="en-US" sz="4000" b="1" dirty="0">
                <a:solidFill>
                  <a:srgbClr val="FFFF00"/>
                </a:solidFill>
              </a:rPr>
              <a:t>Personal Safety on the Home Visit</a:t>
            </a:r>
            <a:br>
              <a:rPr lang="en-US" sz="4000" b="1" dirty="0">
                <a:solidFill>
                  <a:srgbClr val="FFFF00"/>
                </a:solidFill>
              </a:rPr>
            </a:br>
            <a:br>
              <a:rPr lang="en-US" sz="4000" b="1" dirty="0">
                <a:solidFill>
                  <a:srgbClr val="FFFF00"/>
                </a:solidFill>
              </a:rPr>
            </a:br>
            <a:r>
              <a:rPr lang="en-US" sz="2400" b="1" dirty="0">
                <a:solidFill>
                  <a:schemeClr val="accent6">
                    <a:lumMod val="20000"/>
                    <a:lumOff val="80000"/>
                  </a:schemeClr>
                </a:solidFill>
              </a:rPr>
              <a:t>Personal Safety: A Professional Priority</a:t>
            </a:r>
            <a:br>
              <a:rPr lang="en-US" sz="2400" dirty="0">
                <a:solidFill>
                  <a:schemeClr val="tx1"/>
                </a:solidFill>
              </a:rPr>
            </a:br>
            <a:r>
              <a:rPr lang="en-US" sz="2400" dirty="0">
                <a:solidFill>
                  <a:schemeClr val="tx1"/>
                </a:solidFill>
              </a:rPr>
              <a:t>Safety is essential and must be balanced with maintaining respect, trust, and professionalism.</a:t>
            </a:r>
            <a:endParaRPr lang="en-US" sz="4000" dirty="0">
              <a:solidFill>
                <a:schemeClr val="tx1"/>
              </a:solidFill>
            </a:endParaRPr>
          </a:p>
        </p:txBody>
      </p:sp>
      <p:sp>
        <p:nvSpPr>
          <p:cNvPr id="13" name="Rectangle 1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50647446"/>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DEBF3-51FD-9869-E56D-1AD92C2EBAC2}"/>
              </a:ext>
            </a:extLst>
          </p:cNvPr>
          <p:cNvSpPr>
            <a:spLocks noGrp="1"/>
          </p:cNvSpPr>
          <p:nvPr>
            <p:ph type="title"/>
          </p:nvPr>
        </p:nvSpPr>
        <p:spPr>
          <a:xfrm>
            <a:off x="1524000" y="1143000"/>
            <a:ext cx="8761413" cy="706964"/>
          </a:xfrm>
        </p:spPr>
        <p:txBody>
          <a:bodyPr/>
          <a:lstStyle/>
          <a:p>
            <a:pPr algn="ctr"/>
            <a:r>
              <a:rPr lang="en-US" b="1" dirty="0">
                <a:solidFill>
                  <a:srgbClr val="FFFF00"/>
                </a:solidFill>
              </a:rPr>
              <a:t>Personal Safety on the Home Visit</a:t>
            </a:r>
          </a:p>
        </p:txBody>
      </p:sp>
      <p:sp>
        <p:nvSpPr>
          <p:cNvPr id="3" name="Content Placeholder 2">
            <a:extLst>
              <a:ext uri="{FF2B5EF4-FFF2-40B4-BE49-F238E27FC236}">
                <a16:creationId xmlns:a16="http://schemas.microsoft.com/office/drawing/2014/main" id="{687BD022-5D77-DD70-330F-C0C1A11911DA}"/>
              </a:ext>
            </a:extLst>
          </p:cNvPr>
          <p:cNvSpPr>
            <a:spLocks noGrp="1"/>
          </p:cNvSpPr>
          <p:nvPr>
            <p:ph idx="1"/>
          </p:nvPr>
        </p:nvSpPr>
        <p:spPr>
          <a:xfrm>
            <a:off x="762000" y="2362200"/>
            <a:ext cx="10668000" cy="4025900"/>
          </a:xfrm>
        </p:spPr>
        <p:txBody>
          <a:bodyPr>
            <a:normAutofit fontScale="92500"/>
          </a:bodyPr>
          <a:lstStyle/>
          <a:p>
            <a:pPr marL="0" indent="0">
              <a:buNone/>
            </a:pPr>
            <a:r>
              <a:rPr lang="en-US" sz="2400" b="1" dirty="0"/>
              <a:t>Safety While Traveling</a:t>
            </a:r>
          </a:p>
          <a:p>
            <a:pPr>
              <a:buFont typeface="Wingdings" panose="05000000000000000000" pitchFamily="2" charset="2"/>
              <a:buChar char="ü"/>
            </a:pPr>
            <a:r>
              <a:rPr lang="en-US" sz="2400" b="1" dirty="0"/>
              <a:t>Informing the Agency:</a:t>
            </a:r>
            <a:endParaRPr lang="en-US" sz="2400" dirty="0"/>
          </a:p>
          <a:p>
            <a:pPr lvl="1"/>
            <a:r>
              <a:rPr lang="en-US" sz="2000" dirty="0"/>
              <a:t>Always leave a detailed itinerary with family contact info and your mobile number.</a:t>
            </a:r>
          </a:p>
          <a:p>
            <a:pPr>
              <a:buFont typeface="Wingdings" panose="05000000000000000000" pitchFamily="2" charset="2"/>
              <a:buChar char="ü"/>
            </a:pPr>
            <a:r>
              <a:rPr lang="en-US" sz="2400" b="1" dirty="0"/>
              <a:t>By Car:</a:t>
            </a:r>
            <a:endParaRPr lang="en-US" sz="2400" dirty="0"/>
          </a:p>
          <a:p>
            <a:pPr lvl="1"/>
            <a:r>
              <a:rPr lang="en-US" sz="2000" dirty="0"/>
              <a:t>Full gas tank, GPS/map, addresses, and a cell phone.</a:t>
            </a:r>
          </a:p>
          <a:p>
            <a:pPr>
              <a:buFont typeface="Wingdings" panose="05000000000000000000" pitchFamily="2" charset="2"/>
              <a:buChar char="ü"/>
            </a:pPr>
            <a:r>
              <a:rPr lang="en-US" sz="2400" b="1" dirty="0"/>
              <a:t>By Public Transportation:</a:t>
            </a:r>
            <a:endParaRPr lang="en-US" sz="2400" dirty="0"/>
          </a:p>
          <a:p>
            <a:pPr lvl="1"/>
            <a:r>
              <a:rPr lang="en-US" sz="2000" dirty="0"/>
              <a:t>Bus fare/schedule, knowledge of stops (to and from), and a cell phone.</a:t>
            </a:r>
          </a:p>
          <a:p>
            <a:pPr>
              <a:buFont typeface="Wingdings" panose="05000000000000000000" pitchFamily="2" charset="2"/>
              <a:buChar char="ü"/>
            </a:pPr>
            <a:r>
              <a:rPr lang="en-US" sz="2400" b="1" dirty="0"/>
              <a:t>General Rule:</a:t>
            </a:r>
            <a:r>
              <a:rPr lang="en-US" sz="2400" dirty="0"/>
              <a:t> Always call the family ahead of time with your estimated arrival time.</a:t>
            </a:r>
          </a:p>
        </p:txBody>
      </p:sp>
    </p:spTree>
    <p:extLst>
      <p:ext uri="{BB962C8B-B14F-4D97-AF65-F5344CB8AC3E}">
        <p14:creationId xmlns:p14="http://schemas.microsoft.com/office/powerpoint/2010/main" val="37348981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ED98B9-21DA-9180-A4D9-7E774C5857C9}"/>
              </a:ext>
            </a:extLst>
          </p:cNvPr>
          <p:cNvSpPr>
            <a:spLocks noGrp="1"/>
          </p:cNvSpPr>
          <p:nvPr>
            <p:ph idx="1"/>
          </p:nvPr>
        </p:nvSpPr>
        <p:spPr>
          <a:xfrm>
            <a:off x="685800" y="2514600"/>
            <a:ext cx="10972800" cy="4038600"/>
          </a:xfrm>
        </p:spPr>
        <p:txBody>
          <a:bodyPr>
            <a:normAutofit/>
          </a:bodyPr>
          <a:lstStyle/>
          <a:p>
            <a:pPr marL="0" indent="0">
              <a:lnSpc>
                <a:spcPct val="200000"/>
              </a:lnSpc>
              <a:buNone/>
            </a:pPr>
            <a:r>
              <a:rPr lang="en-US" sz="2400" b="1" dirty="0"/>
              <a:t>Safety Upon Arriving at the Home</a:t>
            </a:r>
          </a:p>
          <a:p>
            <a:pPr>
              <a:lnSpc>
                <a:spcPct val="200000"/>
              </a:lnSpc>
            </a:pPr>
            <a:r>
              <a:rPr lang="en-US" sz="2400" b="1" dirty="0"/>
              <a:t>Verification is Critical:</a:t>
            </a:r>
            <a:r>
              <a:rPr lang="en-US" sz="2400" dirty="0"/>
              <a:t> Do not enter until you are sure it's the right house and the correct family is home.</a:t>
            </a:r>
          </a:p>
          <a:p>
            <a:pPr>
              <a:lnSpc>
                <a:spcPct val="200000"/>
              </a:lnSpc>
            </a:pPr>
            <a:r>
              <a:rPr lang="en-US" sz="2400" b="1" dirty="0"/>
              <a:t>The Golden Rule:</a:t>
            </a:r>
            <a:r>
              <a:rPr lang="en-US" sz="2400" dirty="0"/>
              <a:t> Do not enter if someone other than your identified client invites you in.</a:t>
            </a:r>
          </a:p>
        </p:txBody>
      </p:sp>
      <p:sp>
        <p:nvSpPr>
          <p:cNvPr id="7" name="Title 1">
            <a:extLst>
              <a:ext uri="{FF2B5EF4-FFF2-40B4-BE49-F238E27FC236}">
                <a16:creationId xmlns:a16="http://schemas.microsoft.com/office/drawing/2014/main" id="{3525F665-F2FA-CD24-F059-D972F5CDE2C9}"/>
              </a:ext>
            </a:extLst>
          </p:cNvPr>
          <p:cNvSpPr>
            <a:spLocks noGrp="1"/>
          </p:cNvSpPr>
          <p:nvPr>
            <p:ph type="title"/>
          </p:nvPr>
        </p:nvSpPr>
        <p:spPr>
          <a:xfrm>
            <a:off x="1524000" y="1143000"/>
            <a:ext cx="8761413" cy="706964"/>
          </a:xfrm>
        </p:spPr>
        <p:txBody>
          <a:bodyPr/>
          <a:lstStyle/>
          <a:p>
            <a:pPr algn="ctr"/>
            <a:r>
              <a:rPr lang="en-US" b="1" dirty="0">
                <a:solidFill>
                  <a:srgbClr val="FFFF00"/>
                </a:solidFill>
              </a:rPr>
              <a:t>Personal Safety on the Home Visit</a:t>
            </a:r>
          </a:p>
        </p:txBody>
      </p:sp>
    </p:spTree>
    <p:extLst>
      <p:ext uri="{BB962C8B-B14F-4D97-AF65-F5344CB8AC3E}">
        <p14:creationId xmlns:p14="http://schemas.microsoft.com/office/powerpoint/2010/main" val="1268778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A4E60-9C87-7E63-3ED1-AB3D26081D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1C9F5B-ED51-BD1B-F282-07D9D74CFA09}"/>
              </a:ext>
            </a:extLst>
          </p:cNvPr>
          <p:cNvSpPr>
            <a:spLocks noGrp="1"/>
          </p:cNvSpPr>
          <p:nvPr>
            <p:ph idx="1"/>
          </p:nvPr>
        </p:nvSpPr>
        <p:spPr>
          <a:xfrm>
            <a:off x="685800" y="2514600"/>
            <a:ext cx="10972800" cy="4038600"/>
          </a:xfrm>
        </p:spPr>
        <p:txBody>
          <a:bodyPr>
            <a:normAutofit/>
          </a:bodyPr>
          <a:lstStyle/>
          <a:p>
            <a:pPr marL="0" indent="0">
              <a:buNone/>
            </a:pPr>
            <a:r>
              <a:rPr lang="en-US" sz="2000" b="1" dirty="0"/>
              <a:t>Dealing with Challenging Situations: Family Conflict</a:t>
            </a:r>
          </a:p>
          <a:p>
            <a:r>
              <a:rPr lang="en-US" sz="2000" b="1" dirty="0"/>
              <a:t>If an argument or physical fight breaks out:</a:t>
            </a:r>
            <a:endParaRPr lang="en-US" sz="2000" dirty="0"/>
          </a:p>
          <a:p>
            <a:pPr lvl="1"/>
            <a:r>
              <a:rPr lang="en-US" sz="1800" b="1" dirty="0"/>
              <a:t>Immediately terminate the visit.</a:t>
            </a:r>
            <a:endParaRPr lang="en-US" sz="1800" dirty="0"/>
          </a:p>
          <a:p>
            <a:pPr lvl="1"/>
            <a:r>
              <a:rPr lang="en-US" sz="1800" dirty="0"/>
              <a:t>Calmly state that the distraction prevents the visit's purpose.</a:t>
            </a:r>
          </a:p>
          <a:p>
            <a:pPr lvl="1"/>
            <a:r>
              <a:rPr lang="en-US" sz="1800" dirty="0"/>
              <a:t>Inform them you will reschedule.</a:t>
            </a:r>
          </a:p>
          <a:p>
            <a:pPr lvl="1"/>
            <a:r>
              <a:rPr lang="en-US" sz="1800" b="1" dirty="0"/>
              <a:t>Calmly and quickly remove yourself from the home.</a:t>
            </a:r>
            <a:endParaRPr lang="en-US" sz="1800" dirty="0"/>
          </a:p>
          <a:p>
            <a:r>
              <a:rPr lang="en-US" sz="2000" b="1" dirty="0"/>
              <a:t>NEVER:</a:t>
            </a:r>
            <a:r>
              <a:rPr lang="en-US" sz="2000" dirty="0"/>
              <a:t> Intervene, try to stop a fight, or act as a referee. You could become the next victim.</a:t>
            </a:r>
          </a:p>
          <a:p>
            <a:r>
              <a:rPr lang="en-US" sz="2000" b="1" dirty="0"/>
              <a:t>After Leaving:</a:t>
            </a:r>
            <a:r>
              <a:rPr lang="en-US" sz="2000" dirty="0"/>
              <a:t> Use your observational skills to document the event for future assessment.</a:t>
            </a:r>
          </a:p>
        </p:txBody>
      </p:sp>
      <p:sp>
        <p:nvSpPr>
          <p:cNvPr id="7" name="Title 1">
            <a:extLst>
              <a:ext uri="{FF2B5EF4-FFF2-40B4-BE49-F238E27FC236}">
                <a16:creationId xmlns:a16="http://schemas.microsoft.com/office/drawing/2014/main" id="{0BE31036-2356-DB9C-279A-98BF1163AC75}"/>
              </a:ext>
            </a:extLst>
          </p:cNvPr>
          <p:cNvSpPr>
            <a:spLocks noGrp="1"/>
          </p:cNvSpPr>
          <p:nvPr>
            <p:ph type="title"/>
          </p:nvPr>
        </p:nvSpPr>
        <p:spPr>
          <a:xfrm>
            <a:off x="1524000" y="1143000"/>
            <a:ext cx="8761413" cy="706964"/>
          </a:xfrm>
        </p:spPr>
        <p:txBody>
          <a:bodyPr/>
          <a:lstStyle/>
          <a:p>
            <a:pPr algn="ctr"/>
            <a:r>
              <a:rPr lang="en-US" b="1" dirty="0">
                <a:solidFill>
                  <a:srgbClr val="FFFF00"/>
                </a:solidFill>
              </a:rPr>
              <a:t>Personal Safety on the Home Visit</a:t>
            </a:r>
          </a:p>
        </p:txBody>
      </p:sp>
    </p:spTree>
    <p:extLst>
      <p:ext uri="{BB962C8B-B14F-4D97-AF65-F5344CB8AC3E}">
        <p14:creationId xmlns:p14="http://schemas.microsoft.com/office/powerpoint/2010/main" val="24667284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F6CCA-6BB9-F638-0C93-62B187F28D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621910-70A0-8A0A-E70A-088F5D4220C1}"/>
              </a:ext>
            </a:extLst>
          </p:cNvPr>
          <p:cNvSpPr>
            <a:spLocks noGrp="1"/>
          </p:cNvSpPr>
          <p:nvPr>
            <p:ph idx="1"/>
          </p:nvPr>
        </p:nvSpPr>
        <p:spPr>
          <a:xfrm>
            <a:off x="685800" y="2514600"/>
            <a:ext cx="10972800" cy="4038600"/>
          </a:xfrm>
        </p:spPr>
        <p:txBody>
          <a:bodyPr>
            <a:normAutofit/>
          </a:bodyPr>
          <a:lstStyle/>
          <a:p>
            <a:pPr marL="0" indent="0">
              <a:buNone/>
            </a:pPr>
            <a:r>
              <a:rPr lang="en-US" b="1" dirty="0"/>
              <a:t>Dealing with Challenging Situations: Intoxication &amp; Strangers</a:t>
            </a:r>
          </a:p>
          <a:p>
            <a:r>
              <a:rPr lang="en-US" b="1" dirty="0"/>
              <a:t>Family Members Under the Influence:</a:t>
            </a:r>
            <a:endParaRPr lang="en-US" dirty="0"/>
          </a:p>
          <a:p>
            <a:pPr lvl="1"/>
            <a:r>
              <a:rPr lang="en-US" b="1" dirty="0"/>
              <a:t>Assess the situation.</a:t>
            </a:r>
            <a:r>
              <a:rPr lang="en-US" dirty="0"/>
              <a:t> If the person is calm and in another room, you </a:t>
            </a:r>
            <a:r>
              <a:rPr lang="en-US" i="1" dirty="0"/>
              <a:t>may</a:t>
            </a:r>
            <a:r>
              <a:rPr lang="en-US" dirty="0"/>
              <a:t> continue.</a:t>
            </a:r>
          </a:p>
          <a:p>
            <a:pPr lvl="1"/>
            <a:r>
              <a:rPr lang="en-US" b="1" dirty="0"/>
              <a:t>Terminate the visit</a:t>
            </a:r>
            <a:r>
              <a:rPr lang="en-US" dirty="0"/>
              <a:t> if the person is disruptive, abusive, or the situation feels volatile.</a:t>
            </a:r>
          </a:p>
          <a:p>
            <a:pPr lvl="1"/>
            <a:r>
              <a:rPr lang="en-US" b="1" dirty="0"/>
              <a:t>Reschedule</a:t>
            </a:r>
            <a:r>
              <a:rPr lang="en-US" dirty="0"/>
              <a:t> for a time when the person is not under the influence. Never put yourself in the middle of a deteriorating situation.</a:t>
            </a:r>
          </a:p>
          <a:p>
            <a:r>
              <a:rPr lang="en-US" b="1" dirty="0"/>
              <a:t>Presence of Strangers:</a:t>
            </a:r>
            <a:endParaRPr lang="en-US" dirty="0"/>
          </a:p>
          <a:p>
            <a:pPr lvl="1"/>
            <a:r>
              <a:rPr lang="en-US" dirty="0"/>
              <a:t>This may be the family's norm but can be distracting or make you uncomfortable.</a:t>
            </a:r>
          </a:p>
          <a:p>
            <a:pPr lvl="1"/>
            <a:r>
              <a:rPr lang="en-US" b="1" dirty="0"/>
              <a:t>Rely on observation and inquiry.</a:t>
            </a:r>
            <a:r>
              <a:rPr lang="en-US" dirty="0"/>
              <a:t> Ask who they are and their relationship to the family.</a:t>
            </a:r>
          </a:p>
          <a:p>
            <a:pPr lvl="1"/>
            <a:r>
              <a:rPr lang="en-US" b="1" dirty="0"/>
              <a:t>Decide on inclusion:</a:t>
            </a:r>
            <a:r>
              <a:rPr lang="en-US" dirty="0"/>
              <a:t> Determine if they should be included in the visit or if their presence indicates other family health needs.</a:t>
            </a:r>
          </a:p>
        </p:txBody>
      </p:sp>
      <p:sp>
        <p:nvSpPr>
          <p:cNvPr id="7" name="Title 1">
            <a:extLst>
              <a:ext uri="{FF2B5EF4-FFF2-40B4-BE49-F238E27FC236}">
                <a16:creationId xmlns:a16="http://schemas.microsoft.com/office/drawing/2014/main" id="{E977D3FB-58E0-C25B-BFD2-55726BC42DFA}"/>
              </a:ext>
            </a:extLst>
          </p:cNvPr>
          <p:cNvSpPr>
            <a:spLocks noGrp="1"/>
          </p:cNvSpPr>
          <p:nvPr>
            <p:ph type="title"/>
          </p:nvPr>
        </p:nvSpPr>
        <p:spPr>
          <a:xfrm>
            <a:off x="1524000" y="1143000"/>
            <a:ext cx="8761413" cy="706964"/>
          </a:xfrm>
        </p:spPr>
        <p:txBody>
          <a:bodyPr/>
          <a:lstStyle/>
          <a:p>
            <a:pPr algn="ctr"/>
            <a:r>
              <a:rPr lang="en-US" b="1" dirty="0">
                <a:solidFill>
                  <a:srgbClr val="FFFF00"/>
                </a:solidFill>
              </a:rPr>
              <a:t>Personal Safety on the Home Visit</a:t>
            </a:r>
          </a:p>
        </p:txBody>
      </p:sp>
    </p:spTree>
    <p:extLst>
      <p:ext uri="{BB962C8B-B14F-4D97-AF65-F5344CB8AC3E}">
        <p14:creationId xmlns:p14="http://schemas.microsoft.com/office/powerpoint/2010/main" val="24742518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14"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pic>
        <p:nvPicPr>
          <p:cNvPr id="5" name="Picture 4">
            <a:extLst>
              <a:ext uri="{FF2B5EF4-FFF2-40B4-BE49-F238E27FC236}">
                <a16:creationId xmlns:a16="http://schemas.microsoft.com/office/drawing/2014/main" id="{7AA4886D-3C87-2FB0-B5F4-8C393FCDE1E8}"/>
              </a:ext>
            </a:extLst>
          </p:cNvPr>
          <p:cNvPicPr>
            <a:picLocks noChangeAspect="1"/>
          </p:cNvPicPr>
          <p:nvPr/>
        </p:nvPicPr>
        <p:blipFill>
          <a:blip r:embed="rId2"/>
          <a:stretch>
            <a:fillRect/>
          </a:stretch>
        </p:blipFill>
        <p:spPr>
          <a:xfrm>
            <a:off x="5112480" y="557226"/>
            <a:ext cx="6471600" cy="5743545"/>
          </a:xfrm>
          <a:prstGeom prst="rect">
            <a:avLst/>
          </a:prstGeom>
        </p:spPr>
      </p:pic>
      <p:sp>
        <p:nvSpPr>
          <p:cNvPr id="16" name="Rectangle 15">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2B24A6C7-8887-17C7-A387-364618F53A82}"/>
              </a:ext>
            </a:extLst>
          </p:cNvPr>
          <p:cNvSpPr>
            <a:spLocks noGrp="1"/>
          </p:cNvSpPr>
          <p:nvPr>
            <p:ph idx="1"/>
          </p:nvPr>
        </p:nvSpPr>
        <p:spPr>
          <a:xfrm>
            <a:off x="990600" y="1676400"/>
            <a:ext cx="3133726" cy="3898900"/>
          </a:xfrm>
        </p:spPr>
        <p:txBody>
          <a:bodyPr>
            <a:normAutofit fontScale="92500" lnSpcReduction="20000"/>
          </a:bodyPr>
          <a:lstStyle/>
          <a:p>
            <a:pPr marL="0" indent="0" algn="ctr">
              <a:lnSpc>
                <a:spcPct val="150000"/>
              </a:lnSpc>
              <a:buNone/>
            </a:pPr>
            <a:r>
              <a:rPr lang="en-US" sz="4000" b="1" dirty="0">
                <a:solidFill>
                  <a:srgbClr val="FFFF00"/>
                </a:solidFill>
              </a:rPr>
              <a:t>Using of Nursing Process</a:t>
            </a:r>
          </a:p>
          <a:p>
            <a:pPr marL="0" indent="0" algn="ctr">
              <a:lnSpc>
                <a:spcPct val="150000"/>
              </a:lnSpc>
              <a:buNone/>
            </a:pPr>
            <a:r>
              <a:rPr lang="en-US" sz="4000" b="1" dirty="0">
                <a:solidFill>
                  <a:schemeClr val="accent6">
                    <a:lumMod val="20000"/>
                    <a:lumOff val="80000"/>
                  </a:schemeClr>
                </a:solidFill>
              </a:rPr>
              <a:t>Family as A Client</a:t>
            </a:r>
          </a:p>
        </p:txBody>
      </p:sp>
      <p:sp>
        <p:nvSpPr>
          <p:cNvPr id="22"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pic>
        <p:nvPicPr>
          <p:cNvPr id="7" name="Picture 6">
            <a:extLst>
              <a:ext uri="{FF2B5EF4-FFF2-40B4-BE49-F238E27FC236}">
                <a16:creationId xmlns:a16="http://schemas.microsoft.com/office/drawing/2014/main" id="{D60D974C-8D1B-1F2B-027B-4F8C0EDF82B8}"/>
              </a:ext>
            </a:extLst>
          </p:cNvPr>
          <p:cNvPicPr>
            <a:picLocks noChangeAspect="1"/>
          </p:cNvPicPr>
          <p:nvPr/>
        </p:nvPicPr>
        <p:blipFill>
          <a:blip r:embed="rId3"/>
          <a:stretch>
            <a:fillRect/>
          </a:stretch>
        </p:blipFill>
        <p:spPr>
          <a:xfrm>
            <a:off x="7772400" y="4191000"/>
            <a:ext cx="1173224" cy="323235"/>
          </a:xfrm>
          <a:prstGeom prst="rect">
            <a:avLst/>
          </a:prstGeom>
        </p:spPr>
      </p:pic>
    </p:spTree>
    <p:extLst>
      <p:ext uri="{BB962C8B-B14F-4D97-AF65-F5344CB8AC3E}">
        <p14:creationId xmlns:p14="http://schemas.microsoft.com/office/powerpoint/2010/main" val="1377983520"/>
      </p:ext>
    </p:extLst>
  </p:cSld>
  <p:clrMapOvr>
    <a:overrideClrMapping bg1="dk1" tx1="lt1" bg2="dk2" tx2="lt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51CEA-2174-9F6C-9F9E-04A4CBEB2A86}"/>
              </a:ext>
            </a:extLst>
          </p:cNvPr>
          <p:cNvSpPr>
            <a:spLocks noGrp="1"/>
          </p:cNvSpPr>
          <p:nvPr>
            <p:ph type="title"/>
          </p:nvPr>
        </p:nvSpPr>
        <p:spPr/>
        <p:txBody>
          <a:bodyPr/>
          <a:lstStyle/>
          <a:p>
            <a:r>
              <a:rPr lang="en-US" sz="4400" b="1" dirty="0">
                <a:solidFill>
                  <a:srgbClr val="FFFF00"/>
                </a:solidFill>
              </a:rPr>
              <a:t>Nursing Process</a:t>
            </a:r>
          </a:p>
        </p:txBody>
      </p:sp>
      <p:pic>
        <p:nvPicPr>
          <p:cNvPr id="5" name="Picture 4">
            <a:extLst>
              <a:ext uri="{FF2B5EF4-FFF2-40B4-BE49-F238E27FC236}">
                <a16:creationId xmlns:a16="http://schemas.microsoft.com/office/drawing/2014/main" id="{B41E26C9-8898-522B-6393-FB8D58338626}"/>
              </a:ext>
            </a:extLst>
          </p:cNvPr>
          <p:cNvPicPr>
            <a:picLocks noChangeAspect="1"/>
          </p:cNvPicPr>
          <p:nvPr/>
        </p:nvPicPr>
        <p:blipFill>
          <a:blip r:embed="rId2"/>
          <a:stretch>
            <a:fillRect/>
          </a:stretch>
        </p:blipFill>
        <p:spPr>
          <a:xfrm>
            <a:off x="1447800" y="2362200"/>
            <a:ext cx="9448800" cy="4191000"/>
          </a:xfrm>
          <a:prstGeom prst="rect">
            <a:avLst/>
          </a:prstGeom>
        </p:spPr>
      </p:pic>
    </p:spTree>
    <p:extLst>
      <p:ext uri="{BB962C8B-B14F-4D97-AF65-F5344CB8AC3E}">
        <p14:creationId xmlns:p14="http://schemas.microsoft.com/office/powerpoint/2010/main" val="1826600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C52168-9528-FDEC-8C2C-038A090994A3}"/>
              </a:ext>
            </a:extLst>
          </p:cNvPr>
          <p:cNvSpPr>
            <a:spLocks noGrp="1"/>
          </p:cNvSpPr>
          <p:nvPr>
            <p:ph idx="1"/>
          </p:nvPr>
        </p:nvSpPr>
        <p:spPr>
          <a:xfrm>
            <a:off x="838200" y="3124200"/>
            <a:ext cx="10515600" cy="3416300"/>
          </a:xfrm>
        </p:spPr>
        <p:txBody>
          <a:bodyPr>
            <a:normAutofit/>
          </a:bodyPr>
          <a:lstStyle/>
          <a:p>
            <a:pPr marL="457200" lvl="1" indent="0" algn="ctr">
              <a:lnSpc>
                <a:spcPct val="150000"/>
              </a:lnSpc>
              <a:buNone/>
            </a:pPr>
            <a:r>
              <a:rPr lang="en-PH" sz="2400" b="1" i="1" dirty="0">
                <a:solidFill>
                  <a:schemeClr val="accent5">
                    <a:lumMod val="75000"/>
                  </a:schemeClr>
                </a:solidFill>
              </a:rPr>
              <a:t>Family demographics, Physical environment, </a:t>
            </a:r>
            <a:r>
              <a:rPr lang="en-US" sz="2400" b="1" i="1" dirty="0">
                <a:solidFill>
                  <a:schemeClr val="accent5">
                    <a:lumMod val="75000"/>
                  </a:schemeClr>
                </a:solidFill>
              </a:rPr>
              <a:t>Psychological and spiritual environment, Family structure and roles, </a:t>
            </a:r>
            <a:r>
              <a:rPr lang="en-US" sz="2400" b="1" dirty="0">
                <a:solidFill>
                  <a:schemeClr val="accent5">
                    <a:lumMod val="75000"/>
                  </a:schemeClr>
                </a:solidFill>
              </a:rPr>
              <a:t>Family values and beliefs, Family communication patterns, Family health behavior, Family decision-making patterns, Family problem-solving patterns, Family coping patterns.</a:t>
            </a:r>
            <a:endParaRPr lang="en-PH" sz="2400" dirty="0"/>
          </a:p>
        </p:txBody>
      </p:sp>
      <p:sp>
        <p:nvSpPr>
          <p:cNvPr id="6" name="Title 1">
            <a:extLst>
              <a:ext uri="{FF2B5EF4-FFF2-40B4-BE49-F238E27FC236}">
                <a16:creationId xmlns:a16="http://schemas.microsoft.com/office/drawing/2014/main" id="{C62BE128-9968-36DA-5238-860BC6CC4F28}"/>
              </a:ext>
            </a:extLst>
          </p:cNvPr>
          <p:cNvSpPr txBox="1">
            <a:spLocks/>
          </p:cNvSpPr>
          <p:nvPr/>
        </p:nvSpPr>
        <p:spPr bwMode="gray">
          <a:xfrm>
            <a:off x="1715293" y="990600"/>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fontAlgn="auto">
              <a:spcAft>
                <a:spcPts val="0"/>
              </a:spcAft>
            </a:pPr>
            <a:r>
              <a:rPr lang="en-US" b="1" dirty="0">
                <a:solidFill>
                  <a:srgbClr val="FFFF00"/>
                </a:solidFill>
              </a:rPr>
              <a:t>Nursing Process</a:t>
            </a:r>
            <a:br>
              <a:rPr lang="en-US" b="1" dirty="0">
                <a:solidFill>
                  <a:srgbClr val="FFFF00"/>
                </a:solidFill>
              </a:rPr>
            </a:br>
            <a:r>
              <a:rPr lang="en-US" b="1" dirty="0"/>
              <a:t>Family Health Assessment</a:t>
            </a:r>
          </a:p>
        </p:txBody>
      </p:sp>
      <p:sp>
        <p:nvSpPr>
          <p:cNvPr id="8" name="TextBox 7">
            <a:extLst>
              <a:ext uri="{FF2B5EF4-FFF2-40B4-BE49-F238E27FC236}">
                <a16:creationId xmlns:a16="http://schemas.microsoft.com/office/drawing/2014/main" id="{825CBCAD-8241-C993-0CBA-38100FB31362}"/>
              </a:ext>
            </a:extLst>
          </p:cNvPr>
          <p:cNvSpPr txBox="1"/>
          <p:nvPr/>
        </p:nvSpPr>
        <p:spPr>
          <a:xfrm>
            <a:off x="1383554" y="2438400"/>
            <a:ext cx="6096000" cy="523220"/>
          </a:xfrm>
          <a:prstGeom prst="rect">
            <a:avLst/>
          </a:prstGeom>
          <a:noFill/>
        </p:spPr>
        <p:txBody>
          <a:bodyPr wrap="square">
            <a:spAutoFit/>
          </a:bodyPr>
          <a:lstStyle/>
          <a:p>
            <a:r>
              <a:rPr lang="en-PH" sz="2800" b="1" dirty="0">
                <a:solidFill>
                  <a:schemeClr val="accent1"/>
                </a:solidFill>
              </a:rPr>
              <a:t>Data Collection Categories </a:t>
            </a:r>
          </a:p>
        </p:txBody>
      </p:sp>
    </p:spTree>
    <p:extLst>
      <p:ext uri="{BB962C8B-B14F-4D97-AF65-F5344CB8AC3E}">
        <p14:creationId xmlns:p14="http://schemas.microsoft.com/office/powerpoint/2010/main" val="25992657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2">
            <a:extLst>
              <a:ext uri="{FF2B5EF4-FFF2-40B4-BE49-F238E27FC236}">
                <a16:creationId xmlns:a16="http://schemas.microsoft.com/office/drawing/2014/main" id="{D63CCEF4-0811-6DB3-AEF8-05BF572A429D}"/>
              </a:ext>
            </a:extLst>
          </p:cNvPr>
          <p:cNvGraphicFramePr>
            <a:graphicFrameLocks noGrp="1"/>
          </p:cNvGraphicFramePr>
          <p:nvPr>
            <p:ph idx="1"/>
            <p:extLst>
              <p:ext uri="{D42A27DB-BD31-4B8C-83A1-F6EECF244321}">
                <p14:modId xmlns:p14="http://schemas.microsoft.com/office/powerpoint/2010/main" val="3197097445"/>
              </p:ext>
            </p:extLst>
          </p:nvPr>
        </p:nvGraphicFramePr>
        <p:xfrm>
          <a:off x="1154954" y="2819400"/>
          <a:ext cx="10351246" cy="381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a:extLst>
              <a:ext uri="{FF2B5EF4-FFF2-40B4-BE49-F238E27FC236}">
                <a16:creationId xmlns:a16="http://schemas.microsoft.com/office/drawing/2014/main" id="{CAACB570-4488-11E9-0DF6-7FAA8268ED56}"/>
              </a:ext>
            </a:extLst>
          </p:cNvPr>
          <p:cNvSpPr>
            <a:spLocks noGrp="1"/>
          </p:cNvSpPr>
          <p:nvPr>
            <p:ph type="title"/>
          </p:nvPr>
        </p:nvSpPr>
        <p:spPr>
          <a:xfrm>
            <a:off x="1154954" y="973668"/>
            <a:ext cx="8761413" cy="706964"/>
          </a:xfrm>
        </p:spPr>
        <p:txBody>
          <a:bodyPr/>
          <a:lstStyle/>
          <a:p>
            <a:pPr algn="ctr"/>
            <a:r>
              <a:rPr lang="en-US" b="1" dirty="0">
                <a:solidFill>
                  <a:srgbClr val="FFFF00"/>
                </a:solidFill>
              </a:rPr>
              <a:t>Nursing Process</a:t>
            </a:r>
            <a:br>
              <a:rPr lang="en-US" b="1" dirty="0">
                <a:solidFill>
                  <a:srgbClr val="FFFF00"/>
                </a:solidFill>
              </a:rPr>
            </a:br>
            <a:r>
              <a:rPr lang="en-US" b="1" dirty="0"/>
              <a:t>Family Health Assessment</a:t>
            </a:r>
            <a:endParaRPr lang="en-US" dirty="0"/>
          </a:p>
        </p:txBody>
      </p:sp>
      <p:sp>
        <p:nvSpPr>
          <p:cNvPr id="9" name="TextBox 8">
            <a:extLst>
              <a:ext uri="{FF2B5EF4-FFF2-40B4-BE49-F238E27FC236}">
                <a16:creationId xmlns:a16="http://schemas.microsoft.com/office/drawing/2014/main" id="{A046CF94-7674-4E5C-E70A-2690DFB6BE86}"/>
              </a:ext>
            </a:extLst>
          </p:cNvPr>
          <p:cNvSpPr txBox="1"/>
          <p:nvPr/>
        </p:nvSpPr>
        <p:spPr>
          <a:xfrm>
            <a:off x="1154954" y="2557790"/>
            <a:ext cx="6096000" cy="523220"/>
          </a:xfrm>
          <a:prstGeom prst="rect">
            <a:avLst/>
          </a:prstGeom>
          <a:noFill/>
        </p:spPr>
        <p:txBody>
          <a:bodyPr wrap="square">
            <a:spAutoFit/>
          </a:bodyPr>
          <a:lstStyle/>
          <a:p>
            <a:r>
              <a:rPr lang="en-PH" sz="2800" b="1" dirty="0">
                <a:solidFill>
                  <a:schemeClr val="accent1"/>
                </a:solidFill>
              </a:rPr>
              <a:t>Assessment Methods</a:t>
            </a:r>
          </a:p>
        </p:txBody>
      </p:sp>
    </p:spTree>
    <p:extLst>
      <p:ext uri="{BB962C8B-B14F-4D97-AF65-F5344CB8AC3E}">
        <p14:creationId xmlns:p14="http://schemas.microsoft.com/office/powerpoint/2010/main" val="22601372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8CDA252B-7ECA-88AB-3EFB-09571965087E}"/>
              </a:ext>
            </a:extLst>
          </p:cNvPr>
          <p:cNvGraphicFramePr>
            <a:graphicFrameLocks noGrp="1"/>
          </p:cNvGraphicFramePr>
          <p:nvPr>
            <p:ph idx="1"/>
            <p:extLst>
              <p:ext uri="{D42A27DB-BD31-4B8C-83A1-F6EECF244321}">
                <p14:modId xmlns:p14="http://schemas.microsoft.com/office/powerpoint/2010/main" val="146896212"/>
              </p:ext>
            </p:extLst>
          </p:nvPr>
        </p:nvGraphicFramePr>
        <p:xfrm>
          <a:off x="1676400" y="3631520"/>
          <a:ext cx="9144000" cy="2540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80B36387-1C1E-6165-F444-4D7E4698BCB2}"/>
              </a:ext>
            </a:extLst>
          </p:cNvPr>
          <p:cNvSpPr txBox="1"/>
          <p:nvPr/>
        </p:nvSpPr>
        <p:spPr>
          <a:xfrm>
            <a:off x="1154954" y="2536448"/>
            <a:ext cx="6096000" cy="892552"/>
          </a:xfrm>
          <a:prstGeom prst="rect">
            <a:avLst/>
          </a:prstGeom>
          <a:noFill/>
        </p:spPr>
        <p:txBody>
          <a:bodyPr wrap="square">
            <a:spAutoFit/>
          </a:bodyPr>
          <a:lstStyle/>
          <a:p>
            <a:pPr marL="0" indent="0">
              <a:buNone/>
            </a:pPr>
            <a:r>
              <a:rPr lang="en-US" sz="3200" b="1" dirty="0">
                <a:solidFill>
                  <a:schemeClr val="accent1"/>
                </a:solidFill>
                <a:latin typeface="Century Gothic" panose="020B0502020202020204" pitchFamily="34" charset="0"/>
              </a:rPr>
              <a:t>Assessment Methods:</a:t>
            </a:r>
          </a:p>
          <a:p>
            <a:pPr marL="0" indent="0">
              <a:buNone/>
            </a:pPr>
            <a:r>
              <a:rPr lang="en-US" sz="2000" b="1" dirty="0">
                <a:solidFill>
                  <a:schemeClr val="accent5">
                    <a:lumMod val="75000"/>
                  </a:schemeClr>
                </a:solidFill>
              </a:rPr>
              <a:t>2- formal approach: </a:t>
            </a:r>
            <a:r>
              <a:rPr lang="en-US" sz="2000" b="1" dirty="0">
                <a:solidFill>
                  <a:schemeClr val="accent2">
                    <a:lumMod val="50000"/>
                  </a:schemeClr>
                </a:solidFill>
              </a:rPr>
              <a:t>Examples</a:t>
            </a:r>
          </a:p>
        </p:txBody>
      </p:sp>
      <p:sp>
        <p:nvSpPr>
          <p:cNvPr id="9" name="Title 1">
            <a:extLst>
              <a:ext uri="{FF2B5EF4-FFF2-40B4-BE49-F238E27FC236}">
                <a16:creationId xmlns:a16="http://schemas.microsoft.com/office/drawing/2014/main" id="{5D15879F-3B28-17F8-579F-25EB642B8D02}"/>
              </a:ext>
            </a:extLst>
          </p:cNvPr>
          <p:cNvSpPr>
            <a:spLocks noGrp="1"/>
          </p:cNvSpPr>
          <p:nvPr>
            <p:ph type="title"/>
          </p:nvPr>
        </p:nvSpPr>
        <p:spPr>
          <a:xfrm>
            <a:off x="1154954" y="973668"/>
            <a:ext cx="8761413" cy="706964"/>
          </a:xfrm>
        </p:spPr>
        <p:txBody>
          <a:bodyPr/>
          <a:lstStyle/>
          <a:p>
            <a:pPr algn="ctr"/>
            <a:r>
              <a:rPr lang="en-US" b="1" dirty="0">
                <a:solidFill>
                  <a:srgbClr val="FFFF00"/>
                </a:solidFill>
              </a:rPr>
              <a:t>Nursing Process</a:t>
            </a:r>
            <a:br>
              <a:rPr lang="en-US" b="1" dirty="0">
                <a:solidFill>
                  <a:srgbClr val="FFFF00"/>
                </a:solidFill>
              </a:rPr>
            </a:br>
            <a:r>
              <a:rPr lang="en-US" b="1" dirty="0"/>
              <a:t>Family Health Assessment</a:t>
            </a:r>
            <a:endParaRPr lang="en-US" dirty="0"/>
          </a:p>
        </p:txBody>
      </p:sp>
    </p:spTree>
    <p:extLst>
      <p:ext uri="{BB962C8B-B14F-4D97-AF65-F5344CB8AC3E}">
        <p14:creationId xmlns:p14="http://schemas.microsoft.com/office/powerpoint/2010/main" val="3254861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9F7FF3D-8805-55B9-FC55-0041AC0E56A8}"/>
              </a:ext>
            </a:extLst>
          </p:cNvPr>
          <p:cNvSpPr txBox="1"/>
          <p:nvPr/>
        </p:nvSpPr>
        <p:spPr>
          <a:xfrm>
            <a:off x="838200" y="2667000"/>
            <a:ext cx="4248150" cy="954107"/>
          </a:xfrm>
          <a:prstGeom prst="rect">
            <a:avLst/>
          </a:prstGeom>
          <a:noFill/>
        </p:spPr>
        <p:txBody>
          <a:bodyPr wrap="square">
            <a:spAutoFit/>
          </a:bodyPr>
          <a:lstStyle/>
          <a:p>
            <a:r>
              <a:rPr lang="en-US" sz="2800" b="1" dirty="0">
                <a:solidFill>
                  <a:schemeClr val="accent5">
                    <a:lumMod val="75000"/>
                  </a:schemeClr>
                </a:solidFill>
              </a:rPr>
              <a:t>2- Formal approach: </a:t>
            </a:r>
            <a:r>
              <a:rPr lang="en-US" sz="2800" b="1" dirty="0">
                <a:solidFill>
                  <a:schemeClr val="accent2">
                    <a:lumMod val="50000"/>
                  </a:schemeClr>
                </a:solidFill>
              </a:rPr>
              <a:t>Examples (Eco-map)</a:t>
            </a:r>
            <a:endParaRPr lang="en-US" sz="2800" dirty="0"/>
          </a:p>
        </p:txBody>
      </p:sp>
      <p:sp>
        <p:nvSpPr>
          <p:cNvPr id="10" name="Title 1">
            <a:extLst>
              <a:ext uri="{FF2B5EF4-FFF2-40B4-BE49-F238E27FC236}">
                <a16:creationId xmlns:a16="http://schemas.microsoft.com/office/drawing/2014/main" id="{C5F32794-9D9B-F171-B592-FCF93CAFBBEB}"/>
              </a:ext>
            </a:extLst>
          </p:cNvPr>
          <p:cNvSpPr>
            <a:spLocks noGrp="1"/>
          </p:cNvSpPr>
          <p:nvPr>
            <p:ph type="title"/>
          </p:nvPr>
        </p:nvSpPr>
        <p:spPr>
          <a:xfrm>
            <a:off x="1154954" y="973668"/>
            <a:ext cx="8761413" cy="706964"/>
          </a:xfrm>
        </p:spPr>
        <p:txBody>
          <a:bodyPr/>
          <a:lstStyle/>
          <a:p>
            <a:pPr algn="ctr"/>
            <a:r>
              <a:rPr lang="en-US" b="1" dirty="0">
                <a:solidFill>
                  <a:srgbClr val="FFFF00"/>
                </a:solidFill>
              </a:rPr>
              <a:t>Nursing Process</a:t>
            </a:r>
            <a:br>
              <a:rPr lang="en-US" b="1" dirty="0">
                <a:solidFill>
                  <a:srgbClr val="FFFF00"/>
                </a:solidFill>
              </a:rPr>
            </a:br>
            <a:r>
              <a:rPr lang="en-US" b="1" dirty="0"/>
              <a:t>Family Health Assessment</a:t>
            </a:r>
            <a:endParaRPr lang="en-US" dirty="0"/>
          </a:p>
        </p:txBody>
      </p:sp>
      <p:pic>
        <p:nvPicPr>
          <p:cNvPr id="3" name="Picture 2">
            <a:extLst>
              <a:ext uri="{FF2B5EF4-FFF2-40B4-BE49-F238E27FC236}">
                <a16:creationId xmlns:a16="http://schemas.microsoft.com/office/drawing/2014/main" id="{564353DA-5D00-FE45-C785-592E084C44D5}"/>
              </a:ext>
            </a:extLst>
          </p:cNvPr>
          <p:cNvPicPr>
            <a:picLocks noChangeAspect="1"/>
          </p:cNvPicPr>
          <p:nvPr/>
        </p:nvPicPr>
        <p:blipFill>
          <a:blip r:embed="rId3"/>
          <a:stretch>
            <a:fillRect/>
          </a:stretch>
        </p:blipFill>
        <p:spPr>
          <a:xfrm>
            <a:off x="5889714" y="2460879"/>
            <a:ext cx="6302286" cy="4397121"/>
          </a:xfrm>
          <a:prstGeom prst="rect">
            <a:avLst/>
          </a:prstGeom>
        </p:spPr>
      </p:pic>
      <p:sp>
        <p:nvSpPr>
          <p:cNvPr id="5" name="TextBox 4">
            <a:extLst>
              <a:ext uri="{FF2B5EF4-FFF2-40B4-BE49-F238E27FC236}">
                <a16:creationId xmlns:a16="http://schemas.microsoft.com/office/drawing/2014/main" id="{5F4C0B1A-566D-3036-1716-ADA0674805A5}"/>
              </a:ext>
            </a:extLst>
          </p:cNvPr>
          <p:cNvSpPr txBox="1"/>
          <p:nvPr/>
        </p:nvSpPr>
        <p:spPr>
          <a:xfrm>
            <a:off x="228600" y="3657600"/>
            <a:ext cx="5867400" cy="2800767"/>
          </a:xfrm>
          <a:prstGeom prst="rect">
            <a:avLst/>
          </a:prstGeom>
          <a:noFill/>
        </p:spPr>
        <p:txBody>
          <a:bodyPr wrap="square">
            <a:spAutoFit/>
          </a:bodyPr>
          <a:lstStyle/>
          <a:p>
            <a:r>
              <a:rPr lang="en-US" sz="1600" dirty="0"/>
              <a:t>A visual map of the family's connections with external systems in their environment.</a:t>
            </a:r>
          </a:p>
          <a:p>
            <a:r>
              <a:rPr lang="en-US" sz="1600" b="1" dirty="0"/>
              <a:t>Key Components:</a:t>
            </a:r>
            <a:endParaRPr lang="en-US" sz="1600" dirty="0"/>
          </a:p>
          <a:p>
            <a:pPr lvl="1"/>
            <a:r>
              <a:rPr lang="en-US" sz="1600" b="1" dirty="0"/>
              <a:t>Central Circle:</a:t>
            </a:r>
            <a:r>
              <a:rPr lang="en-US" sz="1600" dirty="0"/>
              <a:t> The family or a specific family member.</a:t>
            </a:r>
          </a:p>
          <a:p>
            <a:pPr lvl="1"/>
            <a:r>
              <a:rPr lang="en-US" sz="1600" b="1" dirty="0"/>
              <a:t>Peripheral Circles:</a:t>
            </a:r>
            <a:r>
              <a:rPr lang="en-US" sz="1600" dirty="0"/>
              <a:t> Other people, organizations, and systems (e.g., work, school, healthcare).</a:t>
            </a:r>
          </a:p>
          <a:p>
            <a:pPr lvl="1"/>
            <a:r>
              <a:rPr lang="en-US" sz="1600" b="1" dirty="0"/>
              <a:t>Connecting Lines:</a:t>
            </a:r>
            <a:r>
              <a:rPr lang="en-US" sz="1600" dirty="0"/>
              <a:t> Depict the strength and nature of the relationships (e.g., strong, weak, stressful).</a:t>
            </a:r>
          </a:p>
          <a:p>
            <a:r>
              <a:rPr lang="en-US" sz="1600" b="1" dirty="0"/>
              <a:t>Benefit:</a:t>
            </a:r>
            <a:r>
              <a:rPr lang="en-US" sz="1600" dirty="0"/>
              <a:t> Depicts dynamic family-environment interactions and sources of support or stress.</a:t>
            </a:r>
          </a:p>
        </p:txBody>
      </p:sp>
    </p:spTree>
    <p:extLst>
      <p:ext uri="{BB962C8B-B14F-4D97-AF65-F5344CB8AC3E}">
        <p14:creationId xmlns:p14="http://schemas.microsoft.com/office/powerpoint/2010/main" val="12165981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212F1CC-B021-BA5F-4629-FA886C338F80}"/>
              </a:ext>
            </a:extLst>
          </p:cNvPr>
          <p:cNvSpPr>
            <a:spLocks noGrp="1"/>
          </p:cNvSpPr>
          <p:nvPr>
            <p:ph type="title"/>
          </p:nvPr>
        </p:nvSpPr>
        <p:spPr>
          <a:xfrm>
            <a:off x="1154954" y="973668"/>
            <a:ext cx="8761413" cy="706964"/>
          </a:xfrm>
        </p:spPr>
        <p:txBody>
          <a:bodyPr/>
          <a:lstStyle/>
          <a:p>
            <a:pPr algn="ctr"/>
            <a:r>
              <a:rPr lang="en-US" b="1" dirty="0">
                <a:solidFill>
                  <a:srgbClr val="FFFF00"/>
                </a:solidFill>
              </a:rPr>
              <a:t>Nursing Process</a:t>
            </a:r>
            <a:br>
              <a:rPr lang="en-US" b="1" dirty="0">
                <a:solidFill>
                  <a:srgbClr val="FFFF00"/>
                </a:solidFill>
              </a:rPr>
            </a:br>
            <a:r>
              <a:rPr lang="en-US" b="1" dirty="0"/>
              <a:t>Family Health Assessment</a:t>
            </a:r>
            <a:endParaRPr lang="en-US" dirty="0"/>
          </a:p>
        </p:txBody>
      </p:sp>
      <p:sp>
        <p:nvSpPr>
          <p:cNvPr id="6" name="TextBox 5">
            <a:extLst>
              <a:ext uri="{FF2B5EF4-FFF2-40B4-BE49-F238E27FC236}">
                <a16:creationId xmlns:a16="http://schemas.microsoft.com/office/drawing/2014/main" id="{EB3A006E-7018-DA74-C954-ECE2A7434F33}"/>
              </a:ext>
            </a:extLst>
          </p:cNvPr>
          <p:cNvSpPr txBox="1"/>
          <p:nvPr/>
        </p:nvSpPr>
        <p:spPr>
          <a:xfrm>
            <a:off x="533400" y="2286000"/>
            <a:ext cx="4248150" cy="954107"/>
          </a:xfrm>
          <a:prstGeom prst="rect">
            <a:avLst/>
          </a:prstGeom>
          <a:noFill/>
        </p:spPr>
        <p:txBody>
          <a:bodyPr wrap="square">
            <a:spAutoFit/>
          </a:bodyPr>
          <a:lstStyle/>
          <a:p>
            <a:r>
              <a:rPr lang="en-US" sz="2800" b="1" dirty="0">
                <a:solidFill>
                  <a:schemeClr val="accent5">
                    <a:lumMod val="75000"/>
                  </a:schemeClr>
                </a:solidFill>
              </a:rPr>
              <a:t>2- Formal approach: </a:t>
            </a:r>
            <a:r>
              <a:rPr lang="en-US" sz="2800" b="1" dirty="0">
                <a:solidFill>
                  <a:schemeClr val="accent2">
                    <a:lumMod val="50000"/>
                  </a:schemeClr>
                </a:solidFill>
              </a:rPr>
              <a:t>Examples (Genogram)</a:t>
            </a:r>
            <a:endParaRPr lang="en-US" sz="2800" dirty="0"/>
          </a:p>
        </p:txBody>
      </p:sp>
      <p:pic>
        <p:nvPicPr>
          <p:cNvPr id="3" name="Picture 2">
            <a:extLst>
              <a:ext uri="{FF2B5EF4-FFF2-40B4-BE49-F238E27FC236}">
                <a16:creationId xmlns:a16="http://schemas.microsoft.com/office/drawing/2014/main" id="{A1C8950B-24DD-238F-3574-349A3A61B535}"/>
              </a:ext>
            </a:extLst>
          </p:cNvPr>
          <p:cNvPicPr>
            <a:picLocks noChangeAspect="1"/>
          </p:cNvPicPr>
          <p:nvPr/>
        </p:nvPicPr>
        <p:blipFill>
          <a:blip r:embed="rId2"/>
          <a:stretch>
            <a:fillRect/>
          </a:stretch>
        </p:blipFill>
        <p:spPr>
          <a:xfrm>
            <a:off x="6172200" y="2438400"/>
            <a:ext cx="5105400" cy="4244708"/>
          </a:xfrm>
          <a:prstGeom prst="rect">
            <a:avLst/>
          </a:prstGeom>
        </p:spPr>
      </p:pic>
      <p:sp>
        <p:nvSpPr>
          <p:cNvPr id="7" name="TextBox 6">
            <a:extLst>
              <a:ext uri="{FF2B5EF4-FFF2-40B4-BE49-F238E27FC236}">
                <a16:creationId xmlns:a16="http://schemas.microsoft.com/office/drawing/2014/main" id="{F5891BDC-6650-690B-5C3D-0CBB5EB1C7BA}"/>
              </a:ext>
            </a:extLst>
          </p:cNvPr>
          <p:cNvSpPr txBox="1"/>
          <p:nvPr/>
        </p:nvSpPr>
        <p:spPr>
          <a:xfrm>
            <a:off x="228600" y="3505200"/>
            <a:ext cx="5867400" cy="3018775"/>
          </a:xfrm>
          <a:prstGeom prst="rect">
            <a:avLst/>
          </a:prstGeom>
          <a:noFill/>
        </p:spPr>
        <p:txBody>
          <a:bodyPr wrap="square">
            <a:spAutoFit/>
          </a:bodyPr>
          <a:lstStyle/>
          <a:p>
            <a:pPr algn="l">
              <a:spcBef>
                <a:spcPts val="1200"/>
              </a:spcBef>
              <a:spcAft>
                <a:spcPts val="1200"/>
              </a:spcAft>
              <a:buFont typeface="Arial" panose="020B0604020202020204" pitchFamily="34" charset="0"/>
              <a:buChar char="•"/>
            </a:pPr>
            <a:r>
              <a:rPr lang="en-US" sz="1400" b="0" i="0" dirty="0">
                <a:solidFill>
                  <a:srgbClr val="0F1115"/>
                </a:solidFill>
                <a:effectLst/>
                <a:latin typeface="quote-cjk-patch"/>
              </a:rPr>
              <a:t>A visual diagram of the family's genealogy and relationships across generations.</a:t>
            </a:r>
          </a:p>
          <a:p>
            <a:pPr algn="l">
              <a:spcBef>
                <a:spcPts val="450"/>
              </a:spcBef>
              <a:spcAft>
                <a:spcPts val="600"/>
              </a:spcAft>
              <a:buFont typeface="Arial" panose="020B0604020202020204" pitchFamily="34" charset="0"/>
              <a:buChar char="•"/>
            </a:pPr>
            <a:r>
              <a:rPr lang="en-US" sz="1400" b="1" i="0" dirty="0">
                <a:solidFill>
                  <a:srgbClr val="0F1115"/>
                </a:solidFill>
                <a:effectLst/>
                <a:latin typeface="quote-cjk-patch"/>
              </a:rPr>
              <a:t>Key Uses &amp; Benefits:</a:t>
            </a:r>
            <a:endParaRPr lang="en-US" sz="1400"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en-US" sz="1400" b="0" i="0" dirty="0">
                <a:solidFill>
                  <a:srgbClr val="0F1115"/>
                </a:solidFill>
                <a:effectLst/>
                <a:latin typeface="quote-cjk-patch"/>
              </a:rPr>
              <a:t>Reveals complex family patterns (e.g., hereditary diseases, relationship dynamics).</a:t>
            </a:r>
          </a:p>
          <a:p>
            <a:pPr marL="742950" lvl="1" indent="-285750" algn="l">
              <a:spcBef>
                <a:spcPts val="450"/>
              </a:spcBef>
              <a:spcAft>
                <a:spcPts val="1200"/>
              </a:spcAft>
              <a:buFont typeface="Arial" panose="020B0604020202020204" pitchFamily="34" charset="0"/>
              <a:buChar char="•"/>
            </a:pPr>
            <a:r>
              <a:rPr lang="en-US" sz="1400" b="0" i="0" dirty="0">
                <a:solidFill>
                  <a:srgbClr val="0F1115"/>
                </a:solidFill>
                <a:effectLst/>
                <a:latin typeface="quote-cjk-patch"/>
              </a:rPr>
              <a:t>Helps formulate hypotheses about family health over time.</a:t>
            </a:r>
          </a:p>
          <a:p>
            <a:pPr marL="742950" lvl="1" indent="-285750" algn="l">
              <a:spcBef>
                <a:spcPts val="450"/>
              </a:spcBef>
              <a:spcAft>
                <a:spcPts val="1200"/>
              </a:spcAft>
              <a:buFont typeface="Arial" panose="020B0604020202020204" pitchFamily="34" charset="0"/>
              <a:buChar char="•"/>
            </a:pPr>
            <a:r>
              <a:rPr lang="en-US" sz="1400" b="0" i="0" dirty="0">
                <a:solidFill>
                  <a:srgbClr val="0F1115"/>
                </a:solidFill>
                <a:effectLst/>
                <a:latin typeface="quote-cjk-patch"/>
              </a:rPr>
              <a:t>Encourages family expression and storytelling.</a:t>
            </a:r>
          </a:p>
          <a:p>
            <a:pPr marL="742950" lvl="1" indent="-285750" algn="l">
              <a:spcBef>
                <a:spcPts val="450"/>
              </a:spcBef>
              <a:spcAft>
                <a:spcPts val="1200"/>
              </a:spcAft>
              <a:buFont typeface="Arial" panose="020B0604020202020204" pitchFamily="34" charset="0"/>
              <a:buChar char="•"/>
            </a:pPr>
            <a:r>
              <a:rPr lang="en-US" sz="1400" b="0" i="0" dirty="0">
                <a:solidFill>
                  <a:srgbClr val="0F1115"/>
                </a:solidFill>
                <a:effectLst/>
                <a:latin typeface="quote-cjk-patch"/>
              </a:rPr>
              <a:t>Links health outcomes to preventive strategies based on identified risks.</a:t>
            </a:r>
          </a:p>
        </p:txBody>
      </p:sp>
    </p:spTree>
    <p:extLst>
      <p:ext uri="{BB962C8B-B14F-4D97-AF65-F5344CB8AC3E}">
        <p14:creationId xmlns:p14="http://schemas.microsoft.com/office/powerpoint/2010/main" val="19464591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2">
            <a:extLst>
              <a:ext uri="{FF2B5EF4-FFF2-40B4-BE49-F238E27FC236}">
                <a16:creationId xmlns:a16="http://schemas.microsoft.com/office/drawing/2014/main" id="{616BFA59-D6C5-3165-4949-988BDFB5935E}"/>
              </a:ext>
            </a:extLst>
          </p:cNvPr>
          <p:cNvGraphicFramePr>
            <a:graphicFrameLocks noGrp="1"/>
          </p:cNvGraphicFramePr>
          <p:nvPr>
            <p:ph idx="1"/>
            <p:extLst>
              <p:ext uri="{D42A27DB-BD31-4B8C-83A1-F6EECF244321}">
                <p14:modId xmlns:p14="http://schemas.microsoft.com/office/powerpoint/2010/main" val="2985396070"/>
              </p:ext>
            </p:extLst>
          </p:nvPr>
        </p:nvGraphicFramePr>
        <p:xfrm>
          <a:off x="996577" y="2600980"/>
          <a:ext cx="10198846" cy="4549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a:extLst>
              <a:ext uri="{FF2B5EF4-FFF2-40B4-BE49-F238E27FC236}">
                <a16:creationId xmlns:a16="http://schemas.microsoft.com/office/drawing/2014/main" id="{D654A7CE-776C-87E3-B69B-1466E77D6400}"/>
              </a:ext>
            </a:extLst>
          </p:cNvPr>
          <p:cNvSpPr>
            <a:spLocks noGrp="1"/>
          </p:cNvSpPr>
          <p:nvPr>
            <p:ph type="title"/>
          </p:nvPr>
        </p:nvSpPr>
        <p:spPr>
          <a:xfrm>
            <a:off x="1154954" y="973668"/>
            <a:ext cx="8761413" cy="706964"/>
          </a:xfrm>
        </p:spPr>
        <p:txBody>
          <a:bodyPr/>
          <a:lstStyle/>
          <a:p>
            <a:pPr algn="ctr"/>
            <a:r>
              <a:rPr lang="en-US" b="1" dirty="0">
                <a:solidFill>
                  <a:srgbClr val="FFFF00"/>
                </a:solidFill>
              </a:rPr>
              <a:t>Nursing Process</a:t>
            </a:r>
            <a:br>
              <a:rPr lang="en-US" b="1" dirty="0">
                <a:solidFill>
                  <a:srgbClr val="FFFF00"/>
                </a:solidFill>
              </a:rPr>
            </a:br>
            <a:r>
              <a:rPr lang="en-US" b="1" dirty="0"/>
              <a:t>Family Health Assessment</a:t>
            </a:r>
            <a:endParaRPr lang="en-US" dirty="0"/>
          </a:p>
        </p:txBody>
      </p:sp>
      <p:sp>
        <p:nvSpPr>
          <p:cNvPr id="9" name="TextBox 8">
            <a:extLst>
              <a:ext uri="{FF2B5EF4-FFF2-40B4-BE49-F238E27FC236}">
                <a16:creationId xmlns:a16="http://schemas.microsoft.com/office/drawing/2014/main" id="{EF57A742-AC09-66E5-DAA5-D0EE7F36722E}"/>
              </a:ext>
            </a:extLst>
          </p:cNvPr>
          <p:cNvSpPr txBox="1"/>
          <p:nvPr/>
        </p:nvSpPr>
        <p:spPr>
          <a:xfrm>
            <a:off x="2677367" y="2600980"/>
            <a:ext cx="7239000" cy="523220"/>
          </a:xfrm>
          <a:prstGeom prst="rect">
            <a:avLst/>
          </a:prstGeom>
          <a:noFill/>
        </p:spPr>
        <p:txBody>
          <a:bodyPr wrap="square">
            <a:spAutoFit/>
          </a:bodyPr>
          <a:lstStyle/>
          <a:p>
            <a:r>
              <a:rPr lang="en-US" sz="2800" b="1" dirty="0">
                <a:solidFill>
                  <a:schemeClr val="tx2">
                    <a:lumMod val="75000"/>
                  </a:schemeClr>
                </a:solidFill>
              </a:rPr>
              <a:t>Guidelines for Family Health Assessment</a:t>
            </a:r>
          </a:p>
        </p:txBody>
      </p:sp>
    </p:spTree>
    <p:extLst>
      <p:ext uri="{BB962C8B-B14F-4D97-AF65-F5344CB8AC3E}">
        <p14:creationId xmlns:p14="http://schemas.microsoft.com/office/powerpoint/2010/main" val="13059104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D9B76-37CD-A4EA-EFA6-7EA3B53A61BE}"/>
              </a:ext>
            </a:extLst>
          </p:cNvPr>
          <p:cNvSpPr>
            <a:spLocks noGrp="1"/>
          </p:cNvSpPr>
          <p:nvPr>
            <p:ph type="title"/>
          </p:nvPr>
        </p:nvSpPr>
        <p:spPr/>
        <p:txBody>
          <a:bodyPr/>
          <a:lstStyle/>
          <a:p>
            <a:pPr algn="ctr"/>
            <a:r>
              <a:rPr lang="en-US" b="1" dirty="0">
                <a:solidFill>
                  <a:srgbClr val="FFFF00"/>
                </a:solidFill>
              </a:rPr>
              <a:t>Nursing Process </a:t>
            </a:r>
            <a:br>
              <a:rPr lang="en-US" b="1" dirty="0">
                <a:solidFill>
                  <a:srgbClr val="FFFF00"/>
                </a:solidFill>
              </a:rPr>
            </a:br>
            <a:r>
              <a:rPr lang="en-US" b="1" dirty="0"/>
              <a:t>Family diagnosis process</a:t>
            </a:r>
          </a:p>
        </p:txBody>
      </p:sp>
      <p:graphicFrame>
        <p:nvGraphicFramePr>
          <p:cNvPr id="5" name="Content Placeholder 2">
            <a:extLst>
              <a:ext uri="{FF2B5EF4-FFF2-40B4-BE49-F238E27FC236}">
                <a16:creationId xmlns:a16="http://schemas.microsoft.com/office/drawing/2014/main" id="{6F3205DA-2B3B-5D11-5B4A-4D5B0C2B613A}"/>
              </a:ext>
            </a:extLst>
          </p:cNvPr>
          <p:cNvGraphicFramePr>
            <a:graphicFrameLocks noGrp="1"/>
          </p:cNvGraphicFramePr>
          <p:nvPr>
            <p:ph idx="1"/>
            <p:extLst>
              <p:ext uri="{D42A27DB-BD31-4B8C-83A1-F6EECF244321}">
                <p14:modId xmlns:p14="http://schemas.microsoft.com/office/powerpoint/2010/main" val="3231344727"/>
              </p:ext>
            </p:extLst>
          </p:nvPr>
        </p:nvGraphicFramePr>
        <p:xfrm>
          <a:off x="457200" y="2603500"/>
          <a:ext cx="10896600"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3687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D9B76-37CD-A4EA-EFA6-7EA3B53A61BE}"/>
              </a:ext>
            </a:extLst>
          </p:cNvPr>
          <p:cNvSpPr>
            <a:spLocks noGrp="1"/>
          </p:cNvSpPr>
          <p:nvPr>
            <p:ph type="title"/>
          </p:nvPr>
        </p:nvSpPr>
        <p:spPr/>
        <p:txBody>
          <a:bodyPr/>
          <a:lstStyle/>
          <a:p>
            <a:pPr algn="ctr"/>
            <a:r>
              <a:rPr lang="en-US" b="1" dirty="0">
                <a:solidFill>
                  <a:srgbClr val="FFFF00"/>
                </a:solidFill>
              </a:rPr>
              <a:t>Nursing Process </a:t>
            </a:r>
            <a:br>
              <a:rPr lang="en-US" b="1" dirty="0">
                <a:solidFill>
                  <a:srgbClr val="FFFF00"/>
                </a:solidFill>
              </a:rPr>
            </a:br>
            <a:r>
              <a:rPr lang="en-US" b="1" dirty="0"/>
              <a:t>Family diagnosis process</a:t>
            </a:r>
          </a:p>
        </p:txBody>
      </p:sp>
      <p:sp>
        <p:nvSpPr>
          <p:cNvPr id="7" name="TextBox 6">
            <a:extLst>
              <a:ext uri="{FF2B5EF4-FFF2-40B4-BE49-F238E27FC236}">
                <a16:creationId xmlns:a16="http://schemas.microsoft.com/office/drawing/2014/main" id="{7BDB0409-B3B4-9491-D5D8-C1753709B22B}"/>
              </a:ext>
            </a:extLst>
          </p:cNvPr>
          <p:cNvSpPr txBox="1"/>
          <p:nvPr/>
        </p:nvSpPr>
        <p:spPr>
          <a:xfrm>
            <a:off x="685800" y="2438400"/>
            <a:ext cx="10896600" cy="4194674"/>
          </a:xfrm>
          <a:prstGeom prst="rect">
            <a:avLst/>
          </a:prstGeom>
          <a:noFill/>
        </p:spPr>
        <p:txBody>
          <a:bodyPr wrap="square">
            <a:spAutoFit/>
          </a:bodyPr>
          <a:lstStyle/>
          <a:p>
            <a:pPr marL="342900" indent="-342900">
              <a:lnSpc>
                <a:spcPct val="150000"/>
              </a:lnSpc>
              <a:buAutoNum type="arabicPeriod"/>
            </a:pPr>
            <a:r>
              <a:rPr lang="en-US" sz="1600" dirty="0"/>
              <a:t>Identify the family health problems. </a:t>
            </a:r>
          </a:p>
          <a:p>
            <a:pPr marL="969963" indent="-457200">
              <a:lnSpc>
                <a:spcPct val="150000"/>
              </a:lnSpc>
              <a:buAutoNum type="alphaLcPeriod"/>
            </a:pPr>
            <a:r>
              <a:rPr lang="en-US" sz="1600" dirty="0"/>
              <a:t>Determine what family members are directly and indirectly related to the problem. </a:t>
            </a:r>
          </a:p>
          <a:p>
            <a:pPr marL="969963" indent="-457200">
              <a:lnSpc>
                <a:spcPct val="150000"/>
              </a:lnSpc>
              <a:buAutoNum type="alphaLcPeriod"/>
            </a:pPr>
            <a:r>
              <a:rPr lang="en-US" sz="1600" dirty="0"/>
              <a:t>Determine what factors from the external environment are related to the problem. </a:t>
            </a:r>
          </a:p>
          <a:p>
            <a:pPr marL="969963" indent="-457200">
              <a:lnSpc>
                <a:spcPct val="150000"/>
              </a:lnSpc>
              <a:buAutoNum type="alphaLcPeriod"/>
            </a:pPr>
            <a:r>
              <a:rPr lang="en-US" sz="1600" dirty="0"/>
              <a:t>Describe the problem as it impacts the identified family members and external environment.</a:t>
            </a:r>
          </a:p>
          <a:p>
            <a:pPr marL="969963" indent="-457200">
              <a:lnSpc>
                <a:spcPct val="150000"/>
              </a:lnSpc>
              <a:buAutoNum type="alphaLcPeriod"/>
            </a:pPr>
            <a:r>
              <a:rPr lang="en-US" sz="1600" dirty="0"/>
              <a:t>Indicate the risks that are associated with the problem(s). </a:t>
            </a:r>
          </a:p>
          <a:p>
            <a:pPr marL="969963" indent="-457200">
              <a:lnSpc>
                <a:spcPct val="150000"/>
              </a:lnSpc>
              <a:buAutoNum type="alphaLcPeriod"/>
            </a:pPr>
            <a:r>
              <a:rPr lang="en-US" sz="1600" dirty="0"/>
              <a:t>Prioritize the problems along with their risks with an emphasis on the problems that are overlapping and/or have overlapping risks. </a:t>
            </a:r>
          </a:p>
          <a:p>
            <a:pPr>
              <a:lnSpc>
                <a:spcPct val="150000"/>
              </a:lnSpc>
            </a:pPr>
            <a:r>
              <a:rPr lang="en-US" sz="1600" dirty="0"/>
              <a:t>2. Indicate the factors from the family (family unit and family members) and the external environment that are associated with the health problems. </a:t>
            </a:r>
          </a:p>
          <a:p>
            <a:pPr>
              <a:lnSpc>
                <a:spcPct val="150000"/>
              </a:lnSpc>
            </a:pPr>
            <a:r>
              <a:rPr lang="en-US" sz="1600" dirty="0"/>
              <a:t>3. Determine the measurements (quantitative and qualitative data) that confirm or verify the health problems. </a:t>
            </a:r>
          </a:p>
        </p:txBody>
      </p:sp>
    </p:spTree>
    <p:extLst>
      <p:ext uri="{BB962C8B-B14F-4D97-AF65-F5344CB8AC3E}">
        <p14:creationId xmlns:p14="http://schemas.microsoft.com/office/powerpoint/2010/main" val="21862292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067DF-F8CF-9B14-4C0E-BB6750F0461F}"/>
              </a:ext>
            </a:extLst>
          </p:cNvPr>
          <p:cNvSpPr>
            <a:spLocks noGrp="1"/>
          </p:cNvSpPr>
          <p:nvPr>
            <p:ph type="title"/>
          </p:nvPr>
        </p:nvSpPr>
        <p:spPr/>
        <p:txBody>
          <a:bodyPr/>
          <a:lstStyle/>
          <a:p>
            <a:r>
              <a:rPr lang="en-US" dirty="0"/>
              <a:t>Family NANDA 2024</a:t>
            </a:r>
          </a:p>
        </p:txBody>
      </p:sp>
      <p:sp>
        <p:nvSpPr>
          <p:cNvPr id="3" name="Content Placeholder 2">
            <a:extLst>
              <a:ext uri="{FF2B5EF4-FFF2-40B4-BE49-F238E27FC236}">
                <a16:creationId xmlns:a16="http://schemas.microsoft.com/office/drawing/2014/main" id="{E4B4D3F5-82FC-1FC7-2F6F-ACB549C2D74F}"/>
              </a:ext>
            </a:extLst>
          </p:cNvPr>
          <p:cNvSpPr>
            <a:spLocks noGrp="1"/>
          </p:cNvSpPr>
          <p:nvPr>
            <p:ph idx="1"/>
          </p:nvPr>
        </p:nvSpPr>
        <p:spPr/>
        <p:txBody>
          <a:bodyPr>
            <a:normAutofit fontScale="92500" lnSpcReduction="20000"/>
          </a:bodyPr>
          <a:lstStyle/>
          <a:p>
            <a:r>
              <a:rPr lang="en-US" dirty="0"/>
              <a:t>Ineffective family health self-management</a:t>
            </a:r>
          </a:p>
          <a:p>
            <a:r>
              <a:rPr lang="en-US" dirty="0"/>
              <a:t>Risk for impaired attachment</a:t>
            </a:r>
          </a:p>
          <a:p>
            <a:r>
              <a:rPr lang="en-US" dirty="0"/>
              <a:t>Disturbed family identity syndrome</a:t>
            </a:r>
          </a:p>
          <a:p>
            <a:r>
              <a:rPr lang="en-US" dirty="0"/>
              <a:t>Risk for disturbed family identity syndrome </a:t>
            </a:r>
          </a:p>
          <a:p>
            <a:r>
              <a:rPr lang="en-US" dirty="0"/>
              <a:t>Dysfunctional family processes </a:t>
            </a:r>
          </a:p>
          <a:p>
            <a:r>
              <a:rPr lang="en-US" dirty="0"/>
              <a:t>Interrupted family processes</a:t>
            </a:r>
          </a:p>
          <a:p>
            <a:r>
              <a:rPr lang="en-US" dirty="0"/>
              <a:t>Readiness for enhanced family processes</a:t>
            </a:r>
          </a:p>
          <a:p>
            <a:r>
              <a:rPr lang="en-US" dirty="0"/>
              <a:t>Compromised family coping</a:t>
            </a:r>
          </a:p>
          <a:p>
            <a:r>
              <a:rPr lang="en-US" dirty="0"/>
              <a:t>Disabled family coping</a:t>
            </a:r>
          </a:p>
          <a:p>
            <a:r>
              <a:rPr lang="en-US" dirty="0"/>
              <a:t>Readiness for enhanced family coping</a:t>
            </a:r>
          </a:p>
        </p:txBody>
      </p:sp>
    </p:spTree>
    <p:extLst>
      <p:ext uri="{BB962C8B-B14F-4D97-AF65-F5344CB8AC3E}">
        <p14:creationId xmlns:p14="http://schemas.microsoft.com/office/powerpoint/2010/main" val="24558965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EAE6E-6C5A-9008-79CD-200430F530E5}"/>
              </a:ext>
            </a:extLst>
          </p:cNvPr>
          <p:cNvSpPr>
            <a:spLocks noGrp="1"/>
          </p:cNvSpPr>
          <p:nvPr>
            <p:ph type="title"/>
          </p:nvPr>
        </p:nvSpPr>
        <p:spPr/>
        <p:txBody>
          <a:bodyPr/>
          <a:lstStyle/>
          <a:p>
            <a:r>
              <a:rPr lang="en-US" dirty="0"/>
              <a:t>NANDA Ex.</a:t>
            </a:r>
          </a:p>
        </p:txBody>
      </p:sp>
      <p:pic>
        <p:nvPicPr>
          <p:cNvPr id="5" name="Content Placeholder 4">
            <a:extLst>
              <a:ext uri="{FF2B5EF4-FFF2-40B4-BE49-F238E27FC236}">
                <a16:creationId xmlns:a16="http://schemas.microsoft.com/office/drawing/2014/main" id="{D942DD08-BE1A-885B-0E94-5EBEA1C0F19F}"/>
              </a:ext>
            </a:extLst>
          </p:cNvPr>
          <p:cNvPicPr>
            <a:picLocks noGrp="1" noChangeAspect="1"/>
          </p:cNvPicPr>
          <p:nvPr>
            <p:ph idx="1"/>
          </p:nvPr>
        </p:nvPicPr>
        <p:blipFill>
          <a:blip r:embed="rId2"/>
          <a:stretch>
            <a:fillRect/>
          </a:stretch>
        </p:blipFill>
        <p:spPr>
          <a:xfrm>
            <a:off x="2243467" y="2992253"/>
            <a:ext cx="6649378" cy="2638793"/>
          </a:xfrm>
        </p:spPr>
      </p:pic>
    </p:spTree>
    <p:extLst>
      <p:ext uri="{BB962C8B-B14F-4D97-AF65-F5344CB8AC3E}">
        <p14:creationId xmlns:p14="http://schemas.microsoft.com/office/powerpoint/2010/main" val="755391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A613B5F2-5E5F-E012-6BDA-4C5132D4F72E}"/>
              </a:ext>
            </a:extLst>
          </p:cNvPr>
          <p:cNvGraphicFramePr>
            <a:graphicFrameLocks noGrp="1"/>
          </p:cNvGraphicFramePr>
          <p:nvPr>
            <p:ph idx="1"/>
            <p:extLst>
              <p:ext uri="{D42A27DB-BD31-4B8C-83A1-F6EECF244321}">
                <p14:modId xmlns:p14="http://schemas.microsoft.com/office/powerpoint/2010/main" val="1741519015"/>
              </p:ext>
            </p:extLst>
          </p:nvPr>
        </p:nvGraphicFramePr>
        <p:xfrm>
          <a:off x="2286000" y="3048000"/>
          <a:ext cx="8825659"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2BAC1865-DB8B-0EBF-EE20-11D6979A8BBC}"/>
              </a:ext>
            </a:extLst>
          </p:cNvPr>
          <p:cNvSpPr txBox="1"/>
          <p:nvPr/>
        </p:nvSpPr>
        <p:spPr>
          <a:xfrm>
            <a:off x="1676400" y="2524780"/>
            <a:ext cx="6096000" cy="523220"/>
          </a:xfrm>
          <a:prstGeom prst="rect">
            <a:avLst/>
          </a:prstGeom>
          <a:noFill/>
        </p:spPr>
        <p:txBody>
          <a:bodyPr wrap="square">
            <a:spAutoFit/>
          </a:bodyPr>
          <a:lstStyle/>
          <a:p>
            <a:pPr>
              <a:buNone/>
            </a:pPr>
            <a:r>
              <a:rPr lang="en-PH" sz="2800" b="1" dirty="0">
                <a:solidFill>
                  <a:schemeClr val="tx2">
                    <a:lumMod val="75000"/>
                  </a:schemeClr>
                </a:solidFill>
                <a:latin typeface="Times New Roman" panose="02020603050405020304" pitchFamily="18" charset="0"/>
                <a:cs typeface="Times New Roman" panose="02020603050405020304" pitchFamily="18" charset="0"/>
              </a:rPr>
              <a:t>Planning occurs when:</a:t>
            </a:r>
          </a:p>
        </p:txBody>
      </p:sp>
      <p:sp>
        <p:nvSpPr>
          <p:cNvPr id="9" name="Title 1">
            <a:extLst>
              <a:ext uri="{FF2B5EF4-FFF2-40B4-BE49-F238E27FC236}">
                <a16:creationId xmlns:a16="http://schemas.microsoft.com/office/drawing/2014/main" id="{12514D40-B6F7-B73D-FB87-D5FC7F044896}"/>
              </a:ext>
            </a:extLst>
          </p:cNvPr>
          <p:cNvSpPr txBox="1">
            <a:spLocks/>
          </p:cNvSpPr>
          <p:nvPr/>
        </p:nvSpPr>
        <p:spPr bwMode="gray">
          <a:xfrm>
            <a:off x="1307354" y="1126068"/>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fontAlgn="auto">
              <a:spcAft>
                <a:spcPts val="0"/>
              </a:spcAft>
            </a:pPr>
            <a:r>
              <a:rPr lang="en-US" b="1">
                <a:solidFill>
                  <a:srgbClr val="FFFF00"/>
                </a:solidFill>
              </a:rPr>
              <a:t>Nursing Process </a:t>
            </a:r>
            <a:br>
              <a:rPr lang="en-US" b="1">
                <a:solidFill>
                  <a:srgbClr val="FFFF00"/>
                </a:solidFill>
              </a:rPr>
            </a:br>
            <a:r>
              <a:rPr lang="en-US" b="1"/>
              <a:t>Family Care Planning</a:t>
            </a:r>
            <a:endParaRPr lang="en-US" b="1" dirty="0"/>
          </a:p>
        </p:txBody>
      </p:sp>
    </p:spTree>
    <p:extLst>
      <p:ext uri="{BB962C8B-B14F-4D97-AF65-F5344CB8AC3E}">
        <p14:creationId xmlns:p14="http://schemas.microsoft.com/office/powerpoint/2010/main" val="3691325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F323F-C89A-D233-DF79-B8F276A2F4DF}"/>
              </a:ext>
            </a:extLst>
          </p:cNvPr>
          <p:cNvSpPr>
            <a:spLocks noGrp="1"/>
          </p:cNvSpPr>
          <p:nvPr>
            <p:ph type="title"/>
          </p:nvPr>
        </p:nvSpPr>
        <p:spPr/>
        <p:txBody>
          <a:bodyPr/>
          <a:lstStyle/>
          <a:p>
            <a:pPr algn="ctr"/>
            <a:r>
              <a:rPr lang="en-US" b="1" dirty="0">
                <a:solidFill>
                  <a:srgbClr val="FFFF00"/>
                </a:solidFill>
              </a:rPr>
              <a:t>Nursing Process </a:t>
            </a:r>
            <a:br>
              <a:rPr lang="en-US" b="1" dirty="0">
                <a:solidFill>
                  <a:srgbClr val="FFFF00"/>
                </a:solidFill>
              </a:rPr>
            </a:br>
            <a:r>
              <a:rPr lang="en-US" b="1" dirty="0"/>
              <a:t>Family Care Planning</a:t>
            </a:r>
          </a:p>
        </p:txBody>
      </p:sp>
      <p:graphicFrame>
        <p:nvGraphicFramePr>
          <p:cNvPr id="5" name="Content Placeholder 2">
            <a:extLst>
              <a:ext uri="{FF2B5EF4-FFF2-40B4-BE49-F238E27FC236}">
                <a16:creationId xmlns:a16="http://schemas.microsoft.com/office/drawing/2014/main" id="{94A2F870-30CA-6088-BE04-958A18345141}"/>
              </a:ext>
            </a:extLst>
          </p:cNvPr>
          <p:cNvGraphicFramePr>
            <a:graphicFrameLocks noGrp="1"/>
          </p:cNvGraphicFramePr>
          <p:nvPr>
            <p:ph idx="1"/>
            <p:extLst>
              <p:ext uri="{D42A27DB-BD31-4B8C-83A1-F6EECF244321}">
                <p14:modId xmlns:p14="http://schemas.microsoft.com/office/powerpoint/2010/main" val="2917615662"/>
              </p:ext>
            </p:extLst>
          </p:nvPr>
        </p:nvGraphicFramePr>
        <p:xfrm>
          <a:off x="685800" y="2695247"/>
          <a:ext cx="11125200" cy="3644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ECA4002E-8014-81C9-FC8C-5466CE02A945}"/>
              </a:ext>
            </a:extLst>
          </p:cNvPr>
          <p:cNvSpPr txBox="1"/>
          <p:nvPr/>
        </p:nvSpPr>
        <p:spPr>
          <a:xfrm>
            <a:off x="929640" y="2464415"/>
            <a:ext cx="9594429" cy="461665"/>
          </a:xfrm>
          <a:prstGeom prst="rect">
            <a:avLst/>
          </a:prstGeom>
          <a:noFill/>
        </p:spPr>
        <p:txBody>
          <a:bodyPr wrap="square">
            <a:spAutoFit/>
          </a:bodyPr>
          <a:lstStyle/>
          <a:p>
            <a:pPr>
              <a:buNone/>
            </a:pPr>
            <a:r>
              <a:rPr lang="en-PH" sz="2400" b="1" dirty="0">
                <a:solidFill>
                  <a:schemeClr val="accent5">
                    <a:lumMod val="50000"/>
                  </a:schemeClr>
                </a:solidFill>
                <a:latin typeface="Times New Roman" panose="02020603050405020304" pitchFamily="18" charset="0"/>
                <a:cs typeface="Times New Roman" panose="02020603050405020304" pitchFamily="18" charset="0"/>
              </a:rPr>
              <a:t>The five areas of needs identified through nurse-family interactions are:</a:t>
            </a:r>
          </a:p>
        </p:txBody>
      </p:sp>
    </p:spTree>
    <p:extLst>
      <p:ext uri="{BB962C8B-B14F-4D97-AF65-F5344CB8AC3E}">
        <p14:creationId xmlns:p14="http://schemas.microsoft.com/office/powerpoint/2010/main" val="10904883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AE32A1-2DF6-BEA6-6592-59A6D60055DE}"/>
              </a:ext>
            </a:extLst>
          </p:cNvPr>
          <p:cNvSpPr>
            <a:spLocks noGrp="1"/>
          </p:cNvSpPr>
          <p:nvPr>
            <p:ph idx="1"/>
          </p:nvPr>
        </p:nvSpPr>
        <p:spPr>
          <a:xfrm>
            <a:off x="1154954" y="2603500"/>
            <a:ext cx="9817846" cy="3644900"/>
          </a:xfrm>
        </p:spPr>
        <p:txBody>
          <a:bodyPr>
            <a:normAutofit lnSpcReduction="10000"/>
          </a:bodyPr>
          <a:lstStyle/>
          <a:p>
            <a:pPr algn="just">
              <a:lnSpc>
                <a:spcPct val="150000"/>
              </a:lnSpc>
            </a:pPr>
            <a:r>
              <a:rPr lang="en-US" sz="2400" dirty="0">
                <a:latin typeface="Times New Roman" panose="02020603050405020304" pitchFamily="18" charset="0"/>
                <a:cs typeface="Times New Roman" panose="02020603050405020304" pitchFamily="18" charset="0"/>
              </a:rPr>
              <a:t>Goals should be set </a:t>
            </a:r>
            <a:r>
              <a:rPr lang="en-US" sz="2400" b="1" i="1" dirty="0">
                <a:latin typeface="Times New Roman" panose="02020603050405020304" pitchFamily="18" charset="0"/>
                <a:cs typeface="Times New Roman" panose="02020603050405020304" pitchFamily="18" charset="0"/>
              </a:rPr>
              <a:t>mutually</a:t>
            </a:r>
            <a:r>
              <a:rPr lang="en-US" sz="2400" dirty="0">
                <a:latin typeface="Times New Roman" panose="02020603050405020304" pitchFamily="18" charset="0"/>
                <a:cs typeface="Times New Roman" panose="02020603050405020304" pitchFamily="18" charset="0"/>
              </a:rPr>
              <a:t> by nurse and the family member.</a:t>
            </a:r>
          </a:p>
          <a:p>
            <a:pPr algn="just">
              <a:lnSpc>
                <a:spcPct val="150000"/>
              </a:lnSpc>
            </a:pPr>
            <a:r>
              <a:rPr lang="en-US" sz="2400" dirty="0">
                <a:latin typeface="Times New Roman" panose="02020603050405020304" pitchFamily="18" charset="0"/>
                <a:cs typeface="Times New Roman" panose="02020603050405020304" pitchFamily="18" charset="0"/>
              </a:rPr>
              <a:t>Each family is </a:t>
            </a:r>
            <a:r>
              <a:rPr lang="en-US" sz="2400" b="1" i="1" dirty="0">
                <a:latin typeface="Times New Roman" panose="02020603050405020304" pitchFamily="18" charset="0"/>
                <a:cs typeface="Times New Roman" panose="02020603050405020304" pitchFamily="18" charset="0"/>
              </a:rPr>
              <a:t>unique</a:t>
            </a:r>
            <a:r>
              <a:rPr lang="en-US" sz="2400" dirty="0">
                <a:latin typeface="Times New Roman" panose="02020603050405020304" pitchFamily="18" charset="0"/>
                <a:cs typeface="Times New Roman" panose="02020603050405020304" pitchFamily="18" charset="0"/>
              </a:rPr>
              <a:t>, and thus their care plan also.</a:t>
            </a:r>
          </a:p>
          <a:p>
            <a:pPr algn="just">
              <a:lnSpc>
                <a:spcPct val="150000"/>
              </a:lnSpc>
            </a:pPr>
            <a:r>
              <a:rPr lang="en-US" sz="2400" dirty="0">
                <a:latin typeface="Times New Roman" panose="02020603050405020304" pitchFamily="18" charset="0"/>
                <a:cs typeface="Times New Roman" panose="02020603050405020304" pitchFamily="18" charset="0"/>
              </a:rPr>
              <a:t>Set </a:t>
            </a:r>
            <a:r>
              <a:rPr lang="en-US" sz="2400" b="1" i="1" dirty="0">
                <a:latin typeface="Times New Roman" panose="02020603050405020304" pitchFamily="18" charset="0"/>
                <a:cs typeface="Times New Roman" panose="02020603050405020304" pitchFamily="18" charset="0"/>
              </a:rPr>
              <a:t>realistic</a:t>
            </a:r>
            <a:r>
              <a:rPr lang="en-US" sz="2400" dirty="0">
                <a:latin typeface="Times New Roman" panose="02020603050405020304" pitchFamily="18" charset="0"/>
                <a:cs typeface="Times New Roman" panose="02020603050405020304" pitchFamily="18" charset="0"/>
              </a:rPr>
              <a:t> goals, according to time and resources and within limitations determined by the nurse employer/ organization.</a:t>
            </a:r>
          </a:p>
          <a:p>
            <a:pPr algn="just">
              <a:lnSpc>
                <a:spcPct val="150000"/>
              </a:lnSpc>
            </a:pPr>
            <a:r>
              <a:rPr lang="en-US" sz="2400" dirty="0">
                <a:latin typeface="Times New Roman" panose="02020603050405020304" pitchFamily="18" charset="0"/>
                <a:cs typeface="Times New Roman" panose="02020603050405020304" pitchFamily="18" charset="0"/>
              </a:rPr>
              <a:t>Plan care according to family’s </a:t>
            </a:r>
            <a:r>
              <a:rPr lang="en-US" sz="2400" b="1" i="1" dirty="0">
                <a:latin typeface="Times New Roman" panose="02020603050405020304" pitchFamily="18" charset="0"/>
                <a:cs typeface="Times New Roman" panose="02020603050405020304" pitchFamily="18" charset="0"/>
              </a:rPr>
              <a:t>values</a:t>
            </a:r>
            <a:r>
              <a:rPr lang="en-US" sz="2400" dirty="0">
                <a:latin typeface="Times New Roman" panose="02020603050405020304" pitchFamily="18" charset="0"/>
                <a:cs typeface="Times New Roman" panose="02020603050405020304" pitchFamily="18" charset="0"/>
              </a:rPr>
              <a:t> and health care </a:t>
            </a:r>
            <a:r>
              <a:rPr lang="en-US" sz="2400" b="1" i="1" dirty="0">
                <a:latin typeface="Times New Roman" panose="02020603050405020304" pitchFamily="18" charset="0"/>
                <a:cs typeface="Times New Roman" panose="02020603050405020304" pitchFamily="18" charset="0"/>
              </a:rPr>
              <a:t>beliefs.</a:t>
            </a:r>
          </a:p>
          <a:p>
            <a:pPr algn="just">
              <a:lnSpc>
                <a:spcPct val="150000"/>
              </a:lnSpc>
            </a:pPr>
            <a:r>
              <a:rPr lang="en-US" sz="2400" b="1" i="1" dirty="0">
                <a:latin typeface="Times New Roman" panose="02020603050405020304" pitchFamily="18" charset="0"/>
                <a:cs typeface="Times New Roman" panose="02020603050405020304" pitchFamily="18" charset="0"/>
              </a:rPr>
              <a:t>Coordinates</a:t>
            </a:r>
            <a:r>
              <a:rPr lang="en-US" sz="2400" dirty="0">
                <a:latin typeface="Times New Roman" panose="02020603050405020304" pitchFamily="18" charset="0"/>
                <a:cs typeface="Times New Roman" panose="02020603050405020304" pitchFamily="18" charset="0"/>
              </a:rPr>
              <a:t> with the health care team.</a:t>
            </a:r>
            <a:endParaRPr lang="en-PH" sz="2400" dirty="0"/>
          </a:p>
        </p:txBody>
      </p:sp>
      <p:sp>
        <p:nvSpPr>
          <p:cNvPr id="4" name="Title 1">
            <a:extLst>
              <a:ext uri="{FF2B5EF4-FFF2-40B4-BE49-F238E27FC236}">
                <a16:creationId xmlns:a16="http://schemas.microsoft.com/office/drawing/2014/main" id="{D85C8DEA-89A2-289B-DD36-6BBDD38D9A0F}"/>
              </a:ext>
            </a:extLst>
          </p:cNvPr>
          <p:cNvSpPr>
            <a:spLocks noGrp="1"/>
          </p:cNvSpPr>
          <p:nvPr>
            <p:ph type="title"/>
          </p:nvPr>
        </p:nvSpPr>
        <p:spPr>
          <a:xfrm>
            <a:off x="1154954" y="973668"/>
            <a:ext cx="8761413" cy="706964"/>
          </a:xfrm>
        </p:spPr>
        <p:txBody>
          <a:bodyPr/>
          <a:lstStyle/>
          <a:p>
            <a:pPr algn="ctr"/>
            <a:r>
              <a:rPr lang="en-US" b="1" dirty="0">
                <a:solidFill>
                  <a:srgbClr val="FFFF00"/>
                </a:solidFill>
              </a:rPr>
              <a:t>Nursing Process </a:t>
            </a:r>
            <a:br>
              <a:rPr lang="en-US" b="1" dirty="0">
                <a:solidFill>
                  <a:srgbClr val="FFFF00"/>
                </a:solidFill>
              </a:rPr>
            </a:br>
            <a:r>
              <a:rPr lang="en-US" b="1" dirty="0"/>
              <a:t>Family Care Planning</a:t>
            </a:r>
          </a:p>
        </p:txBody>
      </p:sp>
    </p:spTree>
    <p:extLst>
      <p:ext uri="{BB962C8B-B14F-4D97-AF65-F5344CB8AC3E}">
        <p14:creationId xmlns:p14="http://schemas.microsoft.com/office/powerpoint/2010/main" val="21801599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3F271-6C64-7EA3-811B-089E8F9FE28F}"/>
              </a:ext>
            </a:extLst>
          </p:cNvPr>
          <p:cNvSpPr>
            <a:spLocks noGrp="1"/>
          </p:cNvSpPr>
          <p:nvPr>
            <p:ph type="title"/>
          </p:nvPr>
        </p:nvSpPr>
        <p:spPr/>
        <p:txBody>
          <a:bodyPr/>
          <a:lstStyle/>
          <a:p>
            <a:pPr algn="ctr"/>
            <a:r>
              <a:rPr lang="en-US" b="1" dirty="0">
                <a:solidFill>
                  <a:srgbClr val="FFFF00"/>
                </a:solidFill>
              </a:rPr>
              <a:t>Nursing Process </a:t>
            </a:r>
            <a:br>
              <a:rPr lang="en-US" b="1" dirty="0">
                <a:solidFill>
                  <a:srgbClr val="EBEBEB"/>
                </a:solidFill>
              </a:rPr>
            </a:br>
            <a:r>
              <a:rPr lang="en-US" b="1" dirty="0">
                <a:solidFill>
                  <a:srgbClr val="EBEBEB"/>
                </a:solidFill>
              </a:rPr>
              <a:t>Implementation</a:t>
            </a:r>
            <a:endParaRPr lang="en-US" dirty="0"/>
          </a:p>
        </p:txBody>
      </p:sp>
      <p:sp>
        <p:nvSpPr>
          <p:cNvPr id="3" name="Content Placeholder 2">
            <a:extLst>
              <a:ext uri="{FF2B5EF4-FFF2-40B4-BE49-F238E27FC236}">
                <a16:creationId xmlns:a16="http://schemas.microsoft.com/office/drawing/2014/main" id="{28412D1A-C3B2-1E80-7ACB-D598DE32BC14}"/>
              </a:ext>
            </a:extLst>
          </p:cNvPr>
          <p:cNvSpPr>
            <a:spLocks noGrp="1"/>
          </p:cNvSpPr>
          <p:nvPr>
            <p:ph idx="1"/>
          </p:nvPr>
        </p:nvSpPr>
        <p:spPr>
          <a:xfrm>
            <a:off x="685800" y="2438400"/>
            <a:ext cx="11125200" cy="3886200"/>
          </a:xfrm>
        </p:spPr>
        <p:txBody>
          <a:bodyPr>
            <a:normAutofit fontScale="85000" lnSpcReduction="10000"/>
          </a:bodyPr>
          <a:lstStyle/>
          <a:p>
            <a:pPr marL="0" indent="0">
              <a:buNone/>
            </a:pPr>
            <a:r>
              <a:rPr lang="en-US" b="1" dirty="0"/>
              <a:t>Making Referrals</a:t>
            </a:r>
          </a:p>
          <a:p>
            <a:r>
              <a:rPr lang="en-US" b="1" dirty="0"/>
              <a:t>Purpose:</a:t>
            </a:r>
            <a:r>
              <a:rPr lang="en-US" dirty="0"/>
              <a:t> To connect the family with services beyond the agency's own resources.</a:t>
            </a:r>
          </a:p>
          <a:p>
            <a:r>
              <a:rPr lang="en-US" b="1" dirty="0"/>
              <a:t>Nurse's Responsibility:</a:t>
            </a:r>
            <a:endParaRPr lang="en-US" dirty="0"/>
          </a:p>
          <a:p>
            <a:pPr lvl="1"/>
            <a:r>
              <a:rPr lang="en-US" dirty="0"/>
              <a:t>Have in-depth knowledge of community resources (official, voluntary, religious).</a:t>
            </a:r>
          </a:p>
          <a:p>
            <a:pPr lvl="1"/>
            <a:r>
              <a:rPr lang="en-US" dirty="0"/>
              <a:t>Know eligibility requirements and service availability.</a:t>
            </a:r>
          </a:p>
          <a:p>
            <a:pPr marL="0" indent="0">
              <a:buNone/>
            </a:pPr>
            <a:r>
              <a:rPr lang="en-US" b="1" dirty="0"/>
              <a:t>Contacting Resources</a:t>
            </a:r>
          </a:p>
          <a:p>
            <a:r>
              <a:rPr lang="en-US" b="1" dirty="0"/>
              <a:t>The Nurse as a Connector:</a:t>
            </a:r>
            <a:r>
              <a:rPr lang="en-US" dirty="0"/>
              <a:t> Knowing key personnel in agencies can help "cut through red tape" for families.</a:t>
            </a:r>
          </a:p>
          <a:p>
            <a:r>
              <a:rPr lang="en-US" b="1" dirty="0"/>
              <a:t>Building Rapport:</a:t>
            </a:r>
            <a:r>
              <a:rPr lang="en-US" dirty="0"/>
              <a:t> Establishing relationships with agency staff helps:</a:t>
            </a:r>
          </a:p>
          <a:p>
            <a:pPr lvl="1"/>
            <a:r>
              <a:rPr lang="en-US" dirty="0"/>
              <a:t>Secure services for families more effectively.</a:t>
            </a:r>
          </a:p>
          <a:p>
            <a:pPr lvl="1"/>
            <a:r>
              <a:rPr lang="en-US" dirty="0"/>
              <a:t>Expand the nurse's own database of available services for future referrals.</a:t>
            </a:r>
          </a:p>
          <a:p>
            <a:r>
              <a:rPr lang="en-US" b="1" dirty="0"/>
              <a:t>Empowering Families:</a:t>
            </a:r>
            <a:r>
              <a:rPr lang="en-US" dirty="0"/>
              <a:t> The nurse can also give families pointers on how to procure services themselves.</a:t>
            </a:r>
          </a:p>
          <a:p>
            <a:pPr lvl="1"/>
            <a:endParaRPr lang="en-US" dirty="0"/>
          </a:p>
        </p:txBody>
      </p:sp>
    </p:spTree>
    <p:extLst>
      <p:ext uri="{BB962C8B-B14F-4D97-AF65-F5344CB8AC3E}">
        <p14:creationId xmlns:p14="http://schemas.microsoft.com/office/powerpoint/2010/main" val="42005720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676C6-7AF3-E93A-34BC-D3BFB40916F0}"/>
              </a:ext>
            </a:extLst>
          </p:cNvPr>
          <p:cNvSpPr>
            <a:spLocks noGrp="1"/>
          </p:cNvSpPr>
          <p:nvPr>
            <p:ph type="title"/>
          </p:nvPr>
        </p:nvSpPr>
        <p:spPr/>
        <p:txBody>
          <a:bodyPr/>
          <a:lstStyle/>
          <a:p>
            <a:pPr algn="ctr"/>
            <a:r>
              <a:rPr lang="en-US" b="1" dirty="0">
                <a:solidFill>
                  <a:srgbClr val="FFFF00"/>
                </a:solidFill>
              </a:rPr>
              <a:t>Nursing Process</a:t>
            </a:r>
            <a:br>
              <a:rPr lang="en-US" b="1" dirty="0">
                <a:solidFill>
                  <a:srgbClr val="FFFF00"/>
                </a:solidFill>
              </a:rPr>
            </a:br>
            <a:r>
              <a:rPr lang="en-US" dirty="0"/>
              <a:t> Family Health Evaluation</a:t>
            </a:r>
          </a:p>
        </p:txBody>
      </p:sp>
      <p:sp>
        <p:nvSpPr>
          <p:cNvPr id="3" name="Content Placeholder 2">
            <a:extLst>
              <a:ext uri="{FF2B5EF4-FFF2-40B4-BE49-F238E27FC236}">
                <a16:creationId xmlns:a16="http://schemas.microsoft.com/office/drawing/2014/main" id="{36720352-9C28-A307-7907-D15A36C94C48}"/>
              </a:ext>
            </a:extLst>
          </p:cNvPr>
          <p:cNvSpPr>
            <a:spLocks noGrp="1"/>
          </p:cNvSpPr>
          <p:nvPr>
            <p:ph idx="1"/>
          </p:nvPr>
        </p:nvSpPr>
        <p:spPr>
          <a:xfrm>
            <a:off x="1170194" y="2667000"/>
            <a:ext cx="10564606" cy="3733800"/>
          </a:xfrm>
        </p:spPr>
        <p:txBody>
          <a:bodyPr>
            <a:normAutofit/>
          </a:bodyPr>
          <a:lstStyle/>
          <a:p>
            <a:pPr>
              <a:lnSpc>
                <a:spcPct val="200000"/>
              </a:lnSpc>
            </a:pPr>
            <a:r>
              <a:rPr lang="en-US" sz="2400" b="1" dirty="0"/>
              <a:t>Structure-Process Evaluation:</a:t>
            </a:r>
            <a:r>
              <a:rPr lang="en-US" sz="2400" dirty="0"/>
              <a:t> How the visit was organized and conducted.</a:t>
            </a:r>
          </a:p>
          <a:p>
            <a:pPr>
              <a:lnSpc>
                <a:spcPct val="200000"/>
              </a:lnSpc>
            </a:pPr>
            <a:r>
              <a:rPr lang="en-US" sz="2400" b="1" dirty="0"/>
              <a:t>Outcome Evaluation:</a:t>
            </a:r>
            <a:r>
              <a:rPr lang="en-US" sz="2400" dirty="0"/>
              <a:t> Whether the goals were achieved.</a:t>
            </a:r>
          </a:p>
          <a:p>
            <a:pPr>
              <a:lnSpc>
                <a:spcPct val="200000"/>
              </a:lnSpc>
            </a:pPr>
            <a:r>
              <a:rPr lang="en-US" sz="2400" b="1" dirty="0"/>
              <a:t>Self-Evaluation:</a:t>
            </a:r>
            <a:r>
              <a:rPr lang="en-US" sz="2400" dirty="0"/>
              <a:t> The nurse's assessment of their own performance.</a:t>
            </a:r>
          </a:p>
        </p:txBody>
      </p:sp>
    </p:spTree>
    <p:extLst>
      <p:ext uri="{BB962C8B-B14F-4D97-AF65-F5344CB8AC3E}">
        <p14:creationId xmlns:p14="http://schemas.microsoft.com/office/powerpoint/2010/main" val="27776444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EE077-BA12-05AB-77BE-7FA55A73D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9E35D-850D-711C-EE6B-B04EA1D24E4A}"/>
              </a:ext>
            </a:extLst>
          </p:cNvPr>
          <p:cNvSpPr>
            <a:spLocks noGrp="1"/>
          </p:cNvSpPr>
          <p:nvPr>
            <p:ph type="title"/>
          </p:nvPr>
        </p:nvSpPr>
        <p:spPr/>
        <p:txBody>
          <a:bodyPr/>
          <a:lstStyle/>
          <a:p>
            <a:pPr algn="ctr"/>
            <a:r>
              <a:rPr lang="en-US" b="1" dirty="0">
                <a:solidFill>
                  <a:srgbClr val="FFFF00"/>
                </a:solidFill>
              </a:rPr>
              <a:t>Nursing Process</a:t>
            </a:r>
            <a:br>
              <a:rPr lang="en-US" b="1" dirty="0">
                <a:solidFill>
                  <a:srgbClr val="FFFF00"/>
                </a:solidFill>
              </a:rPr>
            </a:br>
            <a:r>
              <a:rPr lang="en-US" dirty="0"/>
              <a:t> Family Health Evaluation</a:t>
            </a:r>
          </a:p>
        </p:txBody>
      </p:sp>
      <p:sp>
        <p:nvSpPr>
          <p:cNvPr id="3" name="Content Placeholder 2">
            <a:extLst>
              <a:ext uri="{FF2B5EF4-FFF2-40B4-BE49-F238E27FC236}">
                <a16:creationId xmlns:a16="http://schemas.microsoft.com/office/drawing/2014/main" id="{F14F833B-1E9D-D8A7-1F7B-CC89C99E9E98}"/>
              </a:ext>
            </a:extLst>
          </p:cNvPr>
          <p:cNvSpPr>
            <a:spLocks noGrp="1"/>
          </p:cNvSpPr>
          <p:nvPr>
            <p:ph idx="1"/>
          </p:nvPr>
        </p:nvSpPr>
        <p:spPr>
          <a:xfrm>
            <a:off x="1170194" y="2667000"/>
            <a:ext cx="10564606" cy="3733800"/>
          </a:xfrm>
        </p:spPr>
        <p:txBody>
          <a:bodyPr>
            <a:normAutofit lnSpcReduction="10000"/>
          </a:bodyPr>
          <a:lstStyle/>
          <a:p>
            <a:pPr marL="0" indent="0">
              <a:lnSpc>
                <a:spcPct val="150000"/>
              </a:lnSpc>
              <a:buNone/>
            </a:pPr>
            <a:r>
              <a:rPr lang="en-US" sz="2000" b="1" dirty="0"/>
              <a:t>Structure-Process Evaluation</a:t>
            </a:r>
          </a:p>
          <a:p>
            <a:pPr>
              <a:lnSpc>
                <a:spcPct val="150000"/>
              </a:lnSpc>
            </a:pPr>
            <a:r>
              <a:rPr lang="en-US" sz="2000" b="1" dirty="0"/>
              <a:t>Focus:</a:t>
            </a:r>
            <a:r>
              <a:rPr lang="en-US" sz="2000" dirty="0"/>
              <a:t> The organization and flow of the visit itself.</a:t>
            </a:r>
          </a:p>
          <a:p>
            <a:pPr>
              <a:lnSpc>
                <a:spcPct val="150000"/>
              </a:lnSpc>
            </a:pPr>
            <a:r>
              <a:rPr lang="en-US" sz="2000" b="1" dirty="0"/>
              <a:t>What to Analyze:</a:t>
            </a:r>
            <a:endParaRPr lang="en-US" sz="2000" dirty="0"/>
          </a:p>
          <a:p>
            <a:pPr lvl="1">
              <a:lnSpc>
                <a:spcPct val="150000"/>
              </a:lnSpc>
            </a:pPr>
            <a:r>
              <a:rPr lang="en-US" sz="1800" b="1" dirty="0"/>
              <a:t>Resources &amp; Environment:</a:t>
            </a:r>
            <a:r>
              <a:rPr lang="en-US" sz="1800" dirty="0"/>
              <a:t> Timing, number of people present, materials used.</a:t>
            </a:r>
          </a:p>
          <a:p>
            <a:pPr lvl="1">
              <a:lnSpc>
                <a:spcPct val="150000"/>
              </a:lnSpc>
            </a:pPr>
            <a:r>
              <a:rPr lang="en-US" sz="1800" b="1" dirty="0"/>
              <a:t>Nurse's Actions:</a:t>
            </a:r>
            <a:r>
              <a:rPr lang="en-US" sz="1800" dirty="0"/>
              <a:t> Use of observational skills, adherence to standards.</a:t>
            </a:r>
          </a:p>
          <a:p>
            <a:pPr>
              <a:lnSpc>
                <a:spcPct val="150000"/>
              </a:lnSpc>
            </a:pPr>
            <a:r>
              <a:rPr lang="en-US" sz="2000" b="1" dirty="0"/>
              <a:t>Goal:</a:t>
            </a:r>
            <a:r>
              <a:rPr lang="en-US" sz="2000" dirty="0"/>
              <a:t> Identify what to change or modify to make the </a:t>
            </a:r>
            <a:r>
              <a:rPr lang="en-US" sz="2000" i="1" dirty="0"/>
              <a:t>next</a:t>
            </a:r>
            <a:r>
              <a:rPr lang="en-US" sz="2000" dirty="0"/>
              <a:t> visit more effective and avoid distractions.</a:t>
            </a:r>
          </a:p>
        </p:txBody>
      </p:sp>
    </p:spTree>
    <p:extLst>
      <p:ext uri="{BB962C8B-B14F-4D97-AF65-F5344CB8AC3E}">
        <p14:creationId xmlns:p14="http://schemas.microsoft.com/office/powerpoint/2010/main" val="25720380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F4E59-9EAF-318C-90AA-9FD22049D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CBF7F-F574-1F10-24A8-3241C8163282}"/>
              </a:ext>
            </a:extLst>
          </p:cNvPr>
          <p:cNvSpPr>
            <a:spLocks noGrp="1"/>
          </p:cNvSpPr>
          <p:nvPr>
            <p:ph type="title"/>
          </p:nvPr>
        </p:nvSpPr>
        <p:spPr/>
        <p:txBody>
          <a:bodyPr/>
          <a:lstStyle/>
          <a:p>
            <a:pPr algn="ctr"/>
            <a:r>
              <a:rPr lang="en-US" b="1" dirty="0">
                <a:solidFill>
                  <a:srgbClr val="FFFF00"/>
                </a:solidFill>
              </a:rPr>
              <a:t>Nursing Process</a:t>
            </a:r>
            <a:br>
              <a:rPr lang="en-US" b="1" dirty="0">
                <a:solidFill>
                  <a:srgbClr val="FFFF00"/>
                </a:solidFill>
              </a:rPr>
            </a:br>
            <a:r>
              <a:rPr lang="en-US" dirty="0"/>
              <a:t> Family Health Evaluation</a:t>
            </a:r>
          </a:p>
        </p:txBody>
      </p:sp>
      <p:sp>
        <p:nvSpPr>
          <p:cNvPr id="3" name="Content Placeholder 2">
            <a:extLst>
              <a:ext uri="{FF2B5EF4-FFF2-40B4-BE49-F238E27FC236}">
                <a16:creationId xmlns:a16="http://schemas.microsoft.com/office/drawing/2014/main" id="{A20ABC12-DBA8-C0A2-E4DB-4F463C48B50D}"/>
              </a:ext>
            </a:extLst>
          </p:cNvPr>
          <p:cNvSpPr>
            <a:spLocks noGrp="1"/>
          </p:cNvSpPr>
          <p:nvPr>
            <p:ph idx="1"/>
          </p:nvPr>
        </p:nvSpPr>
        <p:spPr>
          <a:xfrm>
            <a:off x="990600" y="3352800"/>
            <a:ext cx="10564606" cy="2590800"/>
          </a:xfrm>
        </p:spPr>
        <p:txBody>
          <a:bodyPr>
            <a:normAutofit/>
          </a:bodyPr>
          <a:lstStyle/>
          <a:p>
            <a:pPr marL="0" indent="0">
              <a:lnSpc>
                <a:spcPct val="150000"/>
              </a:lnSpc>
              <a:buNone/>
            </a:pPr>
            <a:r>
              <a:rPr lang="en-US" b="1" dirty="0"/>
              <a:t>Outcome Evaluation</a:t>
            </a:r>
          </a:p>
          <a:p>
            <a:pPr>
              <a:lnSpc>
                <a:spcPct val="150000"/>
              </a:lnSpc>
            </a:pPr>
            <a:r>
              <a:rPr lang="en-US" b="1" dirty="0"/>
              <a:t>Focus:</a:t>
            </a:r>
            <a:r>
              <a:rPr lang="en-US" dirty="0"/>
              <a:t> Determining if the planned goals (outcomes) were met.</a:t>
            </a:r>
          </a:p>
          <a:p>
            <a:pPr>
              <a:lnSpc>
                <a:spcPct val="150000"/>
              </a:lnSpc>
            </a:pPr>
            <a:r>
              <a:rPr lang="en-US" b="1" dirty="0"/>
              <a:t>How it's Measured:</a:t>
            </a:r>
            <a:endParaRPr lang="en-US" dirty="0"/>
          </a:p>
          <a:p>
            <a:pPr lvl="1">
              <a:lnSpc>
                <a:spcPct val="150000"/>
              </a:lnSpc>
            </a:pPr>
            <a:r>
              <a:rPr lang="en-US" b="1" dirty="0"/>
              <a:t>Agency-Driven Criteria:</a:t>
            </a:r>
            <a:r>
              <a:rPr lang="en-US" dirty="0"/>
              <a:t> Success based on specific expectations for a client type or visit.</a:t>
            </a:r>
          </a:p>
        </p:txBody>
      </p:sp>
    </p:spTree>
    <p:extLst>
      <p:ext uri="{BB962C8B-B14F-4D97-AF65-F5344CB8AC3E}">
        <p14:creationId xmlns:p14="http://schemas.microsoft.com/office/powerpoint/2010/main" val="21495449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DEF91-F3B5-D54B-C3AA-BE49EAB18A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A278C-8A43-970C-382A-D5DC6E57E88B}"/>
              </a:ext>
            </a:extLst>
          </p:cNvPr>
          <p:cNvSpPr>
            <a:spLocks noGrp="1"/>
          </p:cNvSpPr>
          <p:nvPr>
            <p:ph type="title"/>
          </p:nvPr>
        </p:nvSpPr>
        <p:spPr/>
        <p:txBody>
          <a:bodyPr/>
          <a:lstStyle/>
          <a:p>
            <a:pPr algn="ctr"/>
            <a:r>
              <a:rPr lang="en-US" b="1" dirty="0">
                <a:solidFill>
                  <a:srgbClr val="FFFF00"/>
                </a:solidFill>
              </a:rPr>
              <a:t>Nursing Process</a:t>
            </a:r>
            <a:br>
              <a:rPr lang="en-US" b="1" dirty="0">
                <a:solidFill>
                  <a:srgbClr val="FFFF00"/>
                </a:solidFill>
              </a:rPr>
            </a:br>
            <a:r>
              <a:rPr lang="en-US" dirty="0"/>
              <a:t> Family Health Evaluation</a:t>
            </a:r>
          </a:p>
        </p:txBody>
      </p:sp>
      <p:sp>
        <p:nvSpPr>
          <p:cNvPr id="3" name="Content Placeholder 2">
            <a:extLst>
              <a:ext uri="{FF2B5EF4-FFF2-40B4-BE49-F238E27FC236}">
                <a16:creationId xmlns:a16="http://schemas.microsoft.com/office/drawing/2014/main" id="{9DD61F3B-BA98-F261-D2FE-F3A2F9587207}"/>
              </a:ext>
            </a:extLst>
          </p:cNvPr>
          <p:cNvSpPr>
            <a:spLocks noGrp="1"/>
          </p:cNvSpPr>
          <p:nvPr>
            <p:ph idx="1"/>
          </p:nvPr>
        </p:nvSpPr>
        <p:spPr>
          <a:xfrm>
            <a:off x="1170194" y="2667000"/>
            <a:ext cx="10564606" cy="3505200"/>
          </a:xfrm>
        </p:spPr>
        <p:txBody>
          <a:bodyPr>
            <a:normAutofit/>
          </a:bodyPr>
          <a:lstStyle/>
          <a:p>
            <a:pPr marL="0" indent="0">
              <a:lnSpc>
                <a:spcPct val="120000"/>
              </a:lnSpc>
              <a:buNone/>
            </a:pPr>
            <a:r>
              <a:rPr lang="en-US" sz="2000" b="1" dirty="0"/>
              <a:t>Self-Evaluation &amp; Peer Review</a:t>
            </a:r>
          </a:p>
          <a:p>
            <a:pPr>
              <a:lnSpc>
                <a:spcPct val="120000"/>
              </a:lnSpc>
            </a:pPr>
            <a:r>
              <a:rPr lang="en-US" sz="2000" b="1" dirty="0"/>
              <a:t>Self-Evaluation:</a:t>
            </a:r>
            <a:endParaRPr lang="en-US" sz="2000" dirty="0"/>
          </a:p>
          <a:p>
            <a:pPr lvl="1">
              <a:lnSpc>
                <a:spcPct val="120000"/>
              </a:lnSpc>
            </a:pPr>
            <a:r>
              <a:rPr lang="en-US" sz="1800" dirty="0"/>
              <a:t>The nurse reflects on their own preparedness, data collection, and effectiveness.</a:t>
            </a:r>
          </a:p>
          <a:p>
            <a:pPr lvl="1">
              <a:lnSpc>
                <a:spcPct val="120000"/>
              </a:lnSpc>
            </a:pPr>
            <a:r>
              <a:rPr lang="en-US" sz="1800" b="1" dirty="0"/>
              <a:t>Goal:</a:t>
            </a:r>
            <a:r>
              <a:rPr lang="en-US" sz="1800" dirty="0"/>
              <a:t> Identify personal strengths and areas for improvement to enhance future practice.</a:t>
            </a:r>
          </a:p>
          <a:p>
            <a:pPr>
              <a:lnSpc>
                <a:spcPct val="120000"/>
              </a:lnSpc>
            </a:pPr>
            <a:r>
              <a:rPr lang="en-US" sz="2000" b="1" dirty="0"/>
              <a:t>Peer Evaluation:</a:t>
            </a:r>
            <a:endParaRPr lang="en-US" sz="2000" dirty="0"/>
          </a:p>
          <a:p>
            <a:pPr lvl="1">
              <a:lnSpc>
                <a:spcPct val="120000"/>
              </a:lnSpc>
            </a:pPr>
            <a:r>
              <a:rPr lang="en-US" sz="1800" dirty="0"/>
              <a:t>Another nurse observes a visit and provides feedback.</a:t>
            </a:r>
            <a:br>
              <a:rPr lang="en-US" sz="1400" dirty="0"/>
            </a:br>
            <a:endParaRPr lang="en-US" sz="1400" dirty="0"/>
          </a:p>
        </p:txBody>
      </p:sp>
    </p:spTree>
    <p:extLst>
      <p:ext uri="{BB962C8B-B14F-4D97-AF65-F5344CB8AC3E}">
        <p14:creationId xmlns:p14="http://schemas.microsoft.com/office/powerpoint/2010/main" val="38097471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A4D21-3426-CEF5-2040-C4E48C2F66AC}"/>
              </a:ext>
            </a:extLst>
          </p:cNvPr>
          <p:cNvSpPr>
            <a:spLocks noGrp="1"/>
          </p:cNvSpPr>
          <p:nvPr>
            <p:ph type="title"/>
          </p:nvPr>
        </p:nvSpPr>
        <p:spPr/>
        <p:txBody>
          <a:bodyPr/>
          <a:lstStyle/>
          <a:p>
            <a:r>
              <a:rPr lang="en-US" b="1" dirty="0">
                <a:solidFill>
                  <a:srgbClr val="FFFF00"/>
                </a:solidFill>
              </a:rPr>
              <a:t>Case Study Analysis</a:t>
            </a:r>
          </a:p>
        </p:txBody>
      </p:sp>
      <p:sp>
        <p:nvSpPr>
          <p:cNvPr id="3" name="Content Placeholder 2">
            <a:extLst>
              <a:ext uri="{FF2B5EF4-FFF2-40B4-BE49-F238E27FC236}">
                <a16:creationId xmlns:a16="http://schemas.microsoft.com/office/drawing/2014/main" id="{49554762-BA3F-72FC-A5B2-0D63A1204230}"/>
              </a:ext>
            </a:extLst>
          </p:cNvPr>
          <p:cNvSpPr>
            <a:spLocks noGrp="1"/>
          </p:cNvSpPr>
          <p:nvPr>
            <p:ph idx="1"/>
          </p:nvPr>
        </p:nvSpPr>
        <p:spPr>
          <a:xfrm>
            <a:off x="1154954" y="2603500"/>
            <a:ext cx="6388845" cy="3416300"/>
          </a:xfrm>
        </p:spPr>
        <p:txBody>
          <a:bodyPr>
            <a:normAutofit/>
          </a:bodyPr>
          <a:lstStyle/>
          <a:p>
            <a:pPr>
              <a:lnSpc>
                <a:spcPct val="150000"/>
              </a:lnSpc>
            </a:pPr>
            <a:r>
              <a:rPr lang="en-US" sz="2400" b="1" dirty="0"/>
              <a:t>Family Profile:</a:t>
            </a:r>
            <a:endParaRPr lang="en-US" sz="2400" dirty="0"/>
          </a:p>
          <a:p>
            <a:pPr>
              <a:lnSpc>
                <a:spcPct val="150000"/>
              </a:lnSpc>
              <a:buFont typeface="Arial" panose="020B0604020202020204" pitchFamily="34" charset="0"/>
              <a:buChar char="•"/>
            </a:pPr>
            <a:r>
              <a:rPr lang="en-US" sz="2400" b="1" dirty="0"/>
              <a:t>Family Name:</a:t>
            </a:r>
            <a:r>
              <a:rPr lang="en-US" sz="2400" dirty="0"/>
              <a:t> R. Family</a:t>
            </a:r>
          </a:p>
          <a:p>
            <a:pPr>
              <a:lnSpc>
                <a:spcPct val="150000"/>
              </a:lnSpc>
              <a:buFont typeface="Arial" panose="020B0604020202020204" pitchFamily="34" charset="0"/>
              <a:buChar char="•"/>
            </a:pPr>
            <a:r>
              <a:rPr lang="en-US" sz="2400" b="1" dirty="0"/>
              <a:t>Location:</a:t>
            </a:r>
            <a:r>
              <a:rPr lang="en-US" sz="2400" dirty="0"/>
              <a:t> Small, rural community outside of the city. Nearest healthcare facility is 45 minutes away.</a:t>
            </a:r>
          </a:p>
        </p:txBody>
      </p:sp>
      <p:pic>
        <p:nvPicPr>
          <p:cNvPr id="1026" name="Picture 2" descr="‪How To Write a UX Case Study in 5 Steps | Uxcel‬‏">
            <a:extLst>
              <a:ext uri="{FF2B5EF4-FFF2-40B4-BE49-F238E27FC236}">
                <a16:creationId xmlns:a16="http://schemas.microsoft.com/office/drawing/2014/main" id="{0DF02031-F0EE-7A48-A24E-7F6337D34D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2629776"/>
            <a:ext cx="3429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23404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A4D21-3426-CEF5-2040-C4E48C2F66AC}"/>
              </a:ext>
            </a:extLst>
          </p:cNvPr>
          <p:cNvSpPr>
            <a:spLocks noGrp="1"/>
          </p:cNvSpPr>
          <p:nvPr>
            <p:ph type="title"/>
          </p:nvPr>
        </p:nvSpPr>
        <p:spPr/>
        <p:txBody>
          <a:bodyPr/>
          <a:lstStyle/>
          <a:p>
            <a:r>
              <a:rPr lang="en-US" b="1" dirty="0">
                <a:solidFill>
                  <a:srgbClr val="FFFF00"/>
                </a:solidFill>
              </a:rPr>
              <a:t>Case Study Analysis</a:t>
            </a:r>
          </a:p>
        </p:txBody>
      </p:sp>
      <p:sp>
        <p:nvSpPr>
          <p:cNvPr id="3" name="Content Placeholder 2">
            <a:extLst>
              <a:ext uri="{FF2B5EF4-FFF2-40B4-BE49-F238E27FC236}">
                <a16:creationId xmlns:a16="http://schemas.microsoft.com/office/drawing/2014/main" id="{49554762-BA3F-72FC-A5B2-0D63A1204230}"/>
              </a:ext>
            </a:extLst>
          </p:cNvPr>
          <p:cNvSpPr>
            <a:spLocks noGrp="1"/>
          </p:cNvSpPr>
          <p:nvPr>
            <p:ph idx="1"/>
          </p:nvPr>
        </p:nvSpPr>
        <p:spPr>
          <a:xfrm>
            <a:off x="1154954" y="2603500"/>
            <a:ext cx="10503646" cy="3797300"/>
          </a:xfrm>
        </p:spPr>
        <p:txBody>
          <a:bodyPr>
            <a:normAutofit/>
          </a:bodyPr>
          <a:lstStyle/>
          <a:p>
            <a:pPr marL="0" indent="0">
              <a:buNone/>
            </a:pPr>
            <a:r>
              <a:rPr lang="en-US" b="1" dirty="0">
                <a:solidFill>
                  <a:schemeClr val="accent3">
                    <a:lumMod val="75000"/>
                  </a:schemeClr>
                </a:solidFill>
              </a:rPr>
              <a:t>Household Members:</a:t>
            </a:r>
          </a:p>
          <a:p>
            <a:pPr algn="just">
              <a:buFont typeface="Arial" panose="020B0604020202020204" pitchFamily="34" charset="0"/>
              <a:buChar char="•"/>
            </a:pPr>
            <a:r>
              <a:rPr lang="en-US" b="1" dirty="0"/>
              <a:t>Mother (A, 35 years old):</a:t>
            </a:r>
            <a:r>
              <a:rPr lang="en-US" dirty="0"/>
              <a:t> Diagnosed with Type 2 diabetes and hypertension, non-compliant with medication due to financial difficulties.</a:t>
            </a:r>
          </a:p>
          <a:p>
            <a:pPr algn="just">
              <a:buFont typeface="Arial" panose="020B0604020202020204" pitchFamily="34" charset="0"/>
              <a:buChar char="•"/>
            </a:pPr>
            <a:r>
              <a:rPr lang="en-US" b="1" dirty="0"/>
              <a:t>Father (H, 40 years old):</a:t>
            </a:r>
            <a:r>
              <a:rPr lang="en-US" dirty="0"/>
              <a:t> Works long hours in construction, has a history of smoking and persistent coughs but hasn’t visited a doctor in years due to lack of time and money.</a:t>
            </a:r>
          </a:p>
          <a:p>
            <a:pPr algn="just">
              <a:buFont typeface="Arial" panose="020B0604020202020204" pitchFamily="34" charset="0"/>
              <a:buChar char="•"/>
            </a:pPr>
            <a:r>
              <a:rPr lang="en-US" b="1" dirty="0"/>
              <a:t>Child 1 (S, 12 years old):</a:t>
            </a:r>
            <a:r>
              <a:rPr lang="en-US" dirty="0"/>
              <a:t> Frequently misses school due to recurrent respiratory infections, sleeps in a shared, poorly ventilated bedroom with three younger siblings.</a:t>
            </a:r>
          </a:p>
          <a:p>
            <a:pPr algn="just">
              <a:buFont typeface="Arial" panose="020B0604020202020204" pitchFamily="34" charset="0"/>
              <a:buChar char="•"/>
            </a:pPr>
            <a:r>
              <a:rPr lang="en-US" b="1" dirty="0"/>
              <a:t>Child 2 (O, 9 years old):</a:t>
            </a:r>
            <a:r>
              <a:rPr lang="en-US" dirty="0"/>
              <a:t> Struggles with obesity, likely due to a poor diet, which consists of mostly processed foods due to the family's financial constraints.</a:t>
            </a:r>
          </a:p>
          <a:p>
            <a:pPr algn="just">
              <a:buFont typeface="Arial" panose="020B0604020202020204" pitchFamily="34" charset="0"/>
              <a:buChar char="•"/>
            </a:pPr>
            <a:r>
              <a:rPr lang="en-US" b="1" dirty="0"/>
              <a:t>Child 3 (F, 6 years old):</a:t>
            </a:r>
            <a:r>
              <a:rPr lang="en-US" dirty="0"/>
              <a:t> Appears healthy but is starting to show signs of behavioral issues, such as aggression at school, potentially linked to stressful family dynamics.</a:t>
            </a:r>
          </a:p>
        </p:txBody>
      </p:sp>
    </p:spTree>
    <p:extLst>
      <p:ext uri="{BB962C8B-B14F-4D97-AF65-F5344CB8AC3E}">
        <p14:creationId xmlns:p14="http://schemas.microsoft.com/office/powerpoint/2010/main" val="28157282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A4D21-3426-CEF5-2040-C4E48C2F66AC}"/>
              </a:ext>
            </a:extLst>
          </p:cNvPr>
          <p:cNvSpPr>
            <a:spLocks noGrp="1"/>
          </p:cNvSpPr>
          <p:nvPr>
            <p:ph type="title"/>
          </p:nvPr>
        </p:nvSpPr>
        <p:spPr/>
        <p:txBody>
          <a:bodyPr/>
          <a:lstStyle/>
          <a:p>
            <a:r>
              <a:rPr lang="en-US" b="1" dirty="0">
                <a:solidFill>
                  <a:srgbClr val="FFFF00"/>
                </a:solidFill>
              </a:rPr>
              <a:t>Case Study Analysis</a:t>
            </a:r>
          </a:p>
        </p:txBody>
      </p:sp>
      <p:sp>
        <p:nvSpPr>
          <p:cNvPr id="3" name="Content Placeholder 2">
            <a:extLst>
              <a:ext uri="{FF2B5EF4-FFF2-40B4-BE49-F238E27FC236}">
                <a16:creationId xmlns:a16="http://schemas.microsoft.com/office/drawing/2014/main" id="{49554762-BA3F-72FC-A5B2-0D63A1204230}"/>
              </a:ext>
            </a:extLst>
          </p:cNvPr>
          <p:cNvSpPr>
            <a:spLocks noGrp="1"/>
          </p:cNvSpPr>
          <p:nvPr>
            <p:ph idx="1"/>
          </p:nvPr>
        </p:nvSpPr>
        <p:spPr>
          <a:xfrm>
            <a:off x="762000" y="2286000"/>
            <a:ext cx="11049000" cy="4267200"/>
          </a:xfrm>
        </p:spPr>
        <p:txBody>
          <a:bodyPr>
            <a:normAutofit fontScale="92500" lnSpcReduction="10000"/>
          </a:bodyPr>
          <a:lstStyle/>
          <a:p>
            <a:pPr algn="just">
              <a:lnSpc>
                <a:spcPct val="150000"/>
              </a:lnSpc>
            </a:pPr>
            <a:r>
              <a:rPr lang="en-US" b="1" dirty="0"/>
              <a:t>Environment:</a:t>
            </a:r>
            <a:endParaRPr lang="en-US" dirty="0"/>
          </a:p>
          <a:p>
            <a:pPr marL="0" indent="0" algn="just">
              <a:lnSpc>
                <a:spcPct val="150000"/>
              </a:lnSpc>
              <a:buNone/>
            </a:pPr>
            <a:r>
              <a:rPr lang="en-US" dirty="0"/>
              <a:t>The R live in a small, crowded two-bedroom house in a low-income rural area. The home has minimal insulation and poor ventilation, which exacerbates S’s respiratory issues. The area has limited access to healthcare, fresh produce, and health education resources.</a:t>
            </a:r>
          </a:p>
          <a:p>
            <a:pPr algn="just">
              <a:lnSpc>
                <a:spcPct val="150000"/>
              </a:lnSpc>
              <a:buFont typeface="Wingdings" panose="05000000000000000000" pitchFamily="2" charset="2"/>
              <a:buChar char="Ø"/>
            </a:pPr>
            <a:r>
              <a:rPr lang="en-US" b="1" dirty="0"/>
              <a:t>Referral Reason:</a:t>
            </a:r>
          </a:p>
          <a:p>
            <a:pPr marL="0" indent="0" algn="just">
              <a:lnSpc>
                <a:spcPct val="150000"/>
              </a:lnSpc>
              <a:buNone/>
            </a:pPr>
            <a:r>
              <a:rPr lang="en-US" dirty="0"/>
              <a:t>The R family has been referred for a family health visit by a school nurse at S’s school, concerned about the overall health of the family and their limited access to healthcare. The school nurse reports that the children often appear undernourished, fatigued, and unkempt. The school nurse is also worried about the mother’s chronic conditions and her ability to care for the family, given her non-compliance with prescribed treatments.</a:t>
            </a:r>
          </a:p>
        </p:txBody>
      </p:sp>
    </p:spTree>
    <p:extLst>
      <p:ext uri="{BB962C8B-B14F-4D97-AF65-F5344CB8AC3E}">
        <p14:creationId xmlns:p14="http://schemas.microsoft.com/office/powerpoint/2010/main" val="2082608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A4D21-3426-CEF5-2040-C4E48C2F66AC}"/>
              </a:ext>
            </a:extLst>
          </p:cNvPr>
          <p:cNvSpPr>
            <a:spLocks noGrp="1"/>
          </p:cNvSpPr>
          <p:nvPr>
            <p:ph type="title"/>
          </p:nvPr>
        </p:nvSpPr>
        <p:spPr/>
        <p:txBody>
          <a:bodyPr/>
          <a:lstStyle/>
          <a:p>
            <a:r>
              <a:rPr lang="en-US" b="1" dirty="0">
                <a:solidFill>
                  <a:srgbClr val="FFFF00"/>
                </a:solidFill>
              </a:rPr>
              <a:t>Case Study Analysis</a:t>
            </a:r>
          </a:p>
        </p:txBody>
      </p:sp>
      <p:sp>
        <p:nvSpPr>
          <p:cNvPr id="3" name="Content Placeholder 2">
            <a:extLst>
              <a:ext uri="{FF2B5EF4-FFF2-40B4-BE49-F238E27FC236}">
                <a16:creationId xmlns:a16="http://schemas.microsoft.com/office/drawing/2014/main" id="{49554762-BA3F-72FC-A5B2-0D63A1204230}"/>
              </a:ext>
            </a:extLst>
          </p:cNvPr>
          <p:cNvSpPr>
            <a:spLocks noGrp="1"/>
          </p:cNvSpPr>
          <p:nvPr>
            <p:ph idx="1"/>
          </p:nvPr>
        </p:nvSpPr>
        <p:spPr>
          <a:xfrm>
            <a:off x="685800" y="2286000"/>
            <a:ext cx="11049000" cy="4343400"/>
          </a:xfrm>
        </p:spPr>
        <p:txBody>
          <a:bodyPr>
            <a:normAutofit fontScale="92500"/>
          </a:bodyPr>
          <a:lstStyle/>
          <a:p>
            <a:pPr algn="just">
              <a:lnSpc>
                <a:spcPct val="150000"/>
              </a:lnSpc>
              <a:buFont typeface="Wingdings" panose="05000000000000000000" pitchFamily="2" charset="2"/>
              <a:buChar char="q"/>
            </a:pPr>
            <a:r>
              <a:rPr lang="en-US" sz="1600" b="1" dirty="0">
                <a:solidFill>
                  <a:schemeClr val="accent3">
                    <a:lumMod val="75000"/>
                  </a:schemeClr>
                </a:solidFill>
              </a:rPr>
              <a:t>Pre-Visit Preparation:</a:t>
            </a:r>
          </a:p>
          <a:p>
            <a:pPr marL="0" indent="0" algn="just">
              <a:lnSpc>
                <a:spcPct val="150000"/>
              </a:lnSpc>
              <a:buNone/>
            </a:pPr>
            <a:r>
              <a:rPr lang="en-US" sz="1600" b="1" dirty="0"/>
              <a:t>How will you introduce yourself, explain the reason for the visit, and gather necessary information (e.g., health records, community resources) while addressing potential communication barriers and building rapport with the family?</a:t>
            </a:r>
          </a:p>
          <a:p>
            <a:pPr algn="just">
              <a:lnSpc>
                <a:spcPct val="150000"/>
              </a:lnSpc>
              <a:buFont typeface="Wingdings" panose="05000000000000000000" pitchFamily="2" charset="2"/>
              <a:buChar char="q"/>
            </a:pPr>
            <a:r>
              <a:rPr lang="en-US" sz="1600" b="1" dirty="0">
                <a:solidFill>
                  <a:schemeClr val="accent3">
                    <a:lumMod val="75000"/>
                  </a:schemeClr>
                </a:solidFill>
              </a:rPr>
              <a:t>Making the Visit:</a:t>
            </a:r>
          </a:p>
          <a:p>
            <a:pPr marL="0" indent="0" algn="just">
              <a:lnSpc>
                <a:spcPct val="150000"/>
              </a:lnSpc>
              <a:buNone/>
            </a:pPr>
            <a:r>
              <a:rPr lang="en-US" sz="1600" b="1" dirty="0"/>
              <a:t>How will you assess the health of each family member, prioritize health issues, and provide interventions considering the family's financial constraints and living conditions, while addressing behavioral and mental health concerns?</a:t>
            </a:r>
          </a:p>
          <a:p>
            <a:pPr algn="just">
              <a:lnSpc>
                <a:spcPct val="150000"/>
              </a:lnSpc>
              <a:buFont typeface="Wingdings" panose="05000000000000000000" pitchFamily="2" charset="2"/>
              <a:buChar char="q"/>
            </a:pPr>
            <a:r>
              <a:rPr lang="en-US" sz="1600" b="1" dirty="0">
                <a:solidFill>
                  <a:schemeClr val="accent3">
                    <a:lumMod val="75000"/>
                  </a:schemeClr>
                </a:solidFill>
              </a:rPr>
              <a:t>Concluding and Documenting the Visit:</a:t>
            </a:r>
          </a:p>
          <a:p>
            <a:pPr marL="0" indent="0" algn="just">
              <a:lnSpc>
                <a:spcPct val="150000"/>
              </a:lnSpc>
              <a:buNone/>
            </a:pPr>
            <a:r>
              <a:rPr lang="en-US" sz="1600" b="1" dirty="0"/>
              <a:t>What key information will you document, how will you ensure follow-up with the family given their barriers to healthcare access, and what action plan will you develop to support their ongoing care?</a:t>
            </a:r>
          </a:p>
        </p:txBody>
      </p:sp>
    </p:spTree>
    <p:extLst>
      <p:ext uri="{BB962C8B-B14F-4D97-AF65-F5344CB8AC3E}">
        <p14:creationId xmlns:p14="http://schemas.microsoft.com/office/powerpoint/2010/main" val="22722704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A4D21-3426-CEF5-2040-C4E48C2F66AC}"/>
              </a:ext>
            </a:extLst>
          </p:cNvPr>
          <p:cNvSpPr>
            <a:spLocks noGrp="1"/>
          </p:cNvSpPr>
          <p:nvPr>
            <p:ph type="title"/>
          </p:nvPr>
        </p:nvSpPr>
        <p:spPr/>
        <p:txBody>
          <a:bodyPr/>
          <a:lstStyle/>
          <a:p>
            <a:r>
              <a:rPr lang="en-US" b="1" dirty="0">
                <a:solidFill>
                  <a:srgbClr val="FFFF00"/>
                </a:solidFill>
              </a:rPr>
              <a:t>Case Study Analysis</a:t>
            </a:r>
          </a:p>
        </p:txBody>
      </p:sp>
      <p:sp>
        <p:nvSpPr>
          <p:cNvPr id="3" name="Content Placeholder 2">
            <a:extLst>
              <a:ext uri="{FF2B5EF4-FFF2-40B4-BE49-F238E27FC236}">
                <a16:creationId xmlns:a16="http://schemas.microsoft.com/office/drawing/2014/main" id="{49554762-BA3F-72FC-A5B2-0D63A1204230}"/>
              </a:ext>
            </a:extLst>
          </p:cNvPr>
          <p:cNvSpPr>
            <a:spLocks noGrp="1"/>
          </p:cNvSpPr>
          <p:nvPr>
            <p:ph idx="1"/>
          </p:nvPr>
        </p:nvSpPr>
        <p:spPr>
          <a:xfrm>
            <a:off x="685800" y="2286000"/>
            <a:ext cx="11049000" cy="4343400"/>
          </a:xfrm>
        </p:spPr>
        <p:txBody>
          <a:bodyPr>
            <a:normAutofit fontScale="85000" lnSpcReduction="10000"/>
          </a:bodyPr>
          <a:lstStyle/>
          <a:p>
            <a:pPr algn="just">
              <a:lnSpc>
                <a:spcPct val="150000"/>
              </a:lnSpc>
              <a:buFont typeface="Wingdings" panose="05000000000000000000" pitchFamily="2" charset="2"/>
              <a:buChar char="q"/>
            </a:pPr>
            <a:r>
              <a:rPr lang="en-US" sz="1600" b="1" dirty="0">
                <a:solidFill>
                  <a:schemeClr val="accent3">
                    <a:lumMod val="75000"/>
                  </a:schemeClr>
                </a:solidFill>
              </a:rPr>
              <a:t>Pre-Visit Preparation:</a:t>
            </a:r>
          </a:p>
          <a:p>
            <a:pPr marL="0" indent="0" algn="just">
              <a:lnSpc>
                <a:spcPct val="150000"/>
              </a:lnSpc>
              <a:buNone/>
            </a:pPr>
            <a:r>
              <a:rPr lang="en-US" sz="1600" b="1" dirty="0"/>
              <a:t>How will you introduce yourself, explain the reason for the visit, and gather necessary information (e.g., health records, community resources) while addressing potential communication barriers and building rapport with the family?</a:t>
            </a:r>
          </a:p>
          <a:p>
            <a:pPr algn="just">
              <a:lnSpc>
                <a:spcPct val="150000"/>
              </a:lnSpc>
              <a:buFont typeface="Wingdings" panose="05000000000000000000" pitchFamily="2" charset="2"/>
              <a:buChar char="q"/>
            </a:pPr>
            <a:r>
              <a:rPr lang="en-US" sz="1600" b="1" dirty="0">
                <a:solidFill>
                  <a:schemeClr val="accent3">
                    <a:lumMod val="75000"/>
                  </a:schemeClr>
                </a:solidFill>
              </a:rPr>
              <a:t>Making the Visit:</a:t>
            </a:r>
          </a:p>
          <a:p>
            <a:pPr marL="0" indent="0" algn="just">
              <a:lnSpc>
                <a:spcPct val="150000"/>
              </a:lnSpc>
              <a:buNone/>
            </a:pPr>
            <a:r>
              <a:rPr lang="en-US" sz="1600" b="1" dirty="0"/>
              <a:t>How will you assess the health of each family member, prioritize health issues, and provide interventions considering the family's financial constraints and living conditions, while addressing behavioral and mental health concerns?</a:t>
            </a:r>
          </a:p>
          <a:p>
            <a:pPr algn="just">
              <a:lnSpc>
                <a:spcPct val="150000"/>
              </a:lnSpc>
              <a:buFont typeface="Wingdings" panose="05000000000000000000" pitchFamily="2" charset="2"/>
              <a:buChar char="q"/>
            </a:pPr>
            <a:r>
              <a:rPr lang="en-US" sz="1600" b="1" dirty="0">
                <a:solidFill>
                  <a:schemeClr val="accent3">
                    <a:lumMod val="75000"/>
                  </a:schemeClr>
                </a:solidFill>
              </a:rPr>
              <a:t>Concluding and Documenting the Visit:</a:t>
            </a:r>
          </a:p>
          <a:p>
            <a:pPr marL="0" indent="0" algn="just">
              <a:lnSpc>
                <a:spcPct val="150000"/>
              </a:lnSpc>
              <a:buNone/>
            </a:pPr>
            <a:r>
              <a:rPr lang="en-US" sz="1600" b="1" dirty="0"/>
              <a:t>What key information will you document, how will you ensure follow-up with the family given their barriers to healthcare access, and what action plan will you develop to support their ongoing care?</a:t>
            </a:r>
          </a:p>
          <a:p>
            <a:pPr marL="0" indent="0" algn="just">
              <a:lnSpc>
                <a:spcPct val="150000"/>
              </a:lnSpc>
              <a:buNone/>
            </a:pPr>
            <a:r>
              <a:rPr lang="en-US" sz="1600" b="1" dirty="0">
                <a:solidFill>
                  <a:schemeClr val="accent3">
                    <a:lumMod val="75000"/>
                  </a:schemeClr>
                </a:solidFill>
              </a:rPr>
              <a:t>Application of Nursing Process:</a:t>
            </a:r>
          </a:p>
          <a:p>
            <a:pPr marL="0" indent="0" algn="just">
              <a:lnSpc>
                <a:spcPct val="150000"/>
              </a:lnSpc>
              <a:buNone/>
            </a:pPr>
            <a:r>
              <a:rPr lang="en-US" sz="1600" dirty="0"/>
              <a:t>How can the nursing process be applied to the Rahman family's case during the family health visit?</a:t>
            </a:r>
            <a:endParaRPr lang="en-US" sz="1600" b="1" dirty="0"/>
          </a:p>
        </p:txBody>
      </p:sp>
    </p:spTree>
    <p:extLst>
      <p:ext uri="{BB962C8B-B14F-4D97-AF65-F5344CB8AC3E}">
        <p14:creationId xmlns:p14="http://schemas.microsoft.com/office/powerpoint/2010/main" val="3724455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B2276-D55D-E625-6B0F-6277EA00F01C}"/>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226B850C-46DF-3AEA-7642-70B8E5CB4290}"/>
              </a:ext>
            </a:extLst>
          </p:cNvPr>
          <p:cNvSpPr>
            <a:spLocks noGrp="1"/>
          </p:cNvSpPr>
          <p:nvPr>
            <p:ph idx="1"/>
          </p:nvPr>
        </p:nvSpPr>
        <p:spPr>
          <a:xfrm>
            <a:off x="1258093" y="3124200"/>
            <a:ext cx="9675813" cy="2311400"/>
          </a:xfrm>
        </p:spPr>
        <p:txBody>
          <a:bodyPr>
            <a:normAutofit fontScale="92500"/>
          </a:bodyPr>
          <a:lstStyle/>
          <a:p>
            <a:pPr marL="854075" indent="-685800">
              <a:lnSpc>
                <a:spcPct val="115000"/>
              </a:lnSpc>
              <a:spcBef>
                <a:spcPts val="0"/>
              </a:spcBef>
              <a:spcAft>
                <a:spcPts val="1000"/>
              </a:spcAft>
              <a:buNone/>
            </a:pPr>
            <a:r>
              <a:rPr lang="en-US" sz="2400" dirty="0">
                <a:latin typeface="Times New Roman" panose="02020603050405020304" pitchFamily="18" charset="0"/>
                <a:ea typeface="Calibri" panose="020F0502020204030204" pitchFamily="34" charset="0"/>
              </a:rPr>
              <a:t>Rector, C. L. (2018)</a:t>
            </a:r>
            <a:r>
              <a:rPr lang="en-US" sz="2400" i="1" dirty="0">
                <a:latin typeface="Times New Roman" panose="02020603050405020304" pitchFamily="18" charset="0"/>
                <a:ea typeface="Calibri" panose="020F0502020204030204" pitchFamily="34" charset="0"/>
              </a:rPr>
              <a:t>. Community Health Nursing:  Promotion &amp; Protecting the Public’s Health. </a:t>
            </a:r>
            <a:r>
              <a:rPr lang="en-US" sz="2400" dirty="0">
                <a:latin typeface="Times New Roman" panose="02020603050405020304" pitchFamily="18" charset="0"/>
                <a:ea typeface="Calibri" panose="020F0502020204030204" pitchFamily="34" charset="0"/>
              </a:rPr>
              <a:t>9</a:t>
            </a:r>
            <a:r>
              <a:rPr lang="en-US" sz="2400" baseline="30000" dirty="0">
                <a:latin typeface="Times New Roman" panose="02020603050405020304" pitchFamily="18" charset="0"/>
                <a:ea typeface="Calibri" panose="020F0502020204030204" pitchFamily="34" charset="0"/>
              </a:rPr>
              <a:t>th</a:t>
            </a:r>
            <a:r>
              <a:rPr lang="en-US" sz="2400" dirty="0">
                <a:latin typeface="Times New Roman" panose="02020603050405020304" pitchFamily="18" charset="0"/>
                <a:ea typeface="Calibri" panose="020F0502020204030204" pitchFamily="34" charset="0"/>
              </a:rPr>
              <a:t> ed. Philadelphia: Wolters Kluwer Lippincott Williams and Wilkins.</a:t>
            </a:r>
            <a:endParaRPr lang="en-US" sz="2400" dirty="0">
              <a:latin typeface="Calibri" panose="020F0502020204030204" pitchFamily="34" charset="0"/>
              <a:ea typeface="Calibri" panose="020F0502020204030204" pitchFamily="34" charset="0"/>
            </a:endParaRPr>
          </a:p>
          <a:p>
            <a:pPr marL="854075" indent="-685800">
              <a:lnSpc>
                <a:spcPct val="115000"/>
              </a:lnSpc>
              <a:spcBef>
                <a:spcPts val="0"/>
              </a:spcBef>
              <a:spcAft>
                <a:spcPts val="1000"/>
              </a:spcAft>
              <a:buNone/>
            </a:pPr>
            <a:r>
              <a:rPr lang="en-US" sz="2400" dirty="0">
                <a:latin typeface="Times New Roman" panose="02020603050405020304" pitchFamily="18" charset="0"/>
                <a:ea typeface="Times New Roman" panose="02020603050405020304" pitchFamily="18" charset="0"/>
              </a:rPr>
              <a:t>Robinson, M., </a:t>
            </a:r>
            <a:r>
              <a:rPr lang="en-US" sz="2400" dirty="0" err="1">
                <a:latin typeface="Times New Roman" panose="02020603050405020304" pitchFamily="18" charset="0"/>
                <a:ea typeface="Times New Roman" panose="02020603050405020304" pitchFamily="18" charset="0"/>
              </a:rPr>
              <a:t>Coehlo</a:t>
            </a:r>
            <a:r>
              <a:rPr lang="en-US" sz="2400" dirty="0">
                <a:latin typeface="Times New Roman" panose="02020603050405020304" pitchFamily="18" charset="0"/>
                <a:ea typeface="Times New Roman" panose="02020603050405020304" pitchFamily="18" charset="0"/>
              </a:rPr>
              <a:t>, D. P., &amp; Smith, P. S. (2022). </a:t>
            </a:r>
            <a:r>
              <a:rPr lang="en-US" sz="2400" i="1" dirty="0">
                <a:latin typeface="Times New Roman" panose="02020603050405020304" pitchFamily="18" charset="0"/>
                <a:ea typeface="Times New Roman" panose="02020603050405020304" pitchFamily="18" charset="0"/>
              </a:rPr>
              <a:t>Family health care nursing : theory, practice, and research </a:t>
            </a:r>
            <a:r>
              <a:rPr lang="en-US" sz="2400" dirty="0">
                <a:latin typeface="Times New Roman" panose="02020603050405020304" pitchFamily="18" charset="0"/>
                <a:ea typeface="Calibri" panose="020F0502020204030204" pitchFamily="34" charset="0"/>
              </a:rPr>
              <a:t>(7</a:t>
            </a:r>
            <a:r>
              <a:rPr lang="en-US" sz="2400" baseline="30000" dirty="0">
                <a:latin typeface="Times New Roman" panose="02020603050405020304" pitchFamily="18" charset="0"/>
                <a:ea typeface="Calibri" panose="020F0502020204030204" pitchFamily="34" charset="0"/>
              </a:rPr>
              <a:t>th</a:t>
            </a:r>
            <a:r>
              <a:rPr lang="en-US" sz="2400" dirty="0">
                <a:latin typeface="Times New Roman" panose="02020603050405020304" pitchFamily="18" charset="0"/>
                <a:ea typeface="Calibri" panose="020F0502020204030204" pitchFamily="34" charset="0"/>
              </a:rPr>
              <a:t> edition). </a:t>
            </a:r>
            <a:r>
              <a:rPr lang="en-US" sz="2400" dirty="0">
                <a:latin typeface="Times New Roman" panose="02020603050405020304" pitchFamily="18" charset="0"/>
                <a:ea typeface="Times New Roman" panose="02020603050405020304" pitchFamily="18" charset="0"/>
              </a:rPr>
              <a:t>F.A. Davis Company.</a:t>
            </a:r>
            <a:endParaRPr lang="en-US" sz="2400" dirty="0">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6207186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71" name="Rectangle 11270">
            <a:extLst>
              <a:ext uri="{FF2B5EF4-FFF2-40B4-BE49-F238E27FC236}">
                <a16:creationId xmlns:a16="http://schemas.microsoft.com/office/drawing/2014/main" id="{71616407-3E4D-4469-BDAF-3837EBF9FD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1266" name="Picture 2">
            <a:extLst>
              <a:ext uri="{FF2B5EF4-FFF2-40B4-BE49-F238E27FC236}">
                <a16:creationId xmlns:a16="http://schemas.microsoft.com/office/drawing/2014/main" id="{06DD1F46-FB64-4389-1EC2-9DE40E69704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05" b="11725"/>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1_LWW TEMPLATE">
  <a:themeElements>
    <a:clrScheme name="">
      <a:dk1>
        <a:srgbClr val="000000"/>
      </a:dk1>
      <a:lt1>
        <a:srgbClr val="FFFFFF"/>
      </a:lt1>
      <a:dk2>
        <a:srgbClr val="006B76"/>
      </a:dk2>
      <a:lt2>
        <a:srgbClr val="000000"/>
      </a:lt2>
      <a:accent1>
        <a:srgbClr val="186EC4"/>
      </a:accent1>
      <a:accent2>
        <a:srgbClr val="CC9900"/>
      </a:accent2>
      <a:accent3>
        <a:srgbClr val="FFFFFF"/>
      </a:accent3>
      <a:accent4>
        <a:srgbClr val="000000"/>
      </a:accent4>
      <a:accent5>
        <a:srgbClr val="ABBADE"/>
      </a:accent5>
      <a:accent6>
        <a:srgbClr val="B98A00"/>
      </a:accent6>
      <a:hlink>
        <a:srgbClr val="FF0000"/>
      </a:hlink>
      <a:folHlink>
        <a:srgbClr val="009900"/>
      </a:folHlink>
    </a:clrScheme>
    <a:fontScheme name="LWW 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LWW TEMPLATE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LWW TEMPLATE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LWW TEMPLATE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LWW TEMPLATE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LWW TEMPLATE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LWW TEMPLATE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LWW TEMPLATE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763899EB7218148ABC9BC5B0430BABF" ma:contentTypeVersion="0" ma:contentTypeDescription="Create a new document." ma:contentTypeScope="" ma:versionID="55ce4a50c4cdcf9ac8a474fe6390b72b">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E36E0CB-49BB-4870-89C0-F304D09EBB7C}"/>
</file>

<file path=customXml/itemProps2.xml><?xml version="1.0" encoding="utf-8"?>
<ds:datastoreItem xmlns:ds="http://schemas.openxmlformats.org/officeDocument/2006/customXml" ds:itemID="{0922B4CA-F7FE-44BD-AB9C-8B86193CB50A}"/>
</file>

<file path=customXml/itemProps3.xml><?xml version="1.0" encoding="utf-8"?>
<ds:datastoreItem xmlns:ds="http://schemas.openxmlformats.org/officeDocument/2006/customXml" ds:itemID="{A4BC31FF-CAFF-4639-BC23-1D5B381E4316}"/>
</file>

<file path=docMetadata/LabelInfo.xml><?xml version="1.0" encoding="utf-8"?>
<clbl:labelList xmlns:clbl="http://schemas.microsoft.com/office/2020/mipLabelMetadata">
  <clbl:label id="{de069c64-97de-41b1-b6a5-363c07bccaa3}" enabled="1" method="Standard" siteId="{026137b5-e313-46d1-9b2f-026ecb50c842}" contentBits="0" removed="0"/>
</clbl:labelList>
</file>

<file path=docProps/app.xml><?xml version="1.0" encoding="utf-8"?>
<Properties xmlns="http://schemas.openxmlformats.org/officeDocument/2006/extended-properties" xmlns:vt="http://schemas.openxmlformats.org/officeDocument/2006/docPropsVTypes">
  <Template>Ion Boardroom</Template>
  <TotalTime>11658</TotalTime>
  <Words>4571</Words>
  <Application>Microsoft Office PowerPoint</Application>
  <PresentationFormat>Widescreen</PresentationFormat>
  <Paragraphs>453</Paragraphs>
  <Slides>63</Slides>
  <Notes>39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63</vt:i4>
      </vt:variant>
    </vt:vector>
  </HeadingPairs>
  <TitlesOfParts>
    <vt:vector size="74" baseType="lpstr">
      <vt:lpstr>Arial</vt:lpstr>
      <vt:lpstr>Calibri</vt:lpstr>
      <vt:lpstr>Century Gothic</vt:lpstr>
      <vt:lpstr>Courier New</vt:lpstr>
      <vt:lpstr>quote-cjk-patch</vt:lpstr>
      <vt:lpstr>Times New Roman</vt:lpstr>
      <vt:lpstr>Verdana</vt:lpstr>
      <vt:lpstr>Wingdings</vt:lpstr>
      <vt:lpstr>Wingdings 3</vt:lpstr>
      <vt:lpstr>1_LWW TEMPLATE</vt:lpstr>
      <vt:lpstr>Ion Boardroom</vt:lpstr>
      <vt:lpstr>Family as A Client: Applying the Nursing Process</vt:lpstr>
      <vt:lpstr>PowerPoint Presentation</vt:lpstr>
      <vt:lpstr>Introduction</vt:lpstr>
      <vt:lpstr>Definitions</vt:lpstr>
      <vt:lpstr>Definitions</vt:lpstr>
      <vt:lpstr>Definitions</vt:lpstr>
      <vt:lpstr>Universal Characteristics of Families</vt:lpstr>
      <vt:lpstr>Universal Characteristics of Families</vt:lpstr>
      <vt:lpstr>Family Stage of Development</vt:lpstr>
      <vt:lpstr>Types of Families</vt:lpstr>
      <vt:lpstr>Types of Families “Traditional Families” reflect structures that were historically considered the “norm” in many societies and reinforced by religion, education, and cultural institutions.</vt:lpstr>
      <vt:lpstr>Types of Families “Contemporary Families” reflect social, cultural, and economic shifts that challenge the traditional “ideal.” These forms are increasingly accepted and visible in media, communities, and healthcare.</vt:lpstr>
      <vt:lpstr>Types of Families “Contemporary Families”</vt:lpstr>
      <vt:lpstr>Q?? Types of Families</vt:lpstr>
      <vt:lpstr>Q?? Types of Families</vt:lpstr>
      <vt:lpstr>Working with Family: Home Visit</vt:lpstr>
      <vt:lpstr>Working with Family: Home Visit</vt:lpstr>
      <vt:lpstr>Working with Families  “Home visits”</vt:lpstr>
      <vt:lpstr>Working with Families  “Home visits”</vt:lpstr>
      <vt:lpstr>Working with Families  “Home visits”</vt:lpstr>
      <vt:lpstr>Working with Families  “Home visits”</vt:lpstr>
      <vt:lpstr>Components of the Family Home Visit</vt:lpstr>
      <vt:lpstr>Components of the Family Home Visit</vt:lpstr>
      <vt:lpstr>Components of the Family Home Visit</vt:lpstr>
      <vt:lpstr>Components of the Family Home Visit</vt:lpstr>
      <vt:lpstr>Components of the Family Home Visit</vt:lpstr>
      <vt:lpstr>Components of the Family Home Visit</vt:lpstr>
      <vt:lpstr>Components of the Family Home Visit</vt:lpstr>
      <vt:lpstr>Focus of the Family Home Visit</vt:lpstr>
      <vt:lpstr>Focus of the Family Home Visit</vt:lpstr>
      <vt:lpstr>Focus of the Family Home Visit</vt:lpstr>
      <vt:lpstr>Personal Safety on the Home Visit  Personal Safety: A Professional Priority Safety is essential and must be balanced with maintaining respect, trust, and professionalism.</vt:lpstr>
      <vt:lpstr>Personal Safety on the Home Visit</vt:lpstr>
      <vt:lpstr>Personal Safety on the Home Visit</vt:lpstr>
      <vt:lpstr>Personal Safety on the Home Visit</vt:lpstr>
      <vt:lpstr>Personal Safety on the Home Visit</vt:lpstr>
      <vt:lpstr>PowerPoint Presentation</vt:lpstr>
      <vt:lpstr>Nursing Process</vt:lpstr>
      <vt:lpstr>PowerPoint Presentation</vt:lpstr>
      <vt:lpstr>Nursing Process Family Health Assessment</vt:lpstr>
      <vt:lpstr>Nursing Process Family Health Assessment</vt:lpstr>
      <vt:lpstr>Nursing Process Family Health Assessment</vt:lpstr>
      <vt:lpstr>Nursing Process Family Health Assessment</vt:lpstr>
      <vt:lpstr>Nursing Process Family Health Assessment</vt:lpstr>
      <vt:lpstr>Nursing Process  Family diagnosis process</vt:lpstr>
      <vt:lpstr>Nursing Process  Family diagnosis process</vt:lpstr>
      <vt:lpstr>Family NANDA 2024</vt:lpstr>
      <vt:lpstr>NANDA Ex.</vt:lpstr>
      <vt:lpstr>PowerPoint Presentation</vt:lpstr>
      <vt:lpstr>Nursing Process  Family Care Planning</vt:lpstr>
      <vt:lpstr>Nursing Process  Family Care Planning</vt:lpstr>
      <vt:lpstr>Nursing Process  Implementation</vt:lpstr>
      <vt:lpstr>Nursing Process  Family Health Evaluation</vt:lpstr>
      <vt:lpstr>Nursing Process  Family Health Evaluation</vt:lpstr>
      <vt:lpstr>Nursing Process  Family Health Evaluation</vt:lpstr>
      <vt:lpstr>Nursing Process  Family Health Evaluation</vt:lpstr>
      <vt:lpstr>Case Study Analysis</vt:lpstr>
      <vt:lpstr>Case Study Analysis</vt:lpstr>
      <vt:lpstr>Case Study Analysis</vt:lpstr>
      <vt:lpstr>Case Study Analysis</vt:lpstr>
      <vt:lpstr>Case Study Analysis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Ahmed Hashem Elsayed Elmonshed</dc:creator>
  <cp:lastModifiedBy>Dr.TOQA JAMEEL ABBAS BUSEBAIA</cp:lastModifiedBy>
  <cp:revision>173</cp:revision>
  <dcterms:created xsi:type="dcterms:W3CDTF">2021-01-22T12:36:33Z</dcterms:created>
  <dcterms:modified xsi:type="dcterms:W3CDTF">2026-09-07T07:39:05Z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0x010100B763899EB7218148ABC9BC5B0430BABF</vt:lpwstr>
  </property>
</Properties>
</file>