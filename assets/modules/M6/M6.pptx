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colors10.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47" r:id="rId1"/>
    <p:sldMasterId id="2147483760" r:id="rId2"/>
    <p:sldMasterId id="2147484337" r:id="rId3"/>
  </p:sldMasterIdLst>
  <p:notesMasterIdLst>
    <p:notesMasterId r:id="rId58"/>
  </p:notesMasterIdLst>
  <p:sldIdLst>
    <p:sldId id="263" r:id="rId4"/>
    <p:sldId id="280" r:id="rId5"/>
    <p:sldId id="278" r:id="rId6"/>
    <p:sldId id="264" r:id="rId7"/>
    <p:sldId id="341" r:id="rId8"/>
    <p:sldId id="285" r:id="rId9"/>
    <p:sldId id="299" r:id="rId10"/>
    <p:sldId id="292" r:id="rId11"/>
    <p:sldId id="330" r:id="rId12"/>
    <p:sldId id="342" r:id="rId13"/>
    <p:sldId id="333" r:id="rId14"/>
    <p:sldId id="334" r:id="rId15"/>
    <p:sldId id="335" r:id="rId16"/>
    <p:sldId id="336" r:id="rId17"/>
    <p:sldId id="337" r:id="rId18"/>
    <p:sldId id="287" r:id="rId19"/>
    <p:sldId id="279" r:id="rId20"/>
    <p:sldId id="294" r:id="rId21"/>
    <p:sldId id="300" r:id="rId22"/>
    <p:sldId id="295" r:id="rId23"/>
    <p:sldId id="301" r:id="rId24"/>
    <p:sldId id="340" r:id="rId25"/>
    <p:sldId id="302" r:id="rId26"/>
    <p:sldId id="303" r:id="rId27"/>
    <p:sldId id="327" r:id="rId28"/>
    <p:sldId id="329" r:id="rId29"/>
    <p:sldId id="304" r:id="rId30"/>
    <p:sldId id="305" r:id="rId31"/>
    <p:sldId id="296" r:id="rId32"/>
    <p:sldId id="343" r:id="rId33"/>
    <p:sldId id="344" r:id="rId34"/>
    <p:sldId id="306" r:id="rId35"/>
    <p:sldId id="307" r:id="rId36"/>
    <p:sldId id="308" r:id="rId37"/>
    <p:sldId id="309" r:id="rId38"/>
    <p:sldId id="311" r:id="rId39"/>
    <p:sldId id="312" r:id="rId40"/>
    <p:sldId id="313" r:id="rId41"/>
    <p:sldId id="314" r:id="rId42"/>
    <p:sldId id="315" r:id="rId43"/>
    <p:sldId id="297" r:id="rId44"/>
    <p:sldId id="298" r:id="rId45"/>
    <p:sldId id="320" r:id="rId46"/>
    <p:sldId id="286" r:id="rId47"/>
    <p:sldId id="321" r:id="rId48"/>
    <p:sldId id="288" r:id="rId49"/>
    <p:sldId id="289" r:id="rId50"/>
    <p:sldId id="290" r:id="rId51"/>
    <p:sldId id="291" r:id="rId52"/>
    <p:sldId id="322" r:id="rId53"/>
    <p:sldId id="323" r:id="rId54"/>
    <p:sldId id="324" r:id="rId55"/>
    <p:sldId id="325" r:id="rId56"/>
    <p:sldId id="284" r:id="rId57"/>
  </p:sldIdLst>
  <p:sldSz cx="9144000" cy="6858000" type="screen4x3"/>
  <p:notesSz cx="6858000" cy="9144000"/>
  <p:defaultTextStyle>
    <a:defPPr>
      <a:defRPr lang="ar-SA"/>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0033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27642" autoAdjust="0"/>
  </p:normalViewPr>
  <p:slideViewPr>
    <p:cSldViewPr>
      <p:cViewPr varScale="1">
        <p:scale>
          <a:sx n="22" d="100"/>
          <a:sy n="22" d="100"/>
        </p:scale>
        <p:origin x="3202" y="3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66" Type="http://schemas.openxmlformats.org/officeDocument/2006/relationships/customXml" Target="../customXml/item3.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customXml" Target="../customXml/item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65"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Hashem El-Monshed" userId="9838a0a2-a515-498b-b6a4-a4fb6da264fd" providerId="ADAL" clId="{BB1EC5F3-9575-4DB7-A81E-A4EDB8BADBBB}"/>
    <pc:docChg chg="modSld">
      <pc:chgData name="Ahmed Hashem El-Monshed" userId="9838a0a2-a515-498b-b6a4-a4fb6da264fd" providerId="ADAL" clId="{BB1EC5F3-9575-4DB7-A81E-A4EDB8BADBBB}" dt="2025-11-08T21:08:30.111" v="12" actId="20577"/>
      <pc:docMkLst>
        <pc:docMk/>
      </pc:docMkLst>
      <pc:sldChg chg="modNotesTx">
        <pc:chgData name="Ahmed Hashem El-Monshed" userId="9838a0a2-a515-498b-b6a4-a4fb6da264fd" providerId="ADAL" clId="{BB1EC5F3-9575-4DB7-A81E-A4EDB8BADBBB}" dt="2025-11-08T21:07:55.191" v="1" actId="20577"/>
        <pc:sldMkLst>
          <pc:docMk/>
          <pc:sldMk cId="0" sldId="264"/>
        </pc:sldMkLst>
      </pc:sldChg>
      <pc:sldChg chg="modNotesTx">
        <pc:chgData name="Ahmed Hashem El-Monshed" userId="9838a0a2-a515-498b-b6a4-a4fb6da264fd" providerId="ADAL" clId="{BB1EC5F3-9575-4DB7-A81E-A4EDB8BADBBB}" dt="2025-11-08T21:07:51.598" v="0" actId="20577"/>
        <pc:sldMkLst>
          <pc:docMk/>
          <pc:sldMk cId="0" sldId="278"/>
        </pc:sldMkLst>
      </pc:sldChg>
      <pc:sldChg chg="modNotesTx">
        <pc:chgData name="Ahmed Hashem El-Monshed" userId="9838a0a2-a515-498b-b6a4-a4fb6da264fd" providerId="ADAL" clId="{BB1EC5F3-9575-4DB7-A81E-A4EDB8BADBBB}" dt="2025-11-08T21:08:01.698" v="3" actId="20577"/>
        <pc:sldMkLst>
          <pc:docMk/>
          <pc:sldMk cId="0" sldId="285"/>
        </pc:sldMkLst>
      </pc:sldChg>
      <pc:sldChg chg="modNotesTx">
        <pc:chgData name="Ahmed Hashem El-Monshed" userId="9838a0a2-a515-498b-b6a4-a4fb6da264fd" providerId="ADAL" clId="{BB1EC5F3-9575-4DB7-A81E-A4EDB8BADBBB}" dt="2025-11-08T21:08:08.285" v="5" actId="20577"/>
        <pc:sldMkLst>
          <pc:docMk/>
          <pc:sldMk cId="0" sldId="292"/>
        </pc:sldMkLst>
      </pc:sldChg>
      <pc:sldChg chg="modNotesTx">
        <pc:chgData name="Ahmed Hashem El-Monshed" userId="9838a0a2-a515-498b-b6a4-a4fb6da264fd" providerId="ADAL" clId="{BB1EC5F3-9575-4DB7-A81E-A4EDB8BADBBB}" dt="2025-11-08T21:08:04.480" v="4" actId="20577"/>
        <pc:sldMkLst>
          <pc:docMk/>
          <pc:sldMk cId="3438118012" sldId="299"/>
        </pc:sldMkLst>
      </pc:sldChg>
      <pc:sldChg chg="modNotesTx">
        <pc:chgData name="Ahmed Hashem El-Monshed" userId="9838a0a2-a515-498b-b6a4-a4fb6da264fd" providerId="ADAL" clId="{BB1EC5F3-9575-4DB7-A81E-A4EDB8BADBBB}" dt="2025-11-08T21:08:11.195" v="6" actId="20577"/>
        <pc:sldMkLst>
          <pc:docMk/>
          <pc:sldMk cId="2750072580" sldId="330"/>
        </pc:sldMkLst>
      </pc:sldChg>
      <pc:sldChg chg="modNotesTx">
        <pc:chgData name="Ahmed Hashem El-Monshed" userId="9838a0a2-a515-498b-b6a4-a4fb6da264fd" providerId="ADAL" clId="{BB1EC5F3-9575-4DB7-A81E-A4EDB8BADBBB}" dt="2025-11-08T21:08:16.995" v="8" actId="20577"/>
        <pc:sldMkLst>
          <pc:docMk/>
          <pc:sldMk cId="2017038662" sldId="333"/>
        </pc:sldMkLst>
      </pc:sldChg>
      <pc:sldChg chg="modNotesTx">
        <pc:chgData name="Ahmed Hashem El-Monshed" userId="9838a0a2-a515-498b-b6a4-a4fb6da264fd" providerId="ADAL" clId="{BB1EC5F3-9575-4DB7-A81E-A4EDB8BADBBB}" dt="2025-11-08T21:08:19.983" v="9" actId="20577"/>
        <pc:sldMkLst>
          <pc:docMk/>
          <pc:sldMk cId="2869987074" sldId="334"/>
        </pc:sldMkLst>
      </pc:sldChg>
      <pc:sldChg chg="modNotesTx">
        <pc:chgData name="Ahmed Hashem El-Monshed" userId="9838a0a2-a515-498b-b6a4-a4fb6da264fd" providerId="ADAL" clId="{BB1EC5F3-9575-4DB7-A81E-A4EDB8BADBBB}" dt="2025-11-08T21:08:23.364" v="10" actId="20577"/>
        <pc:sldMkLst>
          <pc:docMk/>
          <pc:sldMk cId="1123885286" sldId="335"/>
        </pc:sldMkLst>
      </pc:sldChg>
      <pc:sldChg chg="modNotesTx">
        <pc:chgData name="Ahmed Hashem El-Monshed" userId="9838a0a2-a515-498b-b6a4-a4fb6da264fd" providerId="ADAL" clId="{BB1EC5F3-9575-4DB7-A81E-A4EDB8BADBBB}" dt="2025-11-08T21:08:26.977" v="11" actId="20577"/>
        <pc:sldMkLst>
          <pc:docMk/>
          <pc:sldMk cId="1567396381" sldId="336"/>
        </pc:sldMkLst>
      </pc:sldChg>
      <pc:sldChg chg="modNotesTx">
        <pc:chgData name="Ahmed Hashem El-Monshed" userId="9838a0a2-a515-498b-b6a4-a4fb6da264fd" providerId="ADAL" clId="{BB1EC5F3-9575-4DB7-A81E-A4EDB8BADBBB}" dt="2025-11-08T21:08:30.111" v="12" actId="20577"/>
        <pc:sldMkLst>
          <pc:docMk/>
          <pc:sldMk cId="3670735351" sldId="337"/>
        </pc:sldMkLst>
      </pc:sldChg>
      <pc:sldChg chg="modNotesTx">
        <pc:chgData name="Ahmed Hashem El-Monshed" userId="9838a0a2-a515-498b-b6a4-a4fb6da264fd" providerId="ADAL" clId="{BB1EC5F3-9575-4DB7-A81E-A4EDB8BADBBB}" dt="2025-11-08T21:07:58.350" v="2" actId="20577"/>
        <pc:sldMkLst>
          <pc:docMk/>
          <pc:sldMk cId="2443021177" sldId="341"/>
        </pc:sldMkLst>
      </pc:sldChg>
      <pc:sldChg chg="modNotesTx">
        <pc:chgData name="Ahmed Hashem El-Monshed" userId="9838a0a2-a515-498b-b6a4-a4fb6da264fd" providerId="ADAL" clId="{BB1EC5F3-9575-4DB7-A81E-A4EDB8BADBBB}" dt="2025-11-08T21:08:14.164" v="7" actId="20577"/>
        <pc:sldMkLst>
          <pc:docMk/>
          <pc:sldMk cId="2826136809" sldId="342"/>
        </pc:sldMkLst>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ata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4" Type="http://schemas.openxmlformats.org/officeDocument/2006/relationships/image" Target="../media/image2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87BCBC-F77D-40F1-B2A8-9ADF4EDF2C64}" type="doc">
      <dgm:prSet loTypeId="urn:microsoft.com/office/officeart/2005/8/layout/vList2" loCatId="list" qsTypeId="urn:microsoft.com/office/officeart/2005/8/quickstyle/simple1#1" qsCatId="simple" csTypeId="urn:microsoft.com/office/officeart/2005/8/colors/accent1_2#1" csCatId="accent1"/>
      <dgm:spPr/>
      <dgm:t>
        <a:bodyPr/>
        <a:lstStyle/>
        <a:p>
          <a:endParaRPr lang="en-US"/>
        </a:p>
      </dgm:t>
    </dgm:pt>
    <dgm:pt modelId="{2F87A3EE-E31A-4438-B8F5-BEAFA69703F1}">
      <dgm:prSet/>
      <dgm:spPr/>
      <dgm:t>
        <a:bodyPr/>
        <a:lstStyle/>
        <a:p>
          <a:r>
            <a:rPr lang="en-US" dirty="0"/>
            <a:t>These subpopulations may have: </a:t>
          </a:r>
        </a:p>
      </dgm:t>
    </dgm:pt>
    <dgm:pt modelId="{4D88B774-420E-4B29-A683-AA37CFD0BB93}" type="parTrans" cxnId="{B590812E-9F24-4CA0-8710-0C64A01086AD}">
      <dgm:prSet/>
      <dgm:spPr/>
      <dgm:t>
        <a:bodyPr/>
        <a:lstStyle/>
        <a:p>
          <a:endParaRPr lang="en-US"/>
        </a:p>
      </dgm:t>
    </dgm:pt>
    <dgm:pt modelId="{C3D98D3B-B62D-408A-ABEA-9AFEC35FF760}" type="sibTrans" cxnId="{B590812E-9F24-4CA0-8710-0C64A01086AD}">
      <dgm:prSet/>
      <dgm:spPr/>
      <dgm:t>
        <a:bodyPr/>
        <a:lstStyle/>
        <a:p>
          <a:endParaRPr lang="en-US"/>
        </a:p>
      </dgm:t>
    </dgm:pt>
    <dgm:pt modelId="{B17B4D6A-D423-41C2-BD97-2BA00D300578}">
      <dgm:prSet/>
      <dgm:spPr/>
      <dgm:t>
        <a:bodyPr/>
        <a:lstStyle/>
        <a:p>
          <a:r>
            <a:rPr lang="en-US"/>
            <a:t>risk of adverse health outcomes</a:t>
          </a:r>
        </a:p>
      </dgm:t>
    </dgm:pt>
    <dgm:pt modelId="{8C6E3904-18AE-44C0-A1CF-7D889594EF65}" type="parTrans" cxnId="{E8DF2097-1FB9-4F89-97E0-A7AA55B33637}">
      <dgm:prSet/>
      <dgm:spPr/>
      <dgm:t>
        <a:bodyPr/>
        <a:lstStyle/>
        <a:p>
          <a:endParaRPr lang="en-US"/>
        </a:p>
      </dgm:t>
    </dgm:pt>
    <dgm:pt modelId="{7D29D219-B0DE-48EC-8FB5-289D34531968}" type="sibTrans" cxnId="{E8DF2097-1FB9-4F89-97E0-A7AA55B33637}">
      <dgm:prSet/>
      <dgm:spPr/>
      <dgm:t>
        <a:bodyPr/>
        <a:lstStyle/>
        <a:p>
          <a:endParaRPr lang="en-US"/>
        </a:p>
      </dgm:t>
    </dgm:pt>
    <dgm:pt modelId="{F30B3E4C-CF27-4649-9E43-6AA0935493E4}">
      <dgm:prSet/>
      <dgm:spPr/>
      <dgm:t>
        <a:bodyPr/>
        <a:lstStyle/>
        <a:p>
          <a:r>
            <a:rPr lang="en-US"/>
            <a:t>higher mortality rates</a:t>
          </a:r>
        </a:p>
      </dgm:t>
    </dgm:pt>
    <dgm:pt modelId="{6A9B8614-D590-4441-948F-A2427B4BFD24}" type="parTrans" cxnId="{FF1E797B-CE6C-4D7F-99BE-E1B260E48FBE}">
      <dgm:prSet/>
      <dgm:spPr/>
      <dgm:t>
        <a:bodyPr/>
        <a:lstStyle/>
        <a:p>
          <a:endParaRPr lang="en-US"/>
        </a:p>
      </dgm:t>
    </dgm:pt>
    <dgm:pt modelId="{E697B353-842C-4E7D-B2F5-F2017D589995}" type="sibTrans" cxnId="{FF1E797B-CE6C-4D7F-99BE-E1B260E48FBE}">
      <dgm:prSet/>
      <dgm:spPr/>
      <dgm:t>
        <a:bodyPr/>
        <a:lstStyle/>
        <a:p>
          <a:endParaRPr lang="en-US"/>
        </a:p>
      </dgm:t>
    </dgm:pt>
    <dgm:pt modelId="{BDFEF011-D67E-47E0-95CE-053884B41F13}">
      <dgm:prSet/>
      <dgm:spPr/>
      <dgm:t>
        <a:bodyPr/>
        <a:lstStyle/>
        <a:p>
          <a:r>
            <a:rPr lang="en-US"/>
            <a:t>less access to health care; disparities in quality of care</a:t>
          </a:r>
        </a:p>
      </dgm:t>
    </dgm:pt>
    <dgm:pt modelId="{4C2273CA-7655-482B-8AEF-7EF94B6C9EF6}" type="parTrans" cxnId="{FA77AE6B-768D-474F-8208-14EA9DD024AF}">
      <dgm:prSet/>
      <dgm:spPr/>
      <dgm:t>
        <a:bodyPr/>
        <a:lstStyle/>
        <a:p>
          <a:endParaRPr lang="en-US"/>
        </a:p>
      </dgm:t>
    </dgm:pt>
    <dgm:pt modelId="{31C94755-2760-4997-9E3D-E6CB01144ABA}" type="sibTrans" cxnId="{FA77AE6B-768D-474F-8208-14EA9DD024AF}">
      <dgm:prSet/>
      <dgm:spPr/>
      <dgm:t>
        <a:bodyPr/>
        <a:lstStyle/>
        <a:p>
          <a:endParaRPr lang="en-US"/>
        </a:p>
      </dgm:t>
    </dgm:pt>
    <dgm:pt modelId="{447A903A-A219-4987-AAD7-28CF3A3951FE}">
      <dgm:prSet/>
      <dgm:spPr/>
      <dgm:t>
        <a:bodyPr/>
        <a:lstStyle/>
        <a:p>
          <a:r>
            <a:rPr lang="en-US"/>
            <a:t>uninsured or underinsured</a:t>
          </a:r>
        </a:p>
      </dgm:t>
    </dgm:pt>
    <dgm:pt modelId="{C1B5D9BA-2025-4201-8E42-155BA47BE8F7}" type="parTrans" cxnId="{64B1FEBA-D990-4A47-A4D9-4BED145764ED}">
      <dgm:prSet/>
      <dgm:spPr/>
      <dgm:t>
        <a:bodyPr/>
        <a:lstStyle/>
        <a:p>
          <a:endParaRPr lang="en-US"/>
        </a:p>
      </dgm:t>
    </dgm:pt>
    <dgm:pt modelId="{FA2A63A4-F2B7-47D3-98F9-558E1F12AEEA}" type="sibTrans" cxnId="{64B1FEBA-D990-4A47-A4D9-4BED145764ED}">
      <dgm:prSet/>
      <dgm:spPr/>
      <dgm:t>
        <a:bodyPr/>
        <a:lstStyle/>
        <a:p>
          <a:endParaRPr lang="en-US"/>
        </a:p>
      </dgm:t>
    </dgm:pt>
    <dgm:pt modelId="{97A75CDA-DB57-4162-8ABC-CD268FC0D5AE}">
      <dgm:prSet/>
      <dgm:spPr/>
      <dgm:t>
        <a:bodyPr/>
        <a:lstStyle/>
        <a:p>
          <a:r>
            <a:rPr lang="en-US"/>
            <a:t>lower life expectancy</a:t>
          </a:r>
        </a:p>
      </dgm:t>
    </dgm:pt>
    <dgm:pt modelId="{A2EC9FC3-2EFB-4EC7-B98A-D9C3DCC7B8A6}" type="parTrans" cxnId="{0E5DD3A7-85E3-4AD6-99C5-E4FD89F84143}">
      <dgm:prSet/>
      <dgm:spPr/>
      <dgm:t>
        <a:bodyPr/>
        <a:lstStyle/>
        <a:p>
          <a:endParaRPr lang="en-US"/>
        </a:p>
      </dgm:t>
    </dgm:pt>
    <dgm:pt modelId="{46CB1C3B-8DB9-4490-9DD1-F8279505B58D}" type="sibTrans" cxnId="{0E5DD3A7-85E3-4AD6-99C5-E4FD89F84143}">
      <dgm:prSet/>
      <dgm:spPr/>
      <dgm:t>
        <a:bodyPr/>
        <a:lstStyle/>
        <a:p>
          <a:endParaRPr lang="en-US"/>
        </a:p>
      </dgm:t>
    </dgm:pt>
    <dgm:pt modelId="{D546E8D8-3ED2-40B8-8433-E695CD30953C}">
      <dgm:prSet/>
      <dgm:spPr/>
      <dgm:t>
        <a:bodyPr/>
        <a:lstStyle/>
        <a:p>
          <a:r>
            <a:rPr lang="en-US" dirty="0"/>
            <a:t>overall diminished quality of life</a:t>
          </a:r>
        </a:p>
      </dgm:t>
    </dgm:pt>
    <dgm:pt modelId="{55628A23-F56C-42AC-BA3F-6BA67FB48BBF}" type="parTrans" cxnId="{7D2E84EB-F58F-4775-8033-7C975174412D}">
      <dgm:prSet/>
      <dgm:spPr/>
      <dgm:t>
        <a:bodyPr/>
        <a:lstStyle/>
        <a:p>
          <a:endParaRPr lang="en-US"/>
        </a:p>
      </dgm:t>
    </dgm:pt>
    <dgm:pt modelId="{347126C8-F920-46B6-BE93-B2D196DF2509}" type="sibTrans" cxnId="{7D2E84EB-F58F-4775-8033-7C975174412D}">
      <dgm:prSet/>
      <dgm:spPr/>
      <dgm:t>
        <a:bodyPr/>
        <a:lstStyle/>
        <a:p>
          <a:endParaRPr lang="en-US"/>
        </a:p>
      </dgm:t>
    </dgm:pt>
    <dgm:pt modelId="{9AA4188E-A1A2-464A-A376-AC623F6801B7}" type="pres">
      <dgm:prSet presAssocID="{AB87BCBC-F77D-40F1-B2A8-9ADF4EDF2C64}" presName="linear" presStyleCnt="0">
        <dgm:presLayoutVars>
          <dgm:animLvl val="lvl"/>
          <dgm:resizeHandles val="exact"/>
        </dgm:presLayoutVars>
      </dgm:prSet>
      <dgm:spPr/>
    </dgm:pt>
    <dgm:pt modelId="{EEE18789-3DCE-42BF-9417-4567B2555B97}" type="pres">
      <dgm:prSet presAssocID="{2F87A3EE-E31A-4438-B8F5-BEAFA69703F1}" presName="parentText" presStyleLbl="node1" presStyleIdx="0" presStyleCnt="1">
        <dgm:presLayoutVars>
          <dgm:chMax val="0"/>
          <dgm:bulletEnabled val="1"/>
        </dgm:presLayoutVars>
      </dgm:prSet>
      <dgm:spPr/>
    </dgm:pt>
    <dgm:pt modelId="{A0CFF1D1-FEB0-408A-BFDB-FA92FD2D9ED9}" type="pres">
      <dgm:prSet presAssocID="{2F87A3EE-E31A-4438-B8F5-BEAFA69703F1}" presName="childText" presStyleLbl="revTx" presStyleIdx="0" presStyleCnt="1">
        <dgm:presLayoutVars>
          <dgm:bulletEnabled val="1"/>
        </dgm:presLayoutVars>
      </dgm:prSet>
      <dgm:spPr/>
    </dgm:pt>
  </dgm:ptLst>
  <dgm:cxnLst>
    <dgm:cxn modelId="{6FBE5F16-4913-4A67-9009-417AB5EA5881}" type="presOf" srcId="{2F87A3EE-E31A-4438-B8F5-BEAFA69703F1}" destId="{EEE18789-3DCE-42BF-9417-4567B2555B97}" srcOrd="0" destOrd="0" presId="urn:microsoft.com/office/officeart/2005/8/layout/vList2"/>
    <dgm:cxn modelId="{A0F56122-6921-40B5-9DB6-1EF95EF44A93}" type="presOf" srcId="{D546E8D8-3ED2-40B8-8433-E695CD30953C}" destId="{A0CFF1D1-FEB0-408A-BFDB-FA92FD2D9ED9}" srcOrd="0" destOrd="5" presId="urn:microsoft.com/office/officeart/2005/8/layout/vList2"/>
    <dgm:cxn modelId="{B590812E-9F24-4CA0-8710-0C64A01086AD}" srcId="{AB87BCBC-F77D-40F1-B2A8-9ADF4EDF2C64}" destId="{2F87A3EE-E31A-4438-B8F5-BEAFA69703F1}" srcOrd="0" destOrd="0" parTransId="{4D88B774-420E-4B29-A683-AA37CFD0BB93}" sibTransId="{C3D98D3B-B62D-408A-ABEA-9AFEC35FF760}"/>
    <dgm:cxn modelId="{551C445F-9A28-478E-B5FF-6365ED02F99A}" type="presOf" srcId="{97A75CDA-DB57-4162-8ABC-CD268FC0D5AE}" destId="{A0CFF1D1-FEB0-408A-BFDB-FA92FD2D9ED9}" srcOrd="0" destOrd="4" presId="urn:microsoft.com/office/officeart/2005/8/layout/vList2"/>
    <dgm:cxn modelId="{FC5C5642-2ABA-4333-940A-973C6471492C}" type="presOf" srcId="{447A903A-A219-4987-AAD7-28CF3A3951FE}" destId="{A0CFF1D1-FEB0-408A-BFDB-FA92FD2D9ED9}" srcOrd="0" destOrd="3" presId="urn:microsoft.com/office/officeart/2005/8/layout/vList2"/>
    <dgm:cxn modelId="{FA77AE6B-768D-474F-8208-14EA9DD024AF}" srcId="{2F87A3EE-E31A-4438-B8F5-BEAFA69703F1}" destId="{BDFEF011-D67E-47E0-95CE-053884B41F13}" srcOrd="2" destOrd="0" parTransId="{4C2273CA-7655-482B-8AEF-7EF94B6C9EF6}" sibTransId="{31C94755-2760-4997-9E3D-E6CB01144ABA}"/>
    <dgm:cxn modelId="{FF1E797B-CE6C-4D7F-99BE-E1B260E48FBE}" srcId="{2F87A3EE-E31A-4438-B8F5-BEAFA69703F1}" destId="{F30B3E4C-CF27-4649-9E43-6AA0935493E4}" srcOrd="1" destOrd="0" parTransId="{6A9B8614-D590-4441-948F-A2427B4BFD24}" sibTransId="{E697B353-842C-4E7D-B2F5-F2017D589995}"/>
    <dgm:cxn modelId="{872C5693-253A-4FA6-AFF8-BE13F0AF61EC}" type="presOf" srcId="{AB87BCBC-F77D-40F1-B2A8-9ADF4EDF2C64}" destId="{9AA4188E-A1A2-464A-A376-AC623F6801B7}" srcOrd="0" destOrd="0" presId="urn:microsoft.com/office/officeart/2005/8/layout/vList2"/>
    <dgm:cxn modelId="{E8DF2097-1FB9-4F89-97E0-A7AA55B33637}" srcId="{2F87A3EE-E31A-4438-B8F5-BEAFA69703F1}" destId="{B17B4D6A-D423-41C2-BD97-2BA00D300578}" srcOrd="0" destOrd="0" parTransId="{8C6E3904-18AE-44C0-A1CF-7D889594EF65}" sibTransId="{7D29D219-B0DE-48EC-8FB5-289D34531968}"/>
    <dgm:cxn modelId="{0E5DD3A7-85E3-4AD6-99C5-E4FD89F84143}" srcId="{2F87A3EE-E31A-4438-B8F5-BEAFA69703F1}" destId="{97A75CDA-DB57-4162-8ABC-CD268FC0D5AE}" srcOrd="4" destOrd="0" parTransId="{A2EC9FC3-2EFB-4EC7-B98A-D9C3DCC7B8A6}" sibTransId="{46CB1C3B-8DB9-4490-9DD1-F8279505B58D}"/>
    <dgm:cxn modelId="{EC78A6AD-272E-4393-8907-A7AB6FED8D92}" type="presOf" srcId="{BDFEF011-D67E-47E0-95CE-053884B41F13}" destId="{A0CFF1D1-FEB0-408A-BFDB-FA92FD2D9ED9}" srcOrd="0" destOrd="2" presId="urn:microsoft.com/office/officeart/2005/8/layout/vList2"/>
    <dgm:cxn modelId="{64B1FEBA-D990-4A47-A4D9-4BED145764ED}" srcId="{2F87A3EE-E31A-4438-B8F5-BEAFA69703F1}" destId="{447A903A-A219-4987-AAD7-28CF3A3951FE}" srcOrd="3" destOrd="0" parTransId="{C1B5D9BA-2025-4201-8E42-155BA47BE8F7}" sibTransId="{FA2A63A4-F2B7-47D3-98F9-558E1F12AEEA}"/>
    <dgm:cxn modelId="{83188AC4-3E16-456A-86C7-EA28C83B8AE5}" type="presOf" srcId="{F30B3E4C-CF27-4649-9E43-6AA0935493E4}" destId="{A0CFF1D1-FEB0-408A-BFDB-FA92FD2D9ED9}" srcOrd="0" destOrd="1" presId="urn:microsoft.com/office/officeart/2005/8/layout/vList2"/>
    <dgm:cxn modelId="{ACA28EDA-2EC9-4AEF-B8B1-13DFDD6A1A89}" type="presOf" srcId="{B17B4D6A-D423-41C2-BD97-2BA00D300578}" destId="{A0CFF1D1-FEB0-408A-BFDB-FA92FD2D9ED9}" srcOrd="0" destOrd="0" presId="urn:microsoft.com/office/officeart/2005/8/layout/vList2"/>
    <dgm:cxn modelId="{7D2E84EB-F58F-4775-8033-7C975174412D}" srcId="{2F87A3EE-E31A-4438-B8F5-BEAFA69703F1}" destId="{D546E8D8-3ED2-40B8-8433-E695CD30953C}" srcOrd="5" destOrd="0" parTransId="{55628A23-F56C-42AC-BA3F-6BA67FB48BBF}" sibTransId="{347126C8-F920-46B6-BE93-B2D196DF2509}"/>
    <dgm:cxn modelId="{A58F6194-9226-491B-A22C-03DD767BF6FE}" type="presParOf" srcId="{9AA4188E-A1A2-464A-A376-AC623F6801B7}" destId="{EEE18789-3DCE-42BF-9417-4567B2555B97}" srcOrd="0" destOrd="0" presId="urn:microsoft.com/office/officeart/2005/8/layout/vList2"/>
    <dgm:cxn modelId="{83A76619-D613-44E4-9C7D-240338A54E8C}" type="presParOf" srcId="{9AA4188E-A1A2-464A-A376-AC623F6801B7}" destId="{A0CFF1D1-FEB0-408A-BFDB-FA92FD2D9ED9}"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A5367C-36D8-41E1-9F53-9648EECE76BB}" type="doc">
      <dgm:prSet loTypeId="urn:microsoft.com/office/officeart/2005/8/layout/default" loCatId="list" qsTypeId="urn:microsoft.com/office/officeart/2005/8/quickstyle/simple1#2" qsCatId="simple" csTypeId="urn:microsoft.com/office/officeart/2005/8/colors/colorful1#1" csCatId="colorful" phldr="1"/>
      <dgm:spPr/>
      <dgm:t>
        <a:bodyPr/>
        <a:lstStyle/>
        <a:p>
          <a:endParaRPr lang="en-US"/>
        </a:p>
      </dgm:t>
    </dgm:pt>
    <dgm:pt modelId="{EBCECC89-691C-4D96-8625-D6E1A8428D14}">
      <dgm:prSet/>
      <dgm:spPr/>
      <dgm:t>
        <a:bodyPr/>
        <a:lstStyle/>
        <a:p>
          <a:r>
            <a:rPr lang="en-US"/>
            <a:t>Income and Education</a:t>
          </a:r>
        </a:p>
      </dgm:t>
    </dgm:pt>
    <dgm:pt modelId="{54B1002F-22BD-4551-B51F-33044D8801F4}" type="parTrans" cxnId="{3C5429A6-9D77-4582-BF33-898B50800CF9}">
      <dgm:prSet/>
      <dgm:spPr/>
      <dgm:t>
        <a:bodyPr/>
        <a:lstStyle/>
        <a:p>
          <a:endParaRPr lang="en-US"/>
        </a:p>
      </dgm:t>
    </dgm:pt>
    <dgm:pt modelId="{D1D75E34-0A9A-44DE-A02B-5654DB810282}" type="sibTrans" cxnId="{3C5429A6-9D77-4582-BF33-898B50800CF9}">
      <dgm:prSet/>
      <dgm:spPr/>
      <dgm:t>
        <a:bodyPr/>
        <a:lstStyle/>
        <a:p>
          <a:endParaRPr lang="en-US"/>
        </a:p>
      </dgm:t>
    </dgm:pt>
    <dgm:pt modelId="{691CC632-8C46-4C54-A98F-A14CB7D83137}">
      <dgm:prSet/>
      <dgm:spPr/>
      <dgm:t>
        <a:bodyPr/>
        <a:lstStyle/>
        <a:p>
          <a:r>
            <a:rPr lang="en-US"/>
            <a:t>Age and Gender </a:t>
          </a:r>
        </a:p>
      </dgm:t>
    </dgm:pt>
    <dgm:pt modelId="{3EFDD435-CFF3-4144-9F26-54275E973A85}" type="parTrans" cxnId="{1D865680-CCF5-4A89-951A-DD94E94C54D5}">
      <dgm:prSet/>
      <dgm:spPr/>
      <dgm:t>
        <a:bodyPr/>
        <a:lstStyle/>
        <a:p>
          <a:endParaRPr lang="en-US"/>
        </a:p>
      </dgm:t>
    </dgm:pt>
    <dgm:pt modelId="{27EB0725-2E87-4FCE-80E9-024CBEE042B0}" type="sibTrans" cxnId="{1D865680-CCF5-4A89-951A-DD94E94C54D5}">
      <dgm:prSet/>
      <dgm:spPr/>
      <dgm:t>
        <a:bodyPr/>
        <a:lstStyle/>
        <a:p>
          <a:endParaRPr lang="en-US"/>
        </a:p>
      </dgm:t>
    </dgm:pt>
    <dgm:pt modelId="{9834DED9-D47A-449C-9240-3E7F6BA1FFEC}">
      <dgm:prSet/>
      <dgm:spPr/>
      <dgm:t>
        <a:bodyPr/>
        <a:lstStyle/>
        <a:p>
          <a:r>
            <a:rPr lang="en-US"/>
            <a:t>Race and ethnicity </a:t>
          </a:r>
        </a:p>
      </dgm:t>
    </dgm:pt>
    <dgm:pt modelId="{2FDA72B2-D843-473F-B3B2-2ED622959F44}" type="parTrans" cxnId="{E7020581-5DD6-4689-8A5D-98D158231FBB}">
      <dgm:prSet/>
      <dgm:spPr/>
      <dgm:t>
        <a:bodyPr/>
        <a:lstStyle/>
        <a:p>
          <a:endParaRPr lang="en-US"/>
        </a:p>
      </dgm:t>
    </dgm:pt>
    <dgm:pt modelId="{B342DBAD-4B2B-41F8-B878-B6CBD5E0E9EC}" type="sibTrans" cxnId="{E7020581-5DD6-4689-8A5D-98D158231FBB}">
      <dgm:prSet/>
      <dgm:spPr/>
      <dgm:t>
        <a:bodyPr/>
        <a:lstStyle/>
        <a:p>
          <a:endParaRPr lang="en-US"/>
        </a:p>
      </dgm:t>
    </dgm:pt>
    <dgm:pt modelId="{402DD37B-8DF6-4EF0-A6F1-62E48622075F}">
      <dgm:prSet/>
      <dgm:spPr/>
      <dgm:t>
        <a:bodyPr/>
        <a:lstStyle/>
        <a:p>
          <a:r>
            <a:rPr lang="en-US" dirty="0"/>
            <a:t>Disability</a:t>
          </a:r>
        </a:p>
      </dgm:t>
    </dgm:pt>
    <dgm:pt modelId="{FF9D0396-CC89-47EB-940A-DBA838752279}" type="parTrans" cxnId="{756A4F53-1FD1-4CA8-BF9F-373DA610C9CD}">
      <dgm:prSet/>
      <dgm:spPr/>
      <dgm:t>
        <a:bodyPr/>
        <a:lstStyle/>
        <a:p>
          <a:endParaRPr lang="en-US"/>
        </a:p>
      </dgm:t>
    </dgm:pt>
    <dgm:pt modelId="{0CFC7259-7F3F-4D0A-AFEC-4110080155B3}" type="sibTrans" cxnId="{756A4F53-1FD1-4CA8-BF9F-373DA610C9CD}">
      <dgm:prSet/>
      <dgm:spPr/>
      <dgm:t>
        <a:bodyPr/>
        <a:lstStyle/>
        <a:p>
          <a:endParaRPr lang="en-US"/>
        </a:p>
      </dgm:t>
    </dgm:pt>
    <dgm:pt modelId="{B748ADDE-48E1-46BA-8808-C7917D308E65}">
      <dgm:prSet/>
      <dgm:spPr/>
      <dgm:t>
        <a:bodyPr/>
        <a:lstStyle/>
        <a:p>
          <a:r>
            <a:rPr lang="en-US"/>
            <a:t>HIV/AIDS</a:t>
          </a:r>
        </a:p>
      </dgm:t>
    </dgm:pt>
    <dgm:pt modelId="{58EBD9BB-0C66-41AE-A680-1A12607C4CB3}" type="parTrans" cxnId="{0EE1CCC3-F032-47EC-AED3-17D0114404B5}">
      <dgm:prSet/>
      <dgm:spPr/>
      <dgm:t>
        <a:bodyPr/>
        <a:lstStyle/>
        <a:p>
          <a:endParaRPr lang="en-US"/>
        </a:p>
      </dgm:t>
    </dgm:pt>
    <dgm:pt modelId="{6B95E914-E61E-4474-9DFC-28C7270DCAAD}" type="sibTrans" cxnId="{0EE1CCC3-F032-47EC-AED3-17D0114404B5}">
      <dgm:prSet/>
      <dgm:spPr/>
      <dgm:t>
        <a:bodyPr/>
        <a:lstStyle/>
        <a:p>
          <a:endParaRPr lang="en-US"/>
        </a:p>
      </dgm:t>
    </dgm:pt>
    <dgm:pt modelId="{5090FBF2-1105-4936-AE58-45C544B7E856}">
      <dgm:prSet/>
      <dgm:spPr/>
      <dgm:t>
        <a:bodyPr/>
        <a:lstStyle/>
        <a:p>
          <a:r>
            <a:rPr lang="en-US"/>
            <a:t>Mental illness and disability</a:t>
          </a:r>
        </a:p>
      </dgm:t>
    </dgm:pt>
    <dgm:pt modelId="{EF5431F5-BE85-4F15-986E-E596C370CA14}" type="parTrans" cxnId="{8E9417B7-9F0F-48A3-891A-D6B8347B1A3F}">
      <dgm:prSet/>
      <dgm:spPr/>
      <dgm:t>
        <a:bodyPr/>
        <a:lstStyle/>
        <a:p>
          <a:endParaRPr lang="en-US"/>
        </a:p>
      </dgm:t>
    </dgm:pt>
    <dgm:pt modelId="{3AA4A0F2-37CF-45CB-95C7-C41AEE673C94}" type="sibTrans" cxnId="{8E9417B7-9F0F-48A3-891A-D6B8347B1A3F}">
      <dgm:prSet/>
      <dgm:spPr/>
      <dgm:t>
        <a:bodyPr/>
        <a:lstStyle/>
        <a:p>
          <a:endParaRPr lang="en-US"/>
        </a:p>
      </dgm:t>
    </dgm:pt>
    <dgm:pt modelId="{4FFE4F7B-54D1-4234-ABD8-42FBDA76ACE4}">
      <dgm:prSet/>
      <dgm:spPr/>
      <dgm:t>
        <a:bodyPr/>
        <a:lstStyle/>
        <a:p>
          <a:r>
            <a:rPr lang="en-US"/>
            <a:t>Alcohol and substance</a:t>
          </a:r>
        </a:p>
      </dgm:t>
    </dgm:pt>
    <dgm:pt modelId="{1245F67D-3C2B-4F48-856B-8C494B543EC5}" type="parTrans" cxnId="{A76512F5-FA99-4F28-89B4-D373FA9F15BC}">
      <dgm:prSet/>
      <dgm:spPr/>
      <dgm:t>
        <a:bodyPr/>
        <a:lstStyle/>
        <a:p>
          <a:endParaRPr lang="en-US"/>
        </a:p>
      </dgm:t>
    </dgm:pt>
    <dgm:pt modelId="{70749D4F-6CB2-450A-8F51-7862F12070BB}" type="sibTrans" cxnId="{A76512F5-FA99-4F28-89B4-D373FA9F15BC}">
      <dgm:prSet/>
      <dgm:spPr/>
      <dgm:t>
        <a:bodyPr/>
        <a:lstStyle/>
        <a:p>
          <a:endParaRPr lang="en-US"/>
        </a:p>
      </dgm:t>
    </dgm:pt>
    <dgm:pt modelId="{770AF5E1-8E45-4C24-8506-983AD3557173}">
      <dgm:prSet/>
      <dgm:spPr/>
      <dgm:t>
        <a:bodyPr/>
        <a:lstStyle/>
        <a:p>
          <a:r>
            <a:rPr lang="en-US"/>
            <a:t>Familial abuse</a:t>
          </a:r>
        </a:p>
      </dgm:t>
    </dgm:pt>
    <dgm:pt modelId="{15C7E530-68CF-4BD0-9506-F35E109C4C48}" type="parTrans" cxnId="{DF5F8DF5-78DB-4E56-9CD1-652FEC4FE095}">
      <dgm:prSet/>
      <dgm:spPr/>
      <dgm:t>
        <a:bodyPr/>
        <a:lstStyle/>
        <a:p>
          <a:endParaRPr lang="en-US"/>
        </a:p>
      </dgm:t>
    </dgm:pt>
    <dgm:pt modelId="{F0890388-3AD2-428D-B7CC-93C74BA39180}" type="sibTrans" cxnId="{DF5F8DF5-78DB-4E56-9CD1-652FEC4FE095}">
      <dgm:prSet/>
      <dgm:spPr/>
      <dgm:t>
        <a:bodyPr/>
        <a:lstStyle/>
        <a:p>
          <a:endParaRPr lang="en-US"/>
        </a:p>
      </dgm:t>
    </dgm:pt>
    <dgm:pt modelId="{73BDD148-C10E-43F6-8A79-22FC0C73B787}">
      <dgm:prSet/>
      <dgm:spPr/>
      <dgm:t>
        <a:bodyPr/>
        <a:lstStyle/>
        <a:p>
          <a:r>
            <a:rPr lang="en-US"/>
            <a:t>Homelessness</a:t>
          </a:r>
        </a:p>
      </dgm:t>
    </dgm:pt>
    <dgm:pt modelId="{3AC5B9BC-F22F-4EBD-99FE-206F106AB6FC}" type="parTrans" cxnId="{5D6ADA7D-4368-4541-B644-0D20AC56CDC1}">
      <dgm:prSet/>
      <dgm:spPr/>
      <dgm:t>
        <a:bodyPr/>
        <a:lstStyle/>
        <a:p>
          <a:endParaRPr lang="en-US"/>
        </a:p>
      </dgm:t>
    </dgm:pt>
    <dgm:pt modelId="{76C8CC39-4851-4E45-AA69-59F07A32653F}" type="sibTrans" cxnId="{5D6ADA7D-4368-4541-B644-0D20AC56CDC1}">
      <dgm:prSet/>
      <dgm:spPr/>
      <dgm:t>
        <a:bodyPr/>
        <a:lstStyle/>
        <a:p>
          <a:endParaRPr lang="en-US"/>
        </a:p>
      </dgm:t>
    </dgm:pt>
    <dgm:pt modelId="{53A91ADA-C79E-4491-8620-F65E7A7FFEE8}">
      <dgm:prSet/>
      <dgm:spPr/>
      <dgm:t>
        <a:bodyPr/>
        <a:lstStyle/>
        <a:p>
          <a:r>
            <a:rPr lang="en-US"/>
            <a:t>Suicide and homicide risk</a:t>
          </a:r>
        </a:p>
      </dgm:t>
    </dgm:pt>
    <dgm:pt modelId="{620008D3-BB27-4B34-8CA9-F30E7E0C069A}" type="parTrans" cxnId="{EDE6B5F3-2CDA-44B2-AF6D-8116CB587598}">
      <dgm:prSet/>
      <dgm:spPr/>
      <dgm:t>
        <a:bodyPr/>
        <a:lstStyle/>
        <a:p>
          <a:endParaRPr lang="en-US"/>
        </a:p>
      </dgm:t>
    </dgm:pt>
    <dgm:pt modelId="{B1818018-9996-4184-AFA3-86D182807E68}" type="sibTrans" cxnId="{EDE6B5F3-2CDA-44B2-AF6D-8116CB587598}">
      <dgm:prSet/>
      <dgm:spPr/>
      <dgm:t>
        <a:bodyPr/>
        <a:lstStyle/>
        <a:p>
          <a:endParaRPr lang="en-US"/>
        </a:p>
      </dgm:t>
    </dgm:pt>
    <dgm:pt modelId="{5117EAD4-11F0-4AB7-BCC4-390C00AAC6F8}">
      <dgm:prSet/>
      <dgm:spPr/>
      <dgm:t>
        <a:bodyPr/>
        <a:lstStyle/>
        <a:p>
          <a:r>
            <a:rPr lang="en-US"/>
            <a:t>High-risk mother and infants</a:t>
          </a:r>
        </a:p>
      </dgm:t>
    </dgm:pt>
    <dgm:pt modelId="{211C5474-91F9-4691-8F69-E1A496EDE728}" type="parTrans" cxnId="{7E9DDC96-06B2-4ECF-8E81-5849D7B9BD27}">
      <dgm:prSet/>
      <dgm:spPr/>
      <dgm:t>
        <a:bodyPr/>
        <a:lstStyle/>
        <a:p>
          <a:endParaRPr lang="en-US"/>
        </a:p>
      </dgm:t>
    </dgm:pt>
    <dgm:pt modelId="{C05457EF-9981-4667-9BC9-657D9BA80EF3}" type="sibTrans" cxnId="{7E9DDC96-06B2-4ECF-8E81-5849D7B9BD27}">
      <dgm:prSet/>
      <dgm:spPr/>
      <dgm:t>
        <a:bodyPr/>
        <a:lstStyle/>
        <a:p>
          <a:endParaRPr lang="en-US"/>
        </a:p>
      </dgm:t>
    </dgm:pt>
    <dgm:pt modelId="{262BFCCE-D39D-452B-A67C-D9E11514CF59}">
      <dgm:prSet/>
      <dgm:spPr/>
      <dgm:t>
        <a:bodyPr/>
        <a:lstStyle/>
        <a:p>
          <a:r>
            <a:rPr lang="en-US"/>
            <a:t>Immigrants</a:t>
          </a:r>
        </a:p>
      </dgm:t>
    </dgm:pt>
    <dgm:pt modelId="{E5574914-6202-42EF-8673-5E4DED73F23A}" type="parTrans" cxnId="{034CC16B-D149-497E-BA81-1C23405D7A80}">
      <dgm:prSet/>
      <dgm:spPr/>
      <dgm:t>
        <a:bodyPr/>
        <a:lstStyle/>
        <a:p>
          <a:endParaRPr lang="en-US"/>
        </a:p>
      </dgm:t>
    </dgm:pt>
    <dgm:pt modelId="{6557CFA1-287C-4F02-B5B4-2CFA314ED625}" type="sibTrans" cxnId="{034CC16B-D149-497E-BA81-1C23405D7A80}">
      <dgm:prSet/>
      <dgm:spPr/>
      <dgm:t>
        <a:bodyPr/>
        <a:lstStyle/>
        <a:p>
          <a:endParaRPr lang="en-US"/>
        </a:p>
      </dgm:t>
    </dgm:pt>
    <dgm:pt modelId="{025AAB16-82F9-4F52-8BDC-5E2692E6DD64}">
      <dgm:prSet/>
      <dgm:spPr/>
      <dgm:t>
        <a:bodyPr/>
        <a:lstStyle/>
        <a:p>
          <a:r>
            <a:rPr lang="en-US" dirty="0"/>
            <a:t>Chronic illness </a:t>
          </a:r>
        </a:p>
      </dgm:t>
    </dgm:pt>
    <dgm:pt modelId="{58498AF6-FDF1-4BC3-8F48-F8661E280D15}" type="parTrans" cxnId="{908DB687-57E3-42EB-B48C-A944A39CEDD4}">
      <dgm:prSet/>
      <dgm:spPr/>
      <dgm:t>
        <a:bodyPr/>
        <a:lstStyle/>
        <a:p>
          <a:endParaRPr lang="en-GB"/>
        </a:p>
      </dgm:t>
    </dgm:pt>
    <dgm:pt modelId="{89EFBF36-AD50-4AFE-8522-DE4DD7BF38CE}" type="sibTrans" cxnId="{908DB687-57E3-42EB-B48C-A944A39CEDD4}">
      <dgm:prSet/>
      <dgm:spPr/>
      <dgm:t>
        <a:bodyPr/>
        <a:lstStyle/>
        <a:p>
          <a:endParaRPr lang="en-GB"/>
        </a:p>
      </dgm:t>
    </dgm:pt>
    <dgm:pt modelId="{4987D9CA-CA93-4505-BA5D-DDDF050F3246}" type="pres">
      <dgm:prSet presAssocID="{ABA5367C-36D8-41E1-9F53-9648EECE76BB}" presName="diagram" presStyleCnt="0">
        <dgm:presLayoutVars>
          <dgm:dir/>
          <dgm:resizeHandles val="exact"/>
        </dgm:presLayoutVars>
      </dgm:prSet>
      <dgm:spPr/>
    </dgm:pt>
    <dgm:pt modelId="{BE75DBB5-958A-4723-BA0C-6E9FA30D8417}" type="pres">
      <dgm:prSet presAssocID="{EBCECC89-691C-4D96-8625-D6E1A8428D14}" presName="node" presStyleLbl="node1" presStyleIdx="0" presStyleCnt="13">
        <dgm:presLayoutVars>
          <dgm:bulletEnabled val="1"/>
        </dgm:presLayoutVars>
      </dgm:prSet>
      <dgm:spPr/>
    </dgm:pt>
    <dgm:pt modelId="{D383C401-7E26-4565-B175-A9AB6039457D}" type="pres">
      <dgm:prSet presAssocID="{D1D75E34-0A9A-44DE-A02B-5654DB810282}" presName="sibTrans" presStyleCnt="0"/>
      <dgm:spPr/>
    </dgm:pt>
    <dgm:pt modelId="{8C1D4063-96A3-4E2F-BD80-F9E66A65EE4A}" type="pres">
      <dgm:prSet presAssocID="{691CC632-8C46-4C54-A98F-A14CB7D83137}" presName="node" presStyleLbl="node1" presStyleIdx="1" presStyleCnt="13">
        <dgm:presLayoutVars>
          <dgm:bulletEnabled val="1"/>
        </dgm:presLayoutVars>
      </dgm:prSet>
      <dgm:spPr/>
    </dgm:pt>
    <dgm:pt modelId="{24828386-6F32-4553-9746-D51D989AD197}" type="pres">
      <dgm:prSet presAssocID="{27EB0725-2E87-4FCE-80E9-024CBEE042B0}" presName="sibTrans" presStyleCnt="0"/>
      <dgm:spPr/>
    </dgm:pt>
    <dgm:pt modelId="{32A0DA6B-E576-46C2-B2E3-85420E467303}" type="pres">
      <dgm:prSet presAssocID="{9834DED9-D47A-449C-9240-3E7F6BA1FFEC}" presName="node" presStyleLbl="node1" presStyleIdx="2" presStyleCnt="13">
        <dgm:presLayoutVars>
          <dgm:bulletEnabled val="1"/>
        </dgm:presLayoutVars>
      </dgm:prSet>
      <dgm:spPr/>
    </dgm:pt>
    <dgm:pt modelId="{F207DCE7-6827-49FC-8C7C-1BDF76B1229E}" type="pres">
      <dgm:prSet presAssocID="{B342DBAD-4B2B-41F8-B878-B6CBD5E0E9EC}" presName="sibTrans" presStyleCnt="0"/>
      <dgm:spPr/>
    </dgm:pt>
    <dgm:pt modelId="{7D7528EE-9B69-424F-BB6C-DC4F545BA7F9}" type="pres">
      <dgm:prSet presAssocID="{402DD37B-8DF6-4EF0-A6F1-62E48622075F}" presName="node" presStyleLbl="node1" presStyleIdx="3" presStyleCnt="13">
        <dgm:presLayoutVars>
          <dgm:bulletEnabled val="1"/>
        </dgm:presLayoutVars>
      </dgm:prSet>
      <dgm:spPr/>
    </dgm:pt>
    <dgm:pt modelId="{F7DE957C-F66A-42DA-ACBF-2D1493A9B2DB}" type="pres">
      <dgm:prSet presAssocID="{0CFC7259-7F3F-4D0A-AFEC-4110080155B3}" presName="sibTrans" presStyleCnt="0"/>
      <dgm:spPr/>
    </dgm:pt>
    <dgm:pt modelId="{3285E7CA-A390-4123-92A8-2C2E299D3D19}" type="pres">
      <dgm:prSet presAssocID="{B748ADDE-48E1-46BA-8808-C7917D308E65}" presName="node" presStyleLbl="node1" presStyleIdx="4" presStyleCnt="13">
        <dgm:presLayoutVars>
          <dgm:bulletEnabled val="1"/>
        </dgm:presLayoutVars>
      </dgm:prSet>
      <dgm:spPr/>
    </dgm:pt>
    <dgm:pt modelId="{2D559CE2-BB6A-4D26-AEB0-6C5833953BF2}" type="pres">
      <dgm:prSet presAssocID="{6B95E914-E61E-4474-9DFC-28C7270DCAAD}" presName="sibTrans" presStyleCnt="0"/>
      <dgm:spPr/>
    </dgm:pt>
    <dgm:pt modelId="{78C0C4EA-469C-47BD-8079-719E4B166789}" type="pres">
      <dgm:prSet presAssocID="{5090FBF2-1105-4936-AE58-45C544B7E856}" presName="node" presStyleLbl="node1" presStyleIdx="5" presStyleCnt="13">
        <dgm:presLayoutVars>
          <dgm:bulletEnabled val="1"/>
        </dgm:presLayoutVars>
      </dgm:prSet>
      <dgm:spPr/>
    </dgm:pt>
    <dgm:pt modelId="{014B9CFB-ACC3-409B-9F38-1A34AE7B9C10}" type="pres">
      <dgm:prSet presAssocID="{3AA4A0F2-37CF-45CB-95C7-C41AEE673C94}" presName="sibTrans" presStyleCnt="0"/>
      <dgm:spPr/>
    </dgm:pt>
    <dgm:pt modelId="{1526B9C0-98EF-44E1-B971-DD9BF6A597E1}" type="pres">
      <dgm:prSet presAssocID="{4FFE4F7B-54D1-4234-ABD8-42FBDA76ACE4}" presName="node" presStyleLbl="node1" presStyleIdx="6" presStyleCnt="13">
        <dgm:presLayoutVars>
          <dgm:bulletEnabled val="1"/>
        </dgm:presLayoutVars>
      </dgm:prSet>
      <dgm:spPr/>
    </dgm:pt>
    <dgm:pt modelId="{24B95A77-4CB4-42AA-ADE9-D35DD736A00E}" type="pres">
      <dgm:prSet presAssocID="{70749D4F-6CB2-450A-8F51-7862F12070BB}" presName="sibTrans" presStyleCnt="0"/>
      <dgm:spPr/>
    </dgm:pt>
    <dgm:pt modelId="{AE636997-376F-4F88-BE3C-BC736F56FC5C}" type="pres">
      <dgm:prSet presAssocID="{770AF5E1-8E45-4C24-8506-983AD3557173}" presName="node" presStyleLbl="node1" presStyleIdx="7" presStyleCnt="13">
        <dgm:presLayoutVars>
          <dgm:bulletEnabled val="1"/>
        </dgm:presLayoutVars>
      </dgm:prSet>
      <dgm:spPr/>
    </dgm:pt>
    <dgm:pt modelId="{BFBA8FB3-92F6-4F92-AAAC-C4F891D574F8}" type="pres">
      <dgm:prSet presAssocID="{F0890388-3AD2-428D-B7CC-93C74BA39180}" presName="sibTrans" presStyleCnt="0"/>
      <dgm:spPr/>
    </dgm:pt>
    <dgm:pt modelId="{B2F150B9-8A6C-4A46-84EE-329C05CCFB94}" type="pres">
      <dgm:prSet presAssocID="{73BDD148-C10E-43F6-8A79-22FC0C73B787}" presName="node" presStyleLbl="node1" presStyleIdx="8" presStyleCnt="13">
        <dgm:presLayoutVars>
          <dgm:bulletEnabled val="1"/>
        </dgm:presLayoutVars>
      </dgm:prSet>
      <dgm:spPr/>
    </dgm:pt>
    <dgm:pt modelId="{73052A49-17E8-472F-A0BD-CFB1EAEEB8AD}" type="pres">
      <dgm:prSet presAssocID="{76C8CC39-4851-4E45-AA69-59F07A32653F}" presName="sibTrans" presStyleCnt="0"/>
      <dgm:spPr/>
    </dgm:pt>
    <dgm:pt modelId="{95147D2D-927F-45FC-9694-36A2AA7AEACC}" type="pres">
      <dgm:prSet presAssocID="{53A91ADA-C79E-4491-8620-F65E7A7FFEE8}" presName="node" presStyleLbl="node1" presStyleIdx="9" presStyleCnt="13">
        <dgm:presLayoutVars>
          <dgm:bulletEnabled val="1"/>
        </dgm:presLayoutVars>
      </dgm:prSet>
      <dgm:spPr/>
    </dgm:pt>
    <dgm:pt modelId="{D3205B5F-8F1C-468F-8A44-19853E9F7381}" type="pres">
      <dgm:prSet presAssocID="{B1818018-9996-4184-AFA3-86D182807E68}" presName="sibTrans" presStyleCnt="0"/>
      <dgm:spPr/>
    </dgm:pt>
    <dgm:pt modelId="{7CDB761E-6394-4439-8874-489638D9B894}" type="pres">
      <dgm:prSet presAssocID="{5117EAD4-11F0-4AB7-BCC4-390C00AAC6F8}" presName="node" presStyleLbl="node1" presStyleIdx="10" presStyleCnt="13">
        <dgm:presLayoutVars>
          <dgm:bulletEnabled val="1"/>
        </dgm:presLayoutVars>
      </dgm:prSet>
      <dgm:spPr/>
    </dgm:pt>
    <dgm:pt modelId="{0F47B4A4-92C5-4C2D-BFE5-8A3C81948B4C}" type="pres">
      <dgm:prSet presAssocID="{C05457EF-9981-4667-9BC9-657D9BA80EF3}" presName="sibTrans" presStyleCnt="0"/>
      <dgm:spPr/>
    </dgm:pt>
    <dgm:pt modelId="{81C33FF7-8DDE-443D-AA19-250EA32D2525}" type="pres">
      <dgm:prSet presAssocID="{262BFCCE-D39D-452B-A67C-D9E11514CF59}" presName="node" presStyleLbl="node1" presStyleIdx="11" presStyleCnt="13">
        <dgm:presLayoutVars>
          <dgm:bulletEnabled val="1"/>
        </dgm:presLayoutVars>
      </dgm:prSet>
      <dgm:spPr/>
    </dgm:pt>
    <dgm:pt modelId="{A2E0F7D3-218A-4C72-B1B3-268C308F910B}" type="pres">
      <dgm:prSet presAssocID="{6557CFA1-287C-4F02-B5B4-2CFA314ED625}" presName="sibTrans" presStyleCnt="0"/>
      <dgm:spPr/>
    </dgm:pt>
    <dgm:pt modelId="{CBB9DFA7-D7E6-4203-82DE-F9FB72B9581B}" type="pres">
      <dgm:prSet presAssocID="{025AAB16-82F9-4F52-8BDC-5E2692E6DD64}" presName="node" presStyleLbl="node1" presStyleIdx="12" presStyleCnt="13">
        <dgm:presLayoutVars>
          <dgm:bulletEnabled val="1"/>
        </dgm:presLayoutVars>
      </dgm:prSet>
      <dgm:spPr/>
    </dgm:pt>
  </dgm:ptLst>
  <dgm:cxnLst>
    <dgm:cxn modelId="{84E01F28-12F5-49C9-B774-2D306E852235}" type="presOf" srcId="{4FFE4F7B-54D1-4234-ABD8-42FBDA76ACE4}" destId="{1526B9C0-98EF-44E1-B971-DD9BF6A597E1}" srcOrd="0" destOrd="0" presId="urn:microsoft.com/office/officeart/2005/8/layout/default"/>
    <dgm:cxn modelId="{A204F52B-611E-4939-B28D-52AD629376DF}" type="presOf" srcId="{53A91ADA-C79E-4491-8620-F65E7A7FFEE8}" destId="{95147D2D-927F-45FC-9694-36A2AA7AEACC}" srcOrd="0" destOrd="0" presId="urn:microsoft.com/office/officeart/2005/8/layout/default"/>
    <dgm:cxn modelId="{0D2F7C34-9310-4C45-8D83-BFEFE24D4E3F}" type="presOf" srcId="{ABA5367C-36D8-41E1-9F53-9648EECE76BB}" destId="{4987D9CA-CA93-4505-BA5D-DDDF050F3246}" srcOrd="0" destOrd="0" presId="urn:microsoft.com/office/officeart/2005/8/layout/default"/>
    <dgm:cxn modelId="{A642125B-2800-4E6B-9D4B-D10BFCFB3728}" type="presOf" srcId="{262BFCCE-D39D-452B-A67C-D9E11514CF59}" destId="{81C33FF7-8DDE-443D-AA19-250EA32D2525}" srcOrd="0" destOrd="0" presId="urn:microsoft.com/office/officeart/2005/8/layout/default"/>
    <dgm:cxn modelId="{2CD0A464-0A99-4ED1-8C99-2712B24B80EA}" type="presOf" srcId="{025AAB16-82F9-4F52-8BDC-5E2692E6DD64}" destId="{CBB9DFA7-D7E6-4203-82DE-F9FB72B9581B}" srcOrd="0" destOrd="0" presId="urn:microsoft.com/office/officeart/2005/8/layout/default"/>
    <dgm:cxn modelId="{2BA2DA64-8459-4107-BBD0-0662CA1CA61E}" type="presOf" srcId="{9834DED9-D47A-449C-9240-3E7F6BA1FFEC}" destId="{32A0DA6B-E576-46C2-B2E3-85420E467303}" srcOrd="0" destOrd="0" presId="urn:microsoft.com/office/officeart/2005/8/layout/default"/>
    <dgm:cxn modelId="{034CC16B-D149-497E-BA81-1C23405D7A80}" srcId="{ABA5367C-36D8-41E1-9F53-9648EECE76BB}" destId="{262BFCCE-D39D-452B-A67C-D9E11514CF59}" srcOrd="11" destOrd="0" parTransId="{E5574914-6202-42EF-8673-5E4DED73F23A}" sibTransId="{6557CFA1-287C-4F02-B5B4-2CFA314ED625}"/>
    <dgm:cxn modelId="{0F0B7E6F-C6E8-4AB4-A9ED-AB89110529DE}" type="presOf" srcId="{5117EAD4-11F0-4AB7-BCC4-390C00AAC6F8}" destId="{7CDB761E-6394-4439-8874-489638D9B894}" srcOrd="0" destOrd="0" presId="urn:microsoft.com/office/officeart/2005/8/layout/default"/>
    <dgm:cxn modelId="{756A4F53-1FD1-4CA8-BF9F-373DA610C9CD}" srcId="{ABA5367C-36D8-41E1-9F53-9648EECE76BB}" destId="{402DD37B-8DF6-4EF0-A6F1-62E48622075F}" srcOrd="3" destOrd="0" parTransId="{FF9D0396-CC89-47EB-940A-DBA838752279}" sibTransId="{0CFC7259-7F3F-4D0A-AFEC-4110080155B3}"/>
    <dgm:cxn modelId="{5D6ADA7D-4368-4541-B644-0D20AC56CDC1}" srcId="{ABA5367C-36D8-41E1-9F53-9648EECE76BB}" destId="{73BDD148-C10E-43F6-8A79-22FC0C73B787}" srcOrd="8" destOrd="0" parTransId="{3AC5B9BC-F22F-4EBD-99FE-206F106AB6FC}" sibTransId="{76C8CC39-4851-4E45-AA69-59F07A32653F}"/>
    <dgm:cxn modelId="{1D865680-CCF5-4A89-951A-DD94E94C54D5}" srcId="{ABA5367C-36D8-41E1-9F53-9648EECE76BB}" destId="{691CC632-8C46-4C54-A98F-A14CB7D83137}" srcOrd="1" destOrd="0" parTransId="{3EFDD435-CFF3-4144-9F26-54275E973A85}" sibTransId="{27EB0725-2E87-4FCE-80E9-024CBEE042B0}"/>
    <dgm:cxn modelId="{E7020581-5DD6-4689-8A5D-98D158231FBB}" srcId="{ABA5367C-36D8-41E1-9F53-9648EECE76BB}" destId="{9834DED9-D47A-449C-9240-3E7F6BA1FFEC}" srcOrd="2" destOrd="0" parTransId="{2FDA72B2-D843-473F-B3B2-2ED622959F44}" sibTransId="{B342DBAD-4B2B-41F8-B878-B6CBD5E0E9EC}"/>
    <dgm:cxn modelId="{908DB687-57E3-42EB-B48C-A944A39CEDD4}" srcId="{ABA5367C-36D8-41E1-9F53-9648EECE76BB}" destId="{025AAB16-82F9-4F52-8BDC-5E2692E6DD64}" srcOrd="12" destOrd="0" parTransId="{58498AF6-FDF1-4BC3-8F48-F8661E280D15}" sibTransId="{89EFBF36-AD50-4AFE-8522-DE4DD7BF38CE}"/>
    <dgm:cxn modelId="{7E9DDC96-06B2-4ECF-8E81-5849D7B9BD27}" srcId="{ABA5367C-36D8-41E1-9F53-9648EECE76BB}" destId="{5117EAD4-11F0-4AB7-BCC4-390C00AAC6F8}" srcOrd="10" destOrd="0" parTransId="{211C5474-91F9-4691-8F69-E1A496EDE728}" sibTransId="{C05457EF-9981-4667-9BC9-657D9BA80EF3}"/>
    <dgm:cxn modelId="{3C5429A6-9D77-4582-BF33-898B50800CF9}" srcId="{ABA5367C-36D8-41E1-9F53-9648EECE76BB}" destId="{EBCECC89-691C-4D96-8625-D6E1A8428D14}" srcOrd="0" destOrd="0" parTransId="{54B1002F-22BD-4551-B51F-33044D8801F4}" sibTransId="{D1D75E34-0A9A-44DE-A02B-5654DB810282}"/>
    <dgm:cxn modelId="{8E9417B7-9F0F-48A3-891A-D6B8347B1A3F}" srcId="{ABA5367C-36D8-41E1-9F53-9648EECE76BB}" destId="{5090FBF2-1105-4936-AE58-45C544B7E856}" srcOrd="5" destOrd="0" parTransId="{EF5431F5-BE85-4F15-986E-E596C370CA14}" sibTransId="{3AA4A0F2-37CF-45CB-95C7-C41AEE673C94}"/>
    <dgm:cxn modelId="{2A8418BD-0756-42A5-A928-B523D34F2562}" type="presOf" srcId="{5090FBF2-1105-4936-AE58-45C544B7E856}" destId="{78C0C4EA-469C-47BD-8079-719E4B166789}" srcOrd="0" destOrd="0" presId="urn:microsoft.com/office/officeart/2005/8/layout/default"/>
    <dgm:cxn modelId="{0EE1CCC3-F032-47EC-AED3-17D0114404B5}" srcId="{ABA5367C-36D8-41E1-9F53-9648EECE76BB}" destId="{B748ADDE-48E1-46BA-8808-C7917D308E65}" srcOrd="4" destOrd="0" parTransId="{58EBD9BB-0C66-41AE-A680-1A12607C4CB3}" sibTransId="{6B95E914-E61E-4474-9DFC-28C7270DCAAD}"/>
    <dgm:cxn modelId="{580759C5-4066-47B0-88D1-54D4644D0A95}" type="presOf" srcId="{73BDD148-C10E-43F6-8A79-22FC0C73B787}" destId="{B2F150B9-8A6C-4A46-84EE-329C05CCFB94}" srcOrd="0" destOrd="0" presId="urn:microsoft.com/office/officeart/2005/8/layout/default"/>
    <dgm:cxn modelId="{63103CE9-8F5C-44AA-8A77-711BB1F50A3A}" type="presOf" srcId="{B748ADDE-48E1-46BA-8808-C7917D308E65}" destId="{3285E7CA-A390-4123-92A8-2C2E299D3D19}" srcOrd="0" destOrd="0" presId="urn:microsoft.com/office/officeart/2005/8/layout/default"/>
    <dgm:cxn modelId="{2E3548EA-BD2A-4036-B469-90FD0C793083}" type="presOf" srcId="{402DD37B-8DF6-4EF0-A6F1-62E48622075F}" destId="{7D7528EE-9B69-424F-BB6C-DC4F545BA7F9}" srcOrd="0" destOrd="0" presId="urn:microsoft.com/office/officeart/2005/8/layout/default"/>
    <dgm:cxn modelId="{EDE6B5F3-2CDA-44B2-AF6D-8116CB587598}" srcId="{ABA5367C-36D8-41E1-9F53-9648EECE76BB}" destId="{53A91ADA-C79E-4491-8620-F65E7A7FFEE8}" srcOrd="9" destOrd="0" parTransId="{620008D3-BB27-4B34-8CA9-F30E7E0C069A}" sibTransId="{B1818018-9996-4184-AFA3-86D182807E68}"/>
    <dgm:cxn modelId="{A76512F5-FA99-4F28-89B4-D373FA9F15BC}" srcId="{ABA5367C-36D8-41E1-9F53-9648EECE76BB}" destId="{4FFE4F7B-54D1-4234-ABD8-42FBDA76ACE4}" srcOrd="6" destOrd="0" parTransId="{1245F67D-3C2B-4F48-856B-8C494B543EC5}" sibTransId="{70749D4F-6CB2-450A-8F51-7862F12070BB}"/>
    <dgm:cxn modelId="{DF5F8DF5-78DB-4E56-9CD1-652FEC4FE095}" srcId="{ABA5367C-36D8-41E1-9F53-9648EECE76BB}" destId="{770AF5E1-8E45-4C24-8506-983AD3557173}" srcOrd="7" destOrd="0" parTransId="{15C7E530-68CF-4BD0-9506-F35E109C4C48}" sibTransId="{F0890388-3AD2-428D-B7CC-93C74BA39180}"/>
    <dgm:cxn modelId="{B1577EF7-6E9D-4778-B8EF-86292D4F9E60}" type="presOf" srcId="{691CC632-8C46-4C54-A98F-A14CB7D83137}" destId="{8C1D4063-96A3-4E2F-BD80-F9E66A65EE4A}" srcOrd="0" destOrd="0" presId="urn:microsoft.com/office/officeart/2005/8/layout/default"/>
    <dgm:cxn modelId="{B6851EF9-54AA-409D-A1A2-7B74784D880E}" type="presOf" srcId="{EBCECC89-691C-4D96-8625-D6E1A8428D14}" destId="{BE75DBB5-958A-4723-BA0C-6E9FA30D8417}" srcOrd="0" destOrd="0" presId="urn:microsoft.com/office/officeart/2005/8/layout/default"/>
    <dgm:cxn modelId="{5175EAFA-FC63-4717-87FB-148435376ECB}" type="presOf" srcId="{770AF5E1-8E45-4C24-8506-983AD3557173}" destId="{AE636997-376F-4F88-BE3C-BC736F56FC5C}" srcOrd="0" destOrd="0" presId="urn:microsoft.com/office/officeart/2005/8/layout/default"/>
    <dgm:cxn modelId="{A2B93BC4-B2BC-41F3-ACBB-47F459D9D41B}" type="presParOf" srcId="{4987D9CA-CA93-4505-BA5D-DDDF050F3246}" destId="{BE75DBB5-958A-4723-BA0C-6E9FA30D8417}" srcOrd="0" destOrd="0" presId="urn:microsoft.com/office/officeart/2005/8/layout/default"/>
    <dgm:cxn modelId="{6AC66614-297E-4E47-B9C1-0545C0D8441A}" type="presParOf" srcId="{4987D9CA-CA93-4505-BA5D-DDDF050F3246}" destId="{D383C401-7E26-4565-B175-A9AB6039457D}" srcOrd="1" destOrd="0" presId="urn:microsoft.com/office/officeart/2005/8/layout/default"/>
    <dgm:cxn modelId="{E113134F-D760-4025-AD76-E90F945FB3E2}" type="presParOf" srcId="{4987D9CA-CA93-4505-BA5D-DDDF050F3246}" destId="{8C1D4063-96A3-4E2F-BD80-F9E66A65EE4A}" srcOrd="2" destOrd="0" presId="urn:microsoft.com/office/officeart/2005/8/layout/default"/>
    <dgm:cxn modelId="{97F5F1DC-8781-47D4-8888-077721976900}" type="presParOf" srcId="{4987D9CA-CA93-4505-BA5D-DDDF050F3246}" destId="{24828386-6F32-4553-9746-D51D989AD197}" srcOrd="3" destOrd="0" presId="urn:microsoft.com/office/officeart/2005/8/layout/default"/>
    <dgm:cxn modelId="{66F32ED1-CA03-4413-ADAA-790D300C06EE}" type="presParOf" srcId="{4987D9CA-CA93-4505-BA5D-DDDF050F3246}" destId="{32A0DA6B-E576-46C2-B2E3-85420E467303}" srcOrd="4" destOrd="0" presId="urn:microsoft.com/office/officeart/2005/8/layout/default"/>
    <dgm:cxn modelId="{3C8AE21B-EC3E-446C-9E33-C80012FC1000}" type="presParOf" srcId="{4987D9CA-CA93-4505-BA5D-DDDF050F3246}" destId="{F207DCE7-6827-49FC-8C7C-1BDF76B1229E}" srcOrd="5" destOrd="0" presId="urn:microsoft.com/office/officeart/2005/8/layout/default"/>
    <dgm:cxn modelId="{1036273F-6372-4A75-83E7-58A128101FB1}" type="presParOf" srcId="{4987D9CA-CA93-4505-BA5D-DDDF050F3246}" destId="{7D7528EE-9B69-424F-BB6C-DC4F545BA7F9}" srcOrd="6" destOrd="0" presId="urn:microsoft.com/office/officeart/2005/8/layout/default"/>
    <dgm:cxn modelId="{B8BD9198-83A4-481B-A581-7F6C0A634CCA}" type="presParOf" srcId="{4987D9CA-CA93-4505-BA5D-DDDF050F3246}" destId="{F7DE957C-F66A-42DA-ACBF-2D1493A9B2DB}" srcOrd="7" destOrd="0" presId="urn:microsoft.com/office/officeart/2005/8/layout/default"/>
    <dgm:cxn modelId="{C78561A8-3716-478E-B7C0-A757F1B5F05A}" type="presParOf" srcId="{4987D9CA-CA93-4505-BA5D-DDDF050F3246}" destId="{3285E7CA-A390-4123-92A8-2C2E299D3D19}" srcOrd="8" destOrd="0" presId="urn:microsoft.com/office/officeart/2005/8/layout/default"/>
    <dgm:cxn modelId="{FDE0A7E5-458A-4A1F-A410-AD944F441C20}" type="presParOf" srcId="{4987D9CA-CA93-4505-BA5D-DDDF050F3246}" destId="{2D559CE2-BB6A-4D26-AEB0-6C5833953BF2}" srcOrd="9" destOrd="0" presId="urn:microsoft.com/office/officeart/2005/8/layout/default"/>
    <dgm:cxn modelId="{13305093-DE24-4856-A7F3-D9DF47B63853}" type="presParOf" srcId="{4987D9CA-CA93-4505-BA5D-DDDF050F3246}" destId="{78C0C4EA-469C-47BD-8079-719E4B166789}" srcOrd="10" destOrd="0" presId="urn:microsoft.com/office/officeart/2005/8/layout/default"/>
    <dgm:cxn modelId="{7A163725-F84F-43A2-B304-768A6C91BEEB}" type="presParOf" srcId="{4987D9CA-CA93-4505-BA5D-DDDF050F3246}" destId="{014B9CFB-ACC3-409B-9F38-1A34AE7B9C10}" srcOrd="11" destOrd="0" presId="urn:microsoft.com/office/officeart/2005/8/layout/default"/>
    <dgm:cxn modelId="{D7C41AEB-9CB5-4B04-B68F-02A85BF27284}" type="presParOf" srcId="{4987D9CA-CA93-4505-BA5D-DDDF050F3246}" destId="{1526B9C0-98EF-44E1-B971-DD9BF6A597E1}" srcOrd="12" destOrd="0" presId="urn:microsoft.com/office/officeart/2005/8/layout/default"/>
    <dgm:cxn modelId="{5F2EE657-1917-44A2-997E-CEAE628ADE1B}" type="presParOf" srcId="{4987D9CA-CA93-4505-BA5D-DDDF050F3246}" destId="{24B95A77-4CB4-42AA-ADE9-D35DD736A00E}" srcOrd="13" destOrd="0" presId="urn:microsoft.com/office/officeart/2005/8/layout/default"/>
    <dgm:cxn modelId="{B5E90F82-0F20-48AE-8AEE-CE2A0749780D}" type="presParOf" srcId="{4987D9CA-CA93-4505-BA5D-DDDF050F3246}" destId="{AE636997-376F-4F88-BE3C-BC736F56FC5C}" srcOrd="14" destOrd="0" presId="urn:microsoft.com/office/officeart/2005/8/layout/default"/>
    <dgm:cxn modelId="{7718F559-33C8-44CB-A337-1FAD6DB7891C}" type="presParOf" srcId="{4987D9CA-CA93-4505-BA5D-DDDF050F3246}" destId="{BFBA8FB3-92F6-4F92-AAAC-C4F891D574F8}" srcOrd="15" destOrd="0" presId="urn:microsoft.com/office/officeart/2005/8/layout/default"/>
    <dgm:cxn modelId="{39A8F935-5DD3-4293-9FD4-ACCD4F9F841F}" type="presParOf" srcId="{4987D9CA-CA93-4505-BA5D-DDDF050F3246}" destId="{B2F150B9-8A6C-4A46-84EE-329C05CCFB94}" srcOrd="16" destOrd="0" presId="urn:microsoft.com/office/officeart/2005/8/layout/default"/>
    <dgm:cxn modelId="{1AFBD4CF-1B56-4A06-BD72-C5B510FC7F26}" type="presParOf" srcId="{4987D9CA-CA93-4505-BA5D-DDDF050F3246}" destId="{73052A49-17E8-472F-A0BD-CFB1EAEEB8AD}" srcOrd="17" destOrd="0" presId="urn:microsoft.com/office/officeart/2005/8/layout/default"/>
    <dgm:cxn modelId="{9BB9BFF2-190C-409C-9331-E2AC321DB8D4}" type="presParOf" srcId="{4987D9CA-CA93-4505-BA5D-DDDF050F3246}" destId="{95147D2D-927F-45FC-9694-36A2AA7AEACC}" srcOrd="18" destOrd="0" presId="urn:microsoft.com/office/officeart/2005/8/layout/default"/>
    <dgm:cxn modelId="{B494E378-ABB5-436F-856B-7DEF42D803B5}" type="presParOf" srcId="{4987D9CA-CA93-4505-BA5D-DDDF050F3246}" destId="{D3205B5F-8F1C-468F-8A44-19853E9F7381}" srcOrd="19" destOrd="0" presId="urn:microsoft.com/office/officeart/2005/8/layout/default"/>
    <dgm:cxn modelId="{EF8B1C88-D6EA-40AE-9A88-817672D212DE}" type="presParOf" srcId="{4987D9CA-CA93-4505-BA5D-DDDF050F3246}" destId="{7CDB761E-6394-4439-8874-489638D9B894}" srcOrd="20" destOrd="0" presId="urn:microsoft.com/office/officeart/2005/8/layout/default"/>
    <dgm:cxn modelId="{98E51B1F-2056-4B2E-ACC7-746F693C95DF}" type="presParOf" srcId="{4987D9CA-CA93-4505-BA5D-DDDF050F3246}" destId="{0F47B4A4-92C5-4C2D-BFE5-8A3C81948B4C}" srcOrd="21" destOrd="0" presId="urn:microsoft.com/office/officeart/2005/8/layout/default"/>
    <dgm:cxn modelId="{11F9C81F-B9C0-4466-8481-24BD40CC20DC}" type="presParOf" srcId="{4987D9CA-CA93-4505-BA5D-DDDF050F3246}" destId="{81C33FF7-8DDE-443D-AA19-250EA32D2525}" srcOrd="22" destOrd="0" presId="urn:microsoft.com/office/officeart/2005/8/layout/default"/>
    <dgm:cxn modelId="{2D27B428-7FB1-4E7A-AB6B-046182C6BF63}" type="presParOf" srcId="{4987D9CA-CA93-4505-BA5D-DDDF050F3246}" destId="{A2E0F7D3-218A-4C72-B1B3-268C308F910B}" srcOrd="23" destOrd="0" presId="urn:microsoft.com/office/officeart/2005/8/layout/default"/>
    <dgm:cxn modelId="{E53CDDA4-6B81-4B95-AF3D-24DA953AA5A9}" type="presParOf" srcId="{4987D9CA-CA93-4505-BA5D-DDDF050F3246}" destId="{CBB9DFA7-D7E6-4203-82DE-F9FB72B9581B}" srcOrd="2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F01180-2884-4C2A-A436-65AA1911CC08}" type="doc">
      <dgm:prSet loTypeId="urn:microsoft.com/office/officeart/2018/2/layout/IconVerticalSolidList" loCatId="icon" qsTypeId="urn:microsoft.com/office/officeart/2005/8/quickstyle/simple1#3" qsCatId="simple" csTypeId="urn:microsoft.com/office/officeart/2018/5/colors/Iconchunking_neutralicontext_colorful1" csCatId="colorful" phldr="1"/>
      <dgm:spPr/>
      <dgm:t>
        <a:bodyPr/>
        <a:lstStyle/>
        <a:p>
          <a:endParaRPr lang="en-US"/>
        </a:p>
      </dgm:t>
    </dgm:pt>
    <dgm:pt modelId="{08F1E853-884D-4F07-8897-2B855F107C70}">
      <dgm:prSet/>
      <dgm:spPr/>
      <dgm:t>
        <a:bodyPr/>
        <a:lstStyle/>
        <a:p>
          <a:r>
            <a:rPr lang="en-US"/>
            <a:t>Diseases that are of long duration, progress slowly, and are generally not curable but manageable. </a:t>
          </a:r>
        </a:p>
      </dgm:t>
    </dgm:pt>
    <dgm:pt modelId="{E8352352-7F7F-4122-B1EC-829D7442673A}" type="parTrans" cxnId="{609F354F-D3BD-41FB-87A9-62084F7EC0FF}">
      <dgm:prSet/>
      <dgm:spPr/>
      <dgm:t>
        <a:bodyPr/>
        <a:lstStyle/>
        <a:p>
          <a:endParaRPr lang="en-US"/>
        </a:p>
      </dgm:t>
    </dgm:pt>
    <dgm:pt modelId="{A71DEBE5-0A40-4F68-A095-94B395FF0A40}" type="sibTrans" cxnId="{609F354F-D3BD-41FB-87A9-62084F7EC0FF}">
      <dgm:prSet/>
      <dgm:spPr/>
      <dgm:t>
        <a:bodyPr/>
        <a:lstStyle/>
        <a:p>
          <a:endParaRPr lang="en-US"/>
        </a:p>
      </dgm:t>
    </dgm:pt>
    <dgm:pt modelId="{5D5C1DE3-CDAF-4D50-BFB5-6125F0F8FEDB}">
      <dgm:prSet/>
      <dgm:spPr/>
      <dgm:t>
        <a:bodyPr/>
        <a:lstStyle/>
        <a:p>
          <a:r>
            <a:rPr lang="en-US"/>
            <a:t>These include noncommunicable diseases (NCDs) such as cardiovascular diseases, diabetes, chronic respiratory diseases, and cancer.</a:t>
          </a:r>
        </a:p>
      </dgm:t>
    </dgm:pt>
    <dgm:pt modelId="{528BDB78-F5F1-4B05-B141-D79F21FA0AE1}" type="parTrans" cxnId="{CEDC2875-68CD-4BB2-8605-E69AFACE3A60}">
      <dgm:prSet/>
      <dgm:spPr/>
      <dgm:t>
        <a:bodyPr/>
        <a:lstStyle/>
        <a:p>
          <a:endParaRPr lang="en-US"/>
        </a:p>
      </dgm:t>
    </dgm:pt>
    <dgm:pt modelId="{6F0116D8-7AC8-4F57-BEC4-5E403A327624}" type="sibTrans" cxnId="{CEDC2875-68CD-4BB2-8605-E69AFACE3A60}">
      <dgm:prSet/>
      <dgm:spPr/>
      <dgm:t>
        <a:bodyPr/>
        <a:lstStyle/>
        <a:p>
          <a:endParaRPr lang="en-US"/>
        </a:p>
      </dgm:t>
    </dgm:pt>
    <dgm:pt modelId="{A1747DD3-4602-4777-947A-23CC8BBF1112}">
      <dgm:prSet/>
      <dgm:spPr/>
      <dgm:t>
        <a:bodyPr/>
        <a:lstStyle/>
        <a:p>
          <a:r>
            <a:rPr lang="en-US"/>
            <a:t>They often lead to significant health burdens, reduced quality of life, and increased healthcare costs.</a:t>
          </a:r>
        </a:p>
      </dgm:t>
    </dgm:pt>
    <dgm:pt modelId="{4B047D21-04B9-41CF-8B57-AEE852595D33}" type="parTrans" cxnId="{5B23AF48-F3C9-4C43-9628-7B048B729FF8}">
      <dgm:prSet/>
      <dgm:spPr/>
      <dgm:t>
        <a:bodyPr/>
        <a:lstStyle/>
        <a:p>
          <a:endParaRPr lang="en-US"/>
        </a:p>
      </dgm:t>
    </dgm:pt>
    <dgm:pt modelId="{95B13F28-E44C-4F29-88EA-44F8B5E574F8}" type="sibTrans" cxnId="{5B23AF48-F3C9-4C43-9628-7B048B729FF8}">
      <dgm:prSet/>
      <dgm:spPr/>
      <dgm:t>
        <a:bodyPr/>
        <a:lstStyle/>
        <a:p>
          <a:endParaRPr lang="en-US"/>
        </a:p>
      </dgm:t>
    </dgm:pt>
    <dgm:pt modelId="{E8054BE5-9FF3-4007-B6DE-154678EA3477}" type="pres">
      <dgm:prSet presAssocID="{EEF01180-2884-4C2A-A436-65AA1911CC08}" presName="root" presStyleCnt="0">
        <dgm:presLayoutVars>
          <dgm:dir/>
          <dgm:resizeHandles val="exact"/>
        </dgm:presLayoutVars>
      </dgm:prSet>
      <dgm:spPr/>
    </dgm:pt>
    <dgm:pt modelId="{8AA84A1E-AD43-45EF-A2DB-688DDF7D9957}" type="pres">
      <dgm:prSet presAssocID="{08F1E853-884D-4F07-8897-2B855F107C70}" presName="compNode" presStyleCnt="0"/>
      <dgm:spPr/>
    </dgm:pt>
    <dgm:pt modelId="{D6E1054C-6597-4F3B-897D-E9E272422EA0}" type="pres">
      <dgm:prSet presAssocID="{08F1E853-884D-4F07-8897-2B855F107C70}" presName="bgRect" presStyleLbl="bgShp" presStyleIdx="0" presStyleCnt="3"/>
      <dgm:spPr/>
    </dgm:pt>
    <dgm:pt modelId="{2DFB248C-6D41-4D47-A0EF-8651D82B5B1D}" type="pres">
      <dgm:prSet presAssocID="{08F1E853-884D-4F07-8897-2B855F107C7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tor"/>
        </a:ext>
      </dgm:extLst>
    </dgm:pt>
    <dgm:pt modelId="{B457B243-5979-4D87-879D-550274478E5B}" type="pres">
      <dgm:prSet presAssocID="{08F1E853-884D-4F07-8897-2B855F107C70}" presName="spaceRect" presStyleCnt="0"/>
      <dgm:spPr/>
    </dgm:pt>
    <dgm:pt modelId="{EDA0C672-C488-4C4F-962B-0FD7D9200E2B}" type="pres">
      <dgm:prSet presAssocID="{08F1E853-884D-4F07-8897-2B855F107C70}" presName="parTx" presStyleLbl="revTx" presStyleIdx="0" presStyleCnt="3">
        <dgm:presLayoutVars>
          <dgm:chMax val="0"/>
          <dgm:chPref val="0"/>
        </dgm:presLayoutVars>
      </dgm:prSet>
      <dgm:spPr/>
    </dgm:pt>
    <dgm:pt modelId="{3429AF3D-AB3D-47E2-A629-AE674CBD4451}" type="pres">
      <dgm:prSet presAssocID="{A71DEBE5-0A40-4F68-A095-94B395FF0A40}" presName="sibTrans" presStyleCnt="0"/>
      <dgm:spPr/>
    </dgm:pt>
    <dgm:pt modelId="{D0421859-7C64-44C1-9A5D-80A4A330735A}" type="pres">
      <dgm:prSet presAssocID="{5D5C1DE3-CDAF-4D50-BFB5-6125F0F8FEDB}" presName="compNode" presStyleCnt="0"/>
      <dgm:spPr/>
    </dgm:pt>
    <dgm:pt modelId="{1AEE0E87-743E-4C41-8952-99FD8E4B076D}" type="pres">
      <dgm:prSet presAssocID="{5D5C1DE3-CDAF-4D50-BFB5-6125F0F8FEDB}" presName="bgRect" presStyleLbl="bgShp" presStyleIdx="1" presStyleCnt="3"/>
      <dgm:spPr/>
    </dgm:pt>
    <dgm:pt modelId="{EFCAF708-01DF-4021-A58B-DF37C82F4B39}" type="pres">
      <dgm:prSet presAssocID="{5D5C1DE3-CDAF-4D50-BFB5-6125F0F8FED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rt Organ"/>
        </a:ext>
      </dgm:extLst>
    </dgm:pt>
    <dgm:pt modelId="{73E28F18-7EEC-4F5D-9F2D-B951FD469963}" type="pres">
      <dgm:prSet presAssocID="{5D5C1DE3-CDAF-4D50-BFB5-6125F0F8FEDB}" presName="spaceRect" presStyleCnt="0"/>
      <dgm:spPr/>
    </dgm:pt>
    <dgm:pt modelId="{73945806-5A22-4D35-B7E4-AC8E8C81B778}" type="pres">
      <dgm:prSet presAssocID="{5D5C1DE3-CDAF-4D50-BFB5-6125F0F8FEDB}" presName="parTx" presStyleLbl="revTx" presStyleIdx="1" presStyleCnt="3">
        <dgm:presLayoutVars>
          <dgm:chMax val="0"/>
          <dgm:chPref val="0"/>
        </dgm:presLayoutVars>
      </dgm:prSet>
      <dgm:spPr/>
    </dgm:pt>
    <dgm:pt modelId="{CD571735-0191-4986-92F6-A0D1A46AF7BE}" type="pres">
      <dgm:prSet presAssocID="{6F0116D8-7AC8-4F57-BEC4-5E403A327624}" presName="sibTrans" presStyleCnt="0"/>
      <dgm:spPr/>
    </dgm:pt>
    <dgm:pt modelId="{FB525642-B3E0-4C9B-A03C-4BF5B02A64BA}" type="pres">
      <dgm:prSet presAssocID="{A1747DD3-4602-4777-947A-23CC8BBF1112}" presName="compNode" presStyleCnt="0"/>
      <dgm:spPr/>
    </dgm:pt>
    <dgm:pt modelId="{5C480507-FBD8-4642-AFE3-B2A4D792AC3D}" type="pres">
      <dgm:prSet presAssocID="{A1747DD3-4602-4777-947A-23CC8BBF1112}" presName="bgRect" presStyleLbl="bgShp" presStyleIdx="2" presStyleCnt="3"/>
      <dgm:spPr/>
    </dgm:pt>
    <dgm:pt modelId="{B9C023E6-BFF5-4D22-956A-9391629ADEB5}" type="pres">
      <dgm:prSet presAssocID="{A1747DD3-4602-4777-947A-23CC8BBF111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ospital"/>
        </a:ext>
      </dgm:extLst>
    </dgm:pt>
    <dgm:pt modelId="{1CDBCE03-C101-46C6-AFDE-A592721B6C7E}" type="pres">
      <dgm:prSet presAssocID="{A1747DD3-4602-4777-947A-23CC8BBF1112}" presName="spaceRect" presStyleCnt="0"/>
      <dgm:spPr/>
    </dgm:pt>
    <dgm:pt modelId="{EEDCC00F-398E-44D5-8D4E-23A689BC92A8}" type="pres">
      <dgm:prSet presAssocID="{A1747DD3-4602-4777-947A-23CC8BBF1112}" presName="parTx" presStyleLbl="revTx" presStyleIdx="2" presStyleCnt="3">
        <dgm:presLayoutVars>
          <dgm:chMax val="0"/>
          <dgm:chPref val="0"/>
        </dgm:presLayoutVars>
      </dgm:prSet>
      <dgm:spPr/>
    </dgm:pt>
  </dgm:ptLst>
  <dgm:cxnLst>
    <dgm:cxn modelId="{F295670F-48AB-4CCC-87F5-4370D01B076D}" type="presOf" srcId="{EEF01180-2884-4C2A-A436-65AA1911CC08}" destId="{E8054BE5-9FF3-4007-B6DE-154678EA3477}" srcOrd="0" destOrd="0" presId="urn:microsoft.com/office/officeart/2018/2/layout/IconVerticalSolidList"/>
    <dgm:cxn modelId="{5B23AF48-F3C9-4C43-9628-7B048B729FF8}" srcId="{EEF01180-2884-4C2A-A436-65AA1911CC08}" destId="{A1747DD3-4602-4777-947A-23CC8BBF1112}" srcOrd="2" destOrd="0" parTransId="{4B047D21-04B9-41CF-8B57-AEE852595D33}" sibTransId="{95B13F28-E44C-4F29-88EA-44F8B5E574F8}"/>
    <dgm:cxn modelId="{609F354F-D3BD-41FB-87A9-62084F7EC0FF}" srcId="{EEF01180-2884-4C2A-A436-65AA1911CC08}" destId="{08F1E853-884D-4F07-8897-2B855F107C70}" srcOrd="0" destOrd="0" parTransId="{E8352352-7F7F-4122-B1EC-829D7442673A}" sibTransId="{A71DEBE5-0A40-4F68-A095-94B395FF0A40}"/>
    <dgm:cxn modelId="{3DB76A4F-3EFB-4032-B949-CCDA32817452}" type="presOf" srcId="{5D5C1DE3-CDAF-4D50-BFB5-6125F0F8FEDB}" destId="{73945806-5A22-4D35-B7E4-AC8E8C81B778}" srcOrd="0" destOrd="0" presId="urn:microsoft.com/office/officeart/2018/2/layout/IconVerticalSolidList"/>
    <dgm:cxn modelId="{CEDC2875-68CD-4BB2-8605-E69AFACE3A60}" srcId="{EEF01180-2884-4C2A-A436-65AA1911CC08}" destId="{5D5C1DE3-CDAF-4D50-BFB5-6125F0F8FEDB}" srcOrd="1" destOrd="0" parTransId="{528BDB78-F5F1-4B05-B141-D79F21FA0AE1}" sibTransId="{6F0116D8-7AC8-4F57-BEC4-5E403A327624}"/>
    <dgm:cxn modelId="{473468A0-434F-4833-AC15-28371751B842}" type="presOf" srcId="{A1747DD3-4602-4777-947A-23CC8BBF1112}" destId="{EEDCC00F-398E-44D5-8D4E-23A689BC92A8}" srcOrd="0" destOrd="0" presId="urn:microsoft.com/office/officeart/2018/2/layout/IconVerticalSolidList"/>
    <dgm:cxn modelId="{8910DDFF-D307-48D0-995D-D8A0C1A4B08F}" type="presOf" srcId="{08F1E853-884D-4F07-8897-2B855F107C70}" destId="{EDA0C672-C488-4C4F-962B-0FD7D9200E2B}" srcOrd="0" destOrd="0" presId="urn:microsoft.com/office/officeart/2018/2/layout/IconVerticalSolidList"/>
    <dgm:cxn modelId="{27DCEB62-CC34-4077-891B-2748A9E56A14}" type="presParOf" srcId="{E8054BE5-9FF3-4007-B6DE-154678EA3477}" destId="{8AA84A1E-AD43-45EF-A2DB-688DDF7D9957}" srcOrd="0" destOrd="0" presId="urn:microsoft.com/office/officeart/2018/2/layout/IconVerticalSolidList"/>
    <dgm:cxn modelId="{D7C1825E-FA84-4386-8D8E-58997EFAAD70}" type="presParOf" srcId="{8AA84A1E-AD43-45EF-A2DB-688DDF7D9957}" destId="{D6E1054C-6597-4F3B-897D-E9E272422EA0}" srcOrd="0" destOrd="0" presId="urn:microsoft.com/office/officeart/2018/2/layout/IconVerticalSolidList"/>
    <dgm:cxn modelId="{3DF5062D-9669-4ADD-B55A-1FCAB39DF1E3}" type="presParOf" srcId="{8AA84A1E-AD43-45EF-A2DB-688DDF7D9957}" destId="{2DFB248C-6D41-4D47-A0EF-8651D82B5B1D}" srcOrd="1" destOrd="0" presId="urn:microsoft.com/office/officeart/2018/2/layout/IconVerticalSolidList"/>
    <dgm:cxn modelId="{3C1DADB5-31EC-499D-8707-2C7302B87D25}" type="presParOf" srcId="{8AA84A1E-AD43-45EF-A2DB-688DDF7D9957}" destId="{B457B243-5979-4D87-879D-550274478E5B}" srcOrd="2" destOrd="0" presId="urn:microsoft.com/office/officeart/2018/2/layout/IconVerticalSolidList"/>
    <dgm:cxn modelId="{24BA8C7E-3D75-4BF8-92BE-28D83B5D7FD6}" type="presParOf" srcId="{8AA84A1E-AD43-45EF-A2DB-688DDF7D9957}" destId="{EDA0C672-C488-4C4F-962B-0FD7D9200E2B}" srcOrd="3" destOrd="0" presId="urn:microsoft.com/office/officeart/2018/2/layout/IconVerticalSolidList"/>
    <dgm:cxn modelId="{CDD743B1-B9FF-4B9D-B9D0-506E389E0A18}" type="presParOf" srcId="{E8054BE5-9FF3-4007-B6DE-154678EA3477}" destId="{3429AF3D-AB3D-47E2-A629-AE674CBD4451}" srcOrd="1" destOrd="0" presId="urn:microsoft.com/office/officeart/2018/2/layout/IconVerticalSolidList"/>
    <dgm:cxn modelId="{9022B805-26C6-44FC-9E6B-D607836EB400}" type="presParOf" srcId="{E8054BE5-9FF3-4007-B6DE-154678EA3477}" destId="{D0421859-7C64-44C1-9A5D-80A4A330735A}" srcOrd="2" destOrd="0" presId="urn:microsoft.com/office/officeart/2018/2/layout/IconVerticalSolidList"/>
    <dgm:cxn modelId="{F8A2C904-7384-40C5-A834-3427689A4AA2}" type="presParOf" srcId="{D0421859-7C64-44C1-9A5D-80A4A330735A}" destId="{1AEE0E87-743E-4C41-8952-99FD8E4B076D}" srcOrd="0" destOrd="0" presId="urn:microsoft.com/office/officeart/2018/2/layout/IconVerticalSolidList"/>
    <dgm:cxn modelId="{D35D7C82-0EAD-48FA-9B1E-CF426AF9CAEE}" type="presParOf" srcId="{D0421859-7C64-44C1-9A5D-80A4A330735A}" destId="{EFCAF708-01DF-4021-A58B-DF37C82F4B39}" srcOrd="1" destOrd="0" presId="urn:microsoft.com/office/officeart/2018/2/layout/IconVerticalSolidList"/>
    <dgm:cxn modelId="{360FEF8F-5880-4F14-BEA8-F35836D66570}" type="presParOf" srcId="{D0421859-7C64-44C1-9A5D-80A4A330735A}" destId="{73E28F18-7EEC-4F5D-9F2D-B951FD469963}" srcOrd="2" destOrd="0" presId="urn:microsoft.com/office/officeart/2018/2/layout/IconVerticalSolidList"/>
    <dgm:cxn modelId="{B293A13F-12EF-4791-A9A1-BF094BAD7703}" type="presParOf" srcId="{D0421859-7C64-44C1-9A5D-80A4A330735A}" destId="{73945806-5A22-4D35-B7E4-AC8E8C81B778}" srcOrd="3" destOrd="0" presId="urn:microsoft.com/office/officeart/2018/2/layout/IconVerticalSolidList"/>
    <dgm:cxn modelId="{B39DADBA-DB92-407D-95AC-A540BB5CF2FD}" type="presParOf" srcId="{E8054BE5-9FF3-4007-B6DE-154678EA3477}" destId="{CD571735-0191-4986-92F6-A0D1A46AF7BE}" srcOrd="3" destOrd="0" presId="urn:microsoft.com/office/officeart/2018/2/layout/IconVerticalSolidList"/>
    <dgm:cxn modelId="{232761EC-75C0-4054-AAE8-75308CA2E81A}" type="presParOf" srcId="{E8054BE5-9FF3-4007-B6DE-154678EA3477}" destId="{FB525642-B3E0-4C9B-A03C-4BF5B02A64BA}" srcOrd="4" destOrd="0" presId="urn:microsoft.com/office/officeart/2018/2/layout/IconVerticalSolidList"/>
    <dgm:cxn modelId="{51C997BF-7728-4D98-A89E-E0D39AAF17D4}" type="presParOf" srcId="{FB525642-B3E0-4C9B-A03C-4BF5B02A64BA}" destId="{5C480507-FBD8-4642-AFE3-B2A4D792AC3D}" srcOrd="0" destOrd="0" presId="urn:microsoft.com/office/officeart/2018/2/layout/IconVerticalSolidList"/>
    <dgm:cxn modelId="{346011B5-B676-4DAD-8539-2A9721E957E9}" type="presParOf" srcId="{FB525642-B3E0-4C9B-A03C-4BF5B02A64BA}" destId="{B9C023E6-BFF5-4D22-956A-9391629ADEB5}" srcOrd="1" destOrd="0" presId="urn:microsoft.com/office/officeart/2018/2/layout/IconVerticalSolidList"/>
    <dgm:cxn modelId="{B5CD9C67-1C90-4025-9E99-4BB6EC2F2654}" type="presParOf" srcId="{FB525642-B3E0-4C9B-A03C-4BF5B02A64BA}" destId="{1CDBCE03-C101-46C6-AFDE-A592721B6C7E}" srcOrd="2" destOrd="0" presId="urn:microsoft.com/office/officeart/2018/2/layout/IconVerticalSolidList"/>
    <dgm:cxn modelId="{1105CE24-EFF3-4F19-8684-C48844229D0F}" type="presParOf" srcId="{FB525642-B3E0-4C9B-A03C-4BF5B02A64BA}" destId="{EEDCC00F-398E-44D5-8D4E-23A689BC92A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2A5A4E-5B51-4166-A4CD-0E84D62CB9F2}" type="doc">
      <dgm:prSet loTypeId="urn:microsoft.com/office/officeart/2018/2/layout/IconVerticalSolidList" loCatId="icon" qsTypeId="urn:microsoft.com/office/officeart/2005/8/quickstyle/simple1#4" qsCatId="simple" csTypeId="urn:microsoft.com/office/officeart/2018/5/colors/Iconchunking_neutralbg_accent0_3" csCatId="mainScheme" phldr="1"/>
      <dgm:spPr/>
      <dgm:t>
        <a:bodyPr/>
        <a:lstStyle/>
        <a:p>
          <a:endParaRPr lang="en-US"/>
        </a:p>
      </dgm:t>
    </dgm:pt>
    <dgm:pt modelId="{3C2B4B36-B418-4DCF-9F28-F5E4749D408E}">
      <dgm:prSet/>
      <dgm:spPr/>
      <dgm:t>
        <a:bodyPr/>
        <a:lstStyle/>
        <a:p>
          <a:r>
            <a:rPr lang="en-US" b="1"/>
            <a:t>Prolonged Duration</a:t>
          </a:r>
          <a:r>
            <a:rPr lang="en-US"/>
            <a:t>: Lasting months to years.</a:t>
          </a:r>
        </a:p>
      </dgm:t>
    </dgm:pt>
    <dgm:pt modelId="{D52AAD21-246E-4D51-A005-E144A8958D65}" type="parTrans" cxnId="{C8B06994-33EA-43B8-A685-13B22D2B94E9}">
      <dgm:prSet/>
      <dgm:spPr/>
      <dgm:t>
        <a:bodyPr/>
        <a:lstStyle/>
        <a:p>
          <a:endParaRPr lang="en-US"/>
        </a:p>
      </dgm:t>
    </dgm:pt>
    <dgm:pt modelId="{6A857932-1036-48E0-A306-F41CDFF6D1A4}" type="sibTrans" cxnId="{C8B06994-33EA-43B8-A685-13B22D2B94E9}">
      <dgm:prSet/>
      <dgm:spPr/>
      <dgm:t>
        <a:bodyPr/>
        <a:lstStyle/>
        <a:p>
          <a:endParaRPr lang="en-US"/>
        </a:p>
      </dgm:t>
    </dgm:pt>
    <dgm:pt modelId="{41A77867-EE09-48B8-8C6D-789DCD344D0C}">
      <dgm:prSet/>
      <dgm:spPr/>
      <dgm:t>
        <a:bodyPr/>
        <a:lstStyle/>
        <a:p>
          <a:r>
            <a:rPr lang="en-US" b="1"/>
            <a:t>Complex Etiology</a:t>
          </a:r>
          <a:r>
            <a:rPr lang="en-US"/>
            <a:t>: Often caused by a combination of genetic, physiological, environmental, and behavioral factors.</a:t>
          </a:r>
        </a:p>
      </dgm:t>
    </dgm:pt>
    <dgm:pt modelId="{0044F8FD-585C-4E52-AED5-A91D4F8D09BE}" type="parTrans" cxnId="{4584C654-80EA-46AA-9279-8E1CCAC5E3FE}">
      <dgm:prSet/>
      <dgm:spPr/>
      <dgm:t>
        <a:bodyPr/>
        <a:lstStyle/>
        <a:p>
          <a:endParaRPr lang="en-US"/>
        </a:p>
      </dgm:t>
    </dgm:pt>
    <dgm:pt modelId="{4DF544DD-5DD3-4023-8F60-ED2E9A390BCE}" type="sibTrans" cxnId="{4584C654-80EA-46AA-9279-8E1CCAC5E3FE}">
      <dgm:prSet/>
      <dgm:spPr/>
      <dgm:t>
        <a:bodyPr/>
        <a:lstStyle/>
        <a:p>
          <a:endParaRPr lang="en-US"/>
        </a:p>
      </dgm:t>
    </dgm:pt>
    <dgm:pt modelId="{945E3695-7E29-433C-9694-01E4D44AED5C}">
      <dgm:prSet/>
      <dgm:spPr/>
      <dgm:t>
        <a:bodyPr/>
        <a:lstStyle/>
        <a:p>
          <a:r>
            <a:rPr lang="en-US" b="1"/>
            <a:t>Impact on Quality of Life</a:t>
          </a:r>
          <a:r>
            <a:rPr lang="en-US"/>
            <a:t>: They can impair daily functioning and productivity.</a:t>
          </a:r>
        </a:p>
      </dgm:t>
    </dgm:pt>
    <dgm:pt modelId="{3120E17F-C015-4C87-83DA-E22A3C84D906}" type="parTrans" cxnId="{5E170A58-5DF8-4911-9718-E16AA0C00FE0}">
      <dgm:prSet/>
      <dgm:spPr/>
      <dgm:t>
        <a:bodyPr/>
        <a:lstStyle/>
        <a:p>
          <a:endParaRPr lang="en-US"/>
        </a:p>
      </dgm:t>
    </dgm:pt>
    <dgm:pt modelId="{C3995240-EDE5-4FC8-92A3-1AE8F00F7B23}" type="sibTrans" cxnId="{5E170A58-5DF8-4911-9718-E16AA0C00FE0}">
      <dgm:prSet/>
      <dgm:spPr/>
      <dgm:t>
        <a:bodyPr/>
        <a:lstStyle/>
        <a:p>
          <a:endParaRPr lang="en-US"/>
        </a:p>
      </dgm:t>
    </dgm:pt>
    <dgm:pt modelId="{08065EE2-06FB-4DD5-B087-B19E6F0D590B}">
      <dgm:prSet/>
      <dgm:spPr/>
      <dgm:t>
        <a:bodyPr/>
        <a:lstStyle/>
        <a:p>
          <a:r>
            <a:rPr lang="en-US" b="1"/>
            <a:t>Management</a:t>
          </a:r>
          <a:r>
            <a:rPr lang="en-US"/>
            <a:t> </a:t>
          </a:r>
          <a:r>
            <a:rPr lang="en-US" b="1"/>
            <a:t>Focus</a:t>
          </a:r>
          <a:r>
            <a:rPr lang="en-US"/>
            <a:t>: Emphasis is on prevention, early detection, and effective management rather than a cure.</a:t>
          </a:r>
        </a:p>
      </dgm:t>
    </dgm:pt>
    <dgm:pt modelId="{5682CB04-FEBD-4B2A-A4AA-9F4A1075B2DF}" type="parTrans" cxnId="{A3D5E466-9B0A-41CF-BC00-B71151402BEA}">
      <dgm:prSet/>
      <dgm:spPr/>
      <dgm:t>
        <a:bodyPr/>
        <a:lstStyle/>
        <a:p>
          <a:endParaRPr lang="en-US"/>
        </a:p>
      </dgm:t>
    </dgm:pt>
    <dgm:pt modelId="{ED205798-66D2-4170-BBE0-537756567EAA}" type="sibTrans" cxnId="{A3D5E466-9B0A-41CF-BC00-B71151402BEA}">
      <dgm:prSet/>
      <dgm:spPr/>
      <dgm:t>
        <a:bodyPr/>
        <a:lstStyle/>
        <a:p>
          <a:endParaRPr lang="en-US"/>
        </a:p>
      </dgm:t>
    </dgm:pt>
    <dgm:pt modelId="{A3CC39EB-84BB-4208-A447-9CFC22D83F1F}" type="pres">
      <dgm:prSet presAssocID="{D02A5A4E-5B51-4166-A4CD-0E84D62CB9F2}" presName="root" presStyleCnt="0">
        <dgm:presLayoutVars>
          <dgm:dir/>
          <dgm:resizeHandles val="exact"/>
        </dgm:presLayoutVars>
      </dgm:prSet>
      <dgm:spPr/>
    </dgm:pt>
    <dgm:pt modelId="{DC8DEFDF-6DC2-49E1-9388-9D16741D7C01}" type="pres">
      <dgm:prSet presAssocID="{3C2B4B36-B418-4DCF-9F28-F5E4749D408E}" presName="compNode" presStyleCnt="0"/>
      <dgm:spPr/>
    </dgm:pt>
    <dgm:pt modelId="{0B6F3DF6-C4FD-4DDE-8B3A-959C972D4615}" type="pres">
      <dgm:prSet presAssocID="{3C2B4B36-B418-4DCF-9F28-F5E4749D408E}" presName="bgRect" presStyleLbl="bgShp" presStyleIdx="0" presStyleCnt="4"/>
      <dgm:spPr/>
    </dgm:pt>
    <dgm:pt modelId="{C63554AD-7231-46A8-A26B-8F6A7F47D552}" type="pres">
      <dgm:prSet presAssocID="{3C2B4B36-B418-4DCF-9F28-F5E4749D408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peed Bump"/>
        </a:ext>
      </dgm:extLst>
    </dgm:pt>
    <dgm:pt modelId="{46C3704D-780A-4F5A-8DB4-FD1DF49113A1}" type="pres">
      <dgm:prSet presAssocID="{3C2B4B36-B418-4DCF-9F28-F5E4749D408E}" presName="spaceRect" presStyleCnt="0"/>
      <dgm:spPr/>
    </dgm:pt>
    <dgm:pt modelId="{6046F963-0953-4870-8FFA-22AD4E55F7E7}" type="pres">
      <dgm:prSet presAssocID="{3C2B4B36-B418-4DCF-9F28-F5E4749D408E}" presName="parTx" presStyleLbl="revTx" presStyleIdx="0" presStyleCnt="4">
        <dgm:presLayoutVars>
          <dgm:chMax val="0"/>
          <dgm:chPref val="0"/>
        </dgm:presLayoutVars>
      </dgm:prSet>
      <dgm:spPr/>
    </dgm:pt>
    <dgm:pt modelId="{390C64C6-3B91-40DC-8ABB-892897EBC2E1}" type="pres">
      <dgm:prSet presAssocID="{6A857932-1036-48E0-A306-F41CDFF6D1A4}" presName="sibTrans" presStyleCnt="0"/>
      <dgm:spPr/>
    </dgm:pt>
    <dgm:pt modelId="{47B7DF6E-3608-4073-953C-C7E01A630FDF}" type="pres">
      <dgm:prSet presAssocID="{41A77867-EE09-48B8-8C6D-789DCD344D0C}" presName="compNode" presStyleCnt="0"/>
      <dgm:spPr/>
    </dgm:pt>
    <dgm:pt modelId="{01219F0F-F14C-43B0-A319-757AF1355959}" type="pres">
      <dgm:prSet presAssocID="{41A77867-EE09-48B8-8C6D-789DCD344D0C}" presName="bgRect" presStyleLbl="bgShp" presStyleIdx="1" presStyleCnt="4"/>
      <dgm:spPr/>
    </dgm:pt>
    <dgm:pt modelId="{79A42468-03A7-4043-AA94-02683D954AB3}" type="pres">
      <dgm:prSet presAssocID="{41A77867-EE09-48B8-8C6D-789DCD344D0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NA"/>
        </a:ext>
      </dgm:extLst>
    </dgm:pt>
    <dgm:pt modelId="{DC827D54-B47A-43A0-8E57-F1FFB23BE8CE}" type="pres">
      <dgm:prSet presAssocID="{41A77867-EE09-48B8-8C6D-789DCD344D0C}" presName="spaceRect" presStyleCnt="0"/>
      <dgm:spPr/>
    </dgm:pt>
    <dgm:pt modelId="{7599197F-DFBC-407D-94D9-8C5B7C9BA638}" type="pres">
      <dgm:prSet presAssocID="{41A77867-EE09-48B8-8C6D-789DCD344D0C}" presName="parTx" presStyleLbl="revTx" presStyleIdx="1" presStyleCnt="4">
        <dgm:presLayoutVars>
          <dgm:chMax val="0"/>
          <dgm:chPref val="0"/>
        </dgm:presLayoutVars>
      </dgm:prSet>
      <dgm:spPr/>
    </dgm:pt>
    <dgm:pt modelId="{8610E176-863C-4164-B1A4-A1ACC2FACCAF}" type="pres">
      <dgm:prSet presAssocID="{4DF544DD-5DD3-4023-8F60-ED2E9A390BCE}" presName="sibTrans" presStyleCnt="0"/>
      <dgm:spPr/>
    </dgm:pt>
    <dgm:pt modelId="{3F28115E-BE3A-438D-A477-B02A75636DCF}" type="pres">
      <dgm:prSet presAssocID="{945E3695-7E29-433C-9694-01E4D44AED5C}" presName="compNode" presStyleCnt="0"/>
      <dgm:spPr/>
    </dgm:pt>
    <dgm:pt modelId="{0E4DF3B5-3598-482A-B490-633949126708}" type="pres">
      <dgm:prSet presAssocID="{945E3695-7E29-433C-9694-01E4D44AED5C}" presName="bgRect" presStyleLbl="bgShp" presStyleIdx="2" presStyleCnt="4"/>
      <dgm:spPr/>
    </dgm:pt>
    <dgm:pt modelId="{9F605F0D-2EB3-496B-9BF6-78DF79901AAF}" type="pres">
      <dgm:prSet presAssocID="{945E3695-7E29-433C-9694-01E4D44AED5C}"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r Graph with Downward Trend"/>
        </a:ext>
      </dgm:extLst>
    </dgm:pt>
    <dgm:pt modelId="{B24D6D47-E165-47E5-972E-02D5AB9DF773}" type="pres">
      <dgm:prSet presAssocID="{945E3695-7E29-433C-9694-01E4D44AED5C}" presName="spaceRect" presStyleCnt="0"/>
      <dgm:spPr/>
    </dgm:pt>
    <dgm:pt modelId="{7F06103D-8651-4818-9D2A-A20D9F81F38F}" type="pres">
      <dgm:prSet presAssocID="{945E3695-7E29-433C-9694-01E4D44AED5C}" presName="parTx" presStyleLbl="revTx" presStyleIdx="2" presStyleCnt="4">
        <dgm:presLayoutVars>
          <dgm:chMax val="0"/>
          <dgm:chPref val="0"/>
        </dgm:presLayoutVars>
      </dgm:prSet>
      <dgm:spPr/>
    </dgm:pt>
    <dgm:pt modelId="{0576C9DB-9648-4C4C-BC31-29CCE28B8C69}" type="pres">
      <dgm:prSet presAssocID="{C3995240-EDE5-4FC8-92A3-1AE8F00F7B23}" presName="sibTrans" presStyleCnt="0"/>
      <dgm:spPr/>
    </dgm:pt>
    <dgm:pt modelId="{B2360E1F-D223-4A78-B7B8-297F26740119}" type="pres">
      <dgm:prSet presAssocID="{08065EE2-06FB-4DD5-B087-B19E6F0D590B}" presName="compNode" presStyleCnt="0"/>
      <dgm:spPr/>
    </dgm:pt>
    <dgm:pt modelId="{AAE4AC1D-F830-49F4-984A-8DE6602070B0}" type="pres">
      <dgm:prSet presAssocID="{08065EE2-06FB-4DD5-B087-B19E6F0D590B}" presName="bgRect" presStyleLbl="bgShp" presStyleIdx="3" presStyleCnt="4"/>
      <dgm:spPr/>
    </dgm:pt>
    <dgm:pt modelId="{D277A8FA-FBFE-4508-82E2-6B3590EA64D2}" type="pres">
      <dgm:prSet presAssocID="{08065EE2-06FB-4DD5-B087-B19E6F0D590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tor"/>
        </a:ext>
      </dgm:extLst>
    </dgm:pt>
    <dgm:pt modelId="{E2B87EC1-FE49-4BD9-BD95-D381223C56EB}" type="pres">
      <dgm:prSet presAssocID="{08065EE2-06FB-4DD5-B087-B19E6F0D590B}" presName="spaceRect" presStyleCnt="0"/>
      <dgm:spPr/>
    </dgm:pt>
    <dgm:pt modelId="{3FEDF371-0A26-469D-9890-1350B87C4386}" type="pres">
      <dgm:prSet presAssocID="{08065EE2-06FB-4DD5-B087-B19E6F0D590B}" presName="parTx" presStyleLbl="revTx" presStyleIdx="3" presStyleCnt="4">
        <dgm:presLayoutVars>
          <dgm:chMax val="0"/>
          <dgm:chPref val="0"/>
        </dgm:presLayoutVars>
      </dgm:prSet>
      <dgm:spPr/>
    </dgm:pt>
  </dgm:ptLst>
  <dgm:cxnLst>
    <dgm:cxn modelId="{8AD98938-FAEC-4D10-A6C2-F92CB1ADE498}" type="presOf" srcId="{D02A5A4E-5B51-4166-A4CD-0E84D62CB9F2}" destId="{A3CC39EB-84BB-4208-A447-9CFC22D83F1F}" srcOrd="0" destOrd="0" presId="urn:microsoft.com/office/officeart/2018/2/layout/IconVerticalSolidList"/>
    <dgm:cxn modelId="{B3003A64-10D8-4D9F-B18E-B2183CA595E0}" type="presOf" srcId="{41A77867-EE09-48B8-8C6D-789DCD344D0C}" destId="{7599197F-DFBC-407D-94D9-8C5B7C9BA638}" srcOrd="0" destOrd="0" presId="urn:microsoft.com/office/officeart/2018/2/layout/IconVerticalSolidList"/>
    <dgm:cxn modelId="{A3D5E466-9B0A-41CF-BC00-B71151402BEA}" srcId="{D02A5A4E-5B51-4166-A4CD-0E84D62CB9F2}" destId="{08065EE2-06FB-4DD5-B087-B19E6F0D590B}" srcOrd="3" destOrd="0" parTransId="{5682CB04-FEBD-4B2A-A4AA-9F4A1075B2DF}" sibTransId="{ED205798-66D2-4170-BBE0-537756567EAA}"/>
    <dgm:cxn modelId="{4584C654-80EA-46AA-9279-8E1CCAC5E3FE}" srcId="{D02A5A4E-5B51-4166-A4CD-0E84D62CB9F2}" destId="{41A77867-EE09-48B8-8C6D-789DCD344D0C}" srcOrd="1" destOrd="0" parTransId="{0044F8FD-585C-4E52-AED5-A91D4F8D09BE}" sibTransId="{4DF544DD-5DD3-4023-8F60-ED2E9A390BCE}"/>
    <dgm:cxn modelId="{5E170A58-5DF8-4911-9718-E16AA0C00FE0}" srcId="{D02A5A4E-5B51-4166-A4CD-0E84D62CB9F2}" destId="{945E3695-7E29-433C-9694-01E4D44AED5C}" srcOrd="2" destOrd="0" parTransId="{3120E17F-C015-4C87-83DA-E22A3C84D906}" sibTransId="{C3995240-EDE5-4FC8-92A3-1AE8F00F7B23}"/>
    <dgm:cxn modelId="{C8B06994-33EA-43B8-A685-13B22D2B94E9}" srcId="{D02A5A4E-5B51-4166-A4CD-0E84D62CB9F2}" destId="{3C2B4B36-B418-4DCF-9F28-F5E4749D408E}" srcOrd="0" destOrd="0" parTransId="{D52AAD21-246E-4D51-A005-E144A8958D65}" sibTransId="{6A857932-1036-48E0-A306-F41CDFF6D1A4}"/>
    <dgm:cxn modelId="{568F13A6-B38D-446C-A5A4-1AA2F1F3A1C2}" type="presOf" srcId="{3C2B4B36-B418-4DCF-9F28-F5E4749D408E}" destId="{6046F963-0953-4870-8FFA-22AD4E55F7E7}" srcOrd="0" destOrd="0" presId="urn:microsoft.com/office/officeart/2018/2/layout/IconVerticalSolidList"/>
    <dgm:cxn modelId="{8B6978B3-4D1F-4C76-A2DE-00BCC282CABE}" type="presOf" srcId="{08065EE2-06FB-4DD5-B087-B19E6F0D590B}" destId="{3FEDF371-0A26-469D-9890-1350B87C4386}" srcOrd="0" destOrd="0" presId="urn:microsoft.com/office/officeart/2018/2/layout/IconVerticalSolidList"/>
    <dgm:cxn modelId="{0B9CDDE5-C84A-4D75-922A-83AEC346ECED}" type="presOf" srcId="{945E3695-7E29-433C-9694-01E4D44AED5C}" destId="{7F06103D-8651-4818-9D2A-A20D9F81F38F}" srcOrd="0" destOrd="0" presId="urn:microsoft.com/office/officeart/2018/2/layout/IconVerticalSolidList"/>
    <dgm:cxn modelId="{EDAA9669-1AC2-466B-BF7F-146CBFE0C38F}" type="presParOf" srcId="{A3CC39EB-84BB-4208-A447-9CFC22D83F1F}" destId="{DC8DEFDF-6DC2-49E1-9388-9D16741D7C01}" srcOrd="0" destOrd="0" presId="urn:microsoft.com/office/officeart/2018/2/layout/IconVerticalSolidList"/>
    <dgm:cxn modelId="{FB498BC6-41CD-4AC4-91E1-A9C206F23EC0}" type="presParOf" srcId="{DC8DEFDF-6DC2-49E1-9388-9D16741D7C01}" destId="{0B6F3DF6-C4FD-4DDE-8B3A-959C972D4615}" srcOrd="0" destOrd="0" presId="urn:microsoft.com/office/officeart/2018/2/layout/IconVerticalSolidList"/>
    <dgm:cxn modelId="{769F8AF8-545E-4229-B6F3-CC349EE2C963}" type="presParOf" srcId="{DC8DEFDF-6DC2-49E1-9388-9D16741D7C01}" destId="{C63554AD-7231-46A8-A26B-8F6A7F47D552}" srcOrd="1" destOrd="0" presId="urn:microsoft.com/office/officeart/2018/2/layout/IconVerticalSolidList"/>
    <dgm:cxn modelId="{3BEA9A7F-F814-407C-81FA-94B2B57403A3}" type="presParOf" srcId="{DC8DEFDF-6DC2-49E1-9388-9D16741D7C01}" destId="{46C3704D-780A-4F5A-8DB4-FD1DF49113A1}" srcOrd="2" destOrd="0" presId="urn:microsoft.com/office/officeart/2018/2/layout/IconVerticalSolidList"/>
    <dgm:cxn modelId="{064233AA-C807-4689-8603-46F3620E91C8}" type="presParOf" srcId="{DC8DEFDF-6DC2-49E1-9388-9D16741D7C01}" destId="{6046F963-0953-4870-8FFA-22AD4E55F7E7}" srcOrd="3" destOrd="0" presId="urn:microsoft.com/office/officeart/2018/2/layout/IconVerticalSolidList"/>
    <dgm:cxn modelId="{61E8D525-5634-488C-AF21-E85F89E4468E}" type="presParOf" srcId="{A3CC39EB-84BB-4208-A447-9CFC22D83F1F}" destId="{390C64C6-3B91-40DC-8ABB-892897EBC2E1}" srcOrd="1" destOrd="0" presId="urn:microsoft.com/office/officeart/2018/2/layout/IconVerticalSolidList"/>
    <dgm:cxn modelId="{4B8D2B42-3775-459E-A926-0C5652BF44FE}" type="presParOf" srcId="{A3CC39EB-84BB-4208-A447-9CFC22D83F1F}" destId="{47B7DF6E-3608-4073-953C-C7E01A630FDF}" srcOrd="2" destOrd="0" presId="urn:microsoft.com/office/officeart/2018/2/layout/IconVerticalSolidList"/>
    <dgm:cxn modelId="{91D7E3FC-912B-4D36-80B5-DCD5CB1A6FAC}" type="presParOf" srcId="{47B7DF6E-3608-4073-953C-C7E01A630FDF}" destId="{01219F0F-F14C-43B0-A319-757AF1355959}" srcOrd="0" destOrd="0" presId="urn:microsoft.com/office/officeart/2018/2/layout/IconVerticalSolidList"/>
    <dgm:cxn modelId="{859022D2-8A52-48E7-B1C2-D30C01337730}" type="presParOf" srcId="{47B7DF6E-3608-4073-953C-C7E01A630FDF}" destId="{79A42468-03A7-4043-AA94-02683D954AB3}" srcOrd="1" destOrd="0" presId="urn:microsoft.com/office/officeart/2018/2/layout/IconVerticalSolidList"/>
    <dgm:cxn modelId="{FE9810C6-B1CD-4A3F-BC61-5DAE2749B7F5}" type="presParOf" srcId="{47B7DF6E-3608-4073-953C-C7E01A630FDF}" destId="{DC827D54-B47A-43A0-8E57-F1FFB23BE8CE}" srcOrd="2" destOrd="0" presId="urn:microsoft.com/office/officeart/2018/2/layout/IconVerticalSolidList"/>
    <dgm:cxn modelId="{34DEDFE8-1CF0-436E-B818-F51C780A4252}" type="presParOf" srcId="{47B7DF6E-3608-4073-953C-C7E01A630FDF}" destId="{7599197F-DFBC-407D-94D9-8C5B7C9BA638}" srcOrd="3" destOrd="0" presId="urn:microsoft.com/office/officeart/2018/2/layout/IconVerticalSolidList"/>
    <dgm:cxn modelId="{464B0C68-0D09-406E-879E-F06430D986D9}" type="presParOf" srcId="{A3CC39EB-84BB-4208-A447-9CFC22D83F1F}" destId="{8610E176-863C-4164-B1A4-A1ACC2FACCAF}" srcOrd="3" destOrd="0" presId="urn:microsoft.com/office/officeart/2018/2/layout/IconVerticalSolidList"/>
    <dgm:cxn modelId="{94147743-F53C-4248-A3FD-DB1CF14A03FA}" type="presParOf" srcId="{A3CC39EB-84BB-4208-A447-9CFC22D83F1F}" destId="{3F28115E-BE3A-438D-A477-B02A75636DCF}" srcOrd="4" destOrd="0" presId="urn:microsoft.com/office/officeart/2018/2/layout/IconVerticalSolidList"/>
    <dgm:cxn modelId="{65329911-88A8-4F30-8238-4AB6F6185E4F}" type="presParOf" srcId="{3F28115E-BE3A-438D-A477-B02A75636DCF}" destId="{0E4DF3B5-3598-482A-B490-633949126708}" srcOrd="0" destOrd="0" presId="urn:microsoft.com/office/officeart/2018/2/layout/IconVerticalSolidList"/>
    <dgm:cxn modelId="{AB71A045-3BD0-42EF-8486-FC4AAABBAD69}" type="presParOf" srcId="{3F28115E-BE3A-438D-A477-B02A75636DCF}" destId="{9F605F0D-2EB3-496B-9BF6-78DF79901AAF}" srcOrd="1" destOrd="0" presId="urn:microsoft.com/office/officeart/2018/2/layout/IconVerticalSolidList"/>
    <dgm:cxn modelId="{DA610F5D-1EF6-4626-A221-4F28E7FAFC93}" type="presParOf" srcId="{3F28115E-BE3A-438D-A477-B02A75636DCF}" destId="{B24D6D47-E165-47E5-972E-02D5AB9DF773}" srcOrd="2" destOrd="0" presId="urn:microsoft.com/office/officeart/2018/2/layout/IconVerticalSolidList"/>
    <dgm:cxn modelId="{46242F8B-FABE-47F2-9D96-B017D833076F}" type="presParOf" srcId="{3F28115E-BE3A-438D-A477-B02A75636DCF}" destId="{7F06103D-8651-4818-9D2A-A20D9F81F38F}" srcOrd="3" destOrd="0" presId="urn:microsoft.com/office/officeart/2018/2/layout/IconVerticalSolidList"/>
    <dgm:cxn modelId="{D0497263-AA8F-4D02-8479-DBDEDFBA634B}" type="presParOf" srcId="{A3CC39EB-84BB-4208-A447-9CFC22D83F1F}" destId="{0576C9DB-9648-4C4C-BC31-29CCE28B8C69}" srcOrd="5" destOrd="0" presId="urn:microsoft.com/office/officeart/2018/2/layout/IconVerticalSolidList"/>
    <dgm:cxn modelId="{2612284E-BA0C-4B12-AF81-4A9A48189387}" type="presParOf" srcId="{A3CC39EB-84BB-4208-A447-9CFC22D83F1F}" destId="{B2360E1F-D223-4A78-B7B8-297F26740119}" srcOrd="6" destOrd="0" presId="urn:microsoft.com/office/officeart/2018/2/layout/IconVerticalSolidList"/>
    <dgm:cxn modelId="{97AF045D-5FEC-46CC-9BC5-20E2BD05B8A4}" type="presParOf" srcId="{B2360E1F-D223-4A78-B7B8-297F26740119}" destId="{AAE4AC1D-F830-49F4-984A-8DE6602070B0}" srcOrd="0" destOrd="0" presId="urn:microsoft.com/office/officeart/2018/2/layout/IconVerticalSolidList"/>
    <dgm:cxn modelId="{2A9BDA39-93AF-4075-9BD4-AC46F142B9EF}" type="presParOf" srcId="{B2360E1F-D223-4A78-B7B8-297F26740119}" destId="{D277A8FA-FBFE-4508-82E2-6B3590EA64D2}" srcOrd="1" destOrd="0" presId="urn:microsoft.com/office/officeart/2018/2/layout/IconVerticalSolidList"/>
    <dgm:cxn modelId="{8C451E67-C09D-40DD-A239-6FE66885620E}" type="presParOf" srcId="{B2360E1F-D223-4A78-B7B8-297F26740119}" destId="{E2B87EC1-FE49-4BD9-BD95-D381223C56EB}" srcOrd="2" destOrd="0" presId="urn:microsoft.com/office/officeart/2018/2/layout/IconVerticalSolidList"/>
    <dgm:cxn modelId="{EF2AEDC8-ED4C-40FA-98E8-36F65F235C72}" type="presParOf" srcId="{B2360E1F-D223-4A78-B7B8-297F26740119}" destId="{3FEDF371-0A26-469D-9890-1350B87C438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290CE17-BD93-4CE2-A8A4-AD4827BE4C09}" type="doc">
      <dgm:prSet loTypeId="urn:microsoft.com/office/officeart/2005/8/layout/default" loCatId="list" qsTypeId="urn:microsoft.com/office/officeart/2005/8/quickstyle/simple1#5" qsCatId="simple" csTypeId="urn:microsoft.com/office/officeart/2005/8/colors/colorful1#2" csCatId="colorful"/>
      <dgm:spPr/>
      <dgm:t>
        <a:bodyPr/>
        <a:lstStyle/>
        <a:p>
          <a:endParaRPr lang="en-US"/>
        </a:p>
      </dgm:t>
    </dgm:pt>
    <dgm:pt modelId="{BF3FB69C-262B-4B4F-98B0-64FC45941EE0}">
      <dgm:prSet/>
      <dgm:spPr/>
      <dgm:t>
        <a:bodyPr/>
        <a:lstStyle/>
        <a:p>
          <a:r>
            <a:rPr lang="en-US"/>
            <a:t>Respect for inherent dignity and individual autonomy </a:t>
          </a:r>
        </a:p>
      </dgm:t>
    </dgm:pt>
    <dgm:pt modelId="{DFAAE56A-ACA4-42B5-9F7C-9A416EC41F55}" type="parTrans" cxnId="{6B0D8D9F-DB7F-4E59-9660-F821B3FAFD7E}">
      <dgm:prSet/>
      <dgm:spPr/>
      <dgm:t>
        <a:bodyPr/>
        <a:lstStyle/>
        <a:p>
          <a:endParaRPr lang="en-US"/>
        </a:p>
      </dgm:t>
    </dgm:pt>
    <dgm:pt modelId="{D8043070-FCAD-4135-864B-3D14CA9478E1}" type="sibTrans" cxnId="{6B0D8D9F-DB7F-4E59-9660-F821B3FAFD7E}">
      <dgm:prSet/>
      <dgm:spPr/>
      <dgm:t>
        <a:bodyPr/>
        <a:lstStyle/>
        <a:p>
          <a:endParaRPr lang="en-US"/>
        </a:p>
      </dgm:t>
    </dgm:pt>
    <dgm:pt modelId="{F2783C9A-EC32-4A46-A50F-040F178649ED}">
      <dgm:prSet/>
      <dgm:spPr/>
      <dgm:t>
        <a:bodyPr/>
        <a:lstStyle/>
        <a:p>
          <a:r>
            <a:rPr lang="en-US"/>
            <a:t>Nondiscrimination </a:t>
          </a:r>
        </a:p>
      </dgm:t>
    </dgm:pt>
    <dgm:pt modelId="{0ACC5646-2558-48AE-91AC-0D21043CA6B4}" type="parTrans" cxnId="{87EE94C0-F79F-4B57-9694-70E9714E75B9}">
      <dgm:prSet/>
      <dgm:spPr/>
      <dgm:t>
        <a:bodyPr/>
        <a:lstStyle/>
        <a:p>
          <a:endParaRPr lang="en-US"/>
        </a:p>
      </dgm:t>
    </dgm:pt>
    <dgm:pt modelId="{52E045FF-9B6D-4FA6-BFC4-4ED1398B5548}" type="sibTrans" cxnId="{87EE94C0-F79F-4B57-9694-70E9714E75B9}">
      <dgm:prSet/>
      <dgm:spPr/>
      <dgm:t>
        <a:bodyPr/>
        <a:lstStyle/>
        <a:p>
          <a:endParaRPr lang="en-US"/>
        </a:p>
      </dgm:t>
    </dgm:pt>
    <dgm:pt modelId="{6EE40E0B-1E79-43F8-B55D-9AA32ED4F5AA}">
      <dgm:prSet/>
      <dgm:spPr/>
      <dgm:t>
        <a:bodyPr/>
        <a:lstStyle/>
        <a:p>
          <a:r>
            <a:rPr lang="en-US"/>
            <a:t>Full and effective participation and inclusion in society </a:t>
          </a:r>
        </a:p>
      </dgm:t>
    </dgm:pt>
    <dgm:pt modelId="{9F7C2695-D4EC-47B1-8F89-7728C77A4573}" type="parTrans" cxnId="{AA1B9760-C9AC-41E6-A8B9-52B579F167D2}">
      <dgm:prSet/>
      <dgm:spPr/>
      <dgm:t>
        <a:bodyPr/>
        <a:lstStyle/>
        <a:p>
          <a:endParaRPr lang="en-US"/>
        </a:p>
      </dgm:t>
    </dgm:pt>
    <dgm:pt modelId="{EE1325A7-17BA-4153-9C56-81BEAF8C11A9}" type="sibTrans" cxnId="{AA1B9760-C9AC-41E6-A8B9-52B579F167D2}">
      <dgm:prSet/>
      <dgm:spPr/>
      <dgm:t>
        <a:bodyPr/>
        <a:lstStyle/>
        <a:p>
          <a:endParaRPr lang="en-US"/>
        </a:p>
      </dgm:t>
    </dgm:pt>
    <dgm:pt modelId="{B32ABEA5-6DEB-4C60-B869-7BBC42792E38}">
      <dgm:prSet/>
      <dgm:spPr/>
      <dgm:t>
        <a:bodyPr/>
        <a:lstStyle/>
        <a:p>
          <a:r>
            <a:rPr lang="en-US"/>
            <a:t>Respect for difference and acceptance of persons with disabilities as part of human diversity and humanity </a:t>
          </a:r>
        </a:p>
      </dgm:t>
    </dgm:pt>
    <dgm:pt modelId="{FF3F0576-F5F1-4EB4-A37A-55B00A0D8F59}" type="parTrans" cxnId="{475CF17A-E962-4D4B-8B53-1D8D4347DC40}">
      <dgm:prSet/>
      <dgm:spPr/>
      <dgm:t>
        <a:bodyPr/>
        <a:lstStyle/>
        <a:p>
          <a:endParaRPr lang="en-US"/>
        </a:p>
      </dgm:t>
    </dgm:pt>
    <dgm:pt modelId="{E8059AD1-1D0C-4A85-85B9-61620FD8E13A}" type="sibTrans" cxnId="{475CF17A-E962-4D4B-8B53-1D8D4347DC40}">
      <dgm:prSet/>
      <dgm:spPr/>
      <dgm:t>
        <a:bodyPr/>
        <a:lstStyle/>
        <a:p>
          <a:endParaRPr lang="en-US"/>
        </a:p>
      </dgm:t>
    </dgm:pt>
    <dgm:pt modelId="{14473DC5-52D3-483D-83FB-A09F0ECE9AE4}">
      <dgm:prSet/>
      <dgm:spPr/>
      <dgm:t>
        <a:bodyPr/>
        <a:lstStyle/>
        <a:p>
          <a:r>
            <a:rPr lang="en-US"/>
            <a:t>Equality of opportunity </a:t>
          </a:r>
        </a:p>
      </dgm:t>
    </dgm:pt>
    <dgm:pt modelId="{7AB8BCC6-37B9-455C-AB71-3B57886D44DF}" type="parTrans" cxnId="{E643E799-4B3D-496D-92C8-3065FD96494F}">
      <dgm:prSet/>
      <dgm:spPr/>
      <dgm:t>
        <a:bodyPr/>
        <a:lstStyle/>
        <a:p>
          <a:endParaRPr lang="en-US"/>
        </a:p>
      </dgm:t>
    </dgm:pt>
    <dgm:pt modelId="{39202BA5-A344-4F0C-A099-04D06BAB26F9}" type="sibTrans" cxnId="{E643E799-4B3D-496D-92C8-3065FD96494F}">
      <dgm:prSet/>
      <dgm:spPr/>
      <dgm:t>
        <a:bodyPr/>
        <a:lstStyle/>
        <a:p>
          <a:endParaRPr lang="en-US"/>
        </a:p>
      </dgm:t>
    </dgm:pt>
    <dgm:pt modelId="{16B0E97B-0A53-462B-BAEF-4318B770B424}">
      <dgm:prSet/>
      <dgm:spPr/>
      <dgm:t>
        <a:bodyPr/>
        <a:lstStyle/>
        <a:p>
          <a:r>
            <a:rPr lang="en-US"/>
            <a:t>Accessibility </a:t>
          </a:r>
        </a:p>
      </dgm:t>
    </dgm:pt>
    <dgm:pt modelId="{83F4DAD6-B8FA-45CF-9E2A-F62D77113B4F}" type="parTrans" cxnId="{373C5930-8A7C-447C-A617-DDDC591AFA75}">
      <dgm:prSet/>
      <dgm:spPr/>
      <dgm:t>
        <a:bodyPr/>
        <a:lstStyle/>
        <a:p>
          <a:endParaRPr lang="en-US"/>
        </a:p>
      </dgm:t>
    </dgm:pt>
    <dgm:pt modelId="{9A0D7F20-0750-4DC7-AA21-F16D7290B06F}" type="sibTrans" cxnId="{373C5930-8A7C-447C-A617-DDDC591AFA75}">
      <dgm:prSet/>
      <dgm:spPr/>
      <dgm:t>
        <a:bodyPr/>
        <a:lstStyle/>
        <a:p>
          <a:endParaRPr lang="en-US"/>
        </a:p>
      </dgm:t>
    </dgm:pt>
    <dgm:pt modelId="{41C7CE7E-C59A-45B6-99C1-4EB8E7D11ED3}">
      <dgm:prSet/>
      <dgm:spPr/>
      <dgm:t>
        <a:bodyPr/>
        <a:lstStyle/>
        <a:p>
          <a:r>
            <a:rPr lang="en-US"/>
            <a:t>Equality between men and women </a:t>
          </a:r>
        </a:p>
      </dgm:t>
    </dgm:pt>
    <dgm:pt modelId="{83D488C7-AF1C-49E7-BCFB-B7688F27632F}" type="parTrans" cxnId="{089E6840-2D8B-4F23-86D4-03BBD34206D4}">
      <dgm:prSet/>
      <dgm:spPr/>
      <dgm:t>
        <a:bodyPr/>
        <a:lstStyle/>
        <a:p>
          <a:endParaRPr lang="en-US"/>
        </a:p>
      </dgm:t>
    </dgm:pt>
    <dgm:pt modelId="{DA60F593-DA6D-41BD-9A71-7648F41BE8B0}" type="sibTrans" cxnId="{089E6840-2D8B-4F23-86D4-03BBD34206D4}">
      <dgm:prSet/>
      <dgm:spPr/>
      <dgm:t>
        <a:bodyPr/>
        <a:lstStyle/>
        <a:p>
          <a:endParaRPr lang="en-US"/>
        </a:p>
      </dgm:t>
    </dgm:pt>
    <dgm:pt modelId="{8EAACC06-14EE-4F6E-B425-37439549B18C}">
      <dgm:prSet/>
      <dgm:spPr/>
      <dgm:t>
        <a:bodyPr/>
        <a:lstStyle/>
        <a:p>
          <a:r>
            <a:rPr lang="en-US"/>
            <a:t>Respect for evolving capacities of children with disabilities and the right of children with disabilities to preserve their identities </a:t>
          </a:r>
        </a:p>
      </dgm:t>
    </dgm:pt>
    <dgm:pt modelId="{F6C7D7DA-FBB3-4F96-8F80-6ACAB6256844}" type="parTrans" cxnId="{48E86091-45BA-46D8-BA80-1201665E4780}">
      <dgm:prSet/>
      <dgm:spPr/>
      <dgm:t>
        <a:bodyPr/>
        <a:lstStyle/>
        <a:p>
          <a:endParaRPr lang="en-US"/>
        </a:p>
      </dgm:t>
    </dgm:pt>
    <dgm:pt modelId="{8FFA906B-93F7-4E6B-9DC3-8293C9D1C625}" type="sibTrans" cxnId="{48E86091-45BA-46D8-BA80-1201665E4780}">
      <dgm:prSet/>
      <dgm:spPr/>
      <dgm:t>
        <a:bodyPr/>
        <a:lstStyle/>
        <a:p>
          <a:endParaRPr lang="en-US"/>
        </a:p>
      </dgm:t>
    </dgm:pt>
    <dgm:pt modelId="{57B03E7B-8D9E-4449-906E-6A7AC04CA7E0}" type="pres">
      <dgm:prSet presAssocID="{3290CE17-BD93-4CE2-A8A4-AD4827BE4C09}" presName="diagram" presStyleCnt="0">
        <dgm:presLayoutVars>
          <dgm:dir/>
          <dgm:resizeHandles val="exact"/>
        </dgm:presLayoutVars>
      </dgm:prSet>
      <dgm:spPr/>
    </dgm:pt>
    <dgm:pt modelId="{1687C90C-5DC6-4429-BAC7-CDECE1C5BEF5}" type="pres">
      <dgm:prSet presAssocID="{BF3FB69C-262B-4B4F-98B0-64FC45941EE0}" presName="node" presStyleLbl="node1" presStyleIdx="0" presStyleCnt="8">
        <dgm:presLayoutVars>
          <dgm:bulletEnabled val="1"/>
        </dgm:presLayoutVars>
      </dgm:prSet>
      <dgm:spPr/>
    </dgm:pt>
    <dgm:pt modelId="{3CC298D2-329C-45B0-BBC5-4BE800224BA1}" type="pres">
      <dgm:prSet presAssocID="{D8043070-FCAD-4135-864B-3D14CA9478E1}" presName="sibTrans" presStyleCnt="0"/>
      <dgm:spPr/>
    </dgm:pt>
    <dgm:pt modelId="{37772530-345F-4FD8-88C9-F1975AC2A244}" type="pres">
      <dgm:prSet presAssocID="{F2783C9A-EC32-4A46-A50F-040F178649ED}" presName="node" presStyleLbl="node1" presStyleIdx="1" presStyleCnt="8">
        <dgm:presLayoutVars>
          <dgm:bulletEnabled val="1"/>
        </dgm:presLayoutVars>
      </dgm:prSet>
      <dgm:spPr/>
    </dgm:pt>
    <dgm:pt modelId="{27E81EBA-4608-4F28-B71E-57A988FCE8F7}" type="pres">
      <dgm:prSet presAssocID="{52E045FF-9B6D-4FA6-BFC4-4ED1398B5548}" presName="sibTrans" presStyleCnt="0"/>
      <dgm:spPr/>
    </dgm:pt>
    <dgm:pt modelId="{2E07067E-F17F-415D-8339-D556AED95A4D}" type="pres">
      <dgm:prSet presAssocID="{6EE40E0B-1E79-43F8-B55D-9AA32ED4F5AA}" presName="node" presStyleLbl="node1" presStyleIdx="2" presStyleCnt="8">
        <dgm:presLayoutVars>
          <dgm:bulletEnabled val="1"/>
        </dgm:presLayoutVars>
      </dgm:prSet>
      <dgm:spPr/>
    </dgm:pt>
    <dgm:pt modelId="{5896D99C-F701-4186-9009-3AE55A99FDE5}" type="pres">
      <dgm:prSet presAssocID="{EE1325A7-17BA-4153-9C56-81BEAF8C11A9}" presName="sibTrans" presStyleCnt="0"/>
      <dgm:spPr/>
    </dgm:pt>
    <dgm:pt modelId="{B11FB7C2-FD5A-42CC-817B-7A69548D4838}" type="pres">
      <dgm:prSet presAssocID="{B32ABEA5-6DEB-4C60-B869-7BBC42792E38}" presName="node" presStyleLbl="node1" presStyleIdx="3" presStyleCnt="8">
        <dgm:presLayoutVars>
          <dgm:bulletEnabled val="1"/>
        </dgm:presLayoutVars>
      </dgm:prSet>
      <dgm:spPr/>
    </dgm:pt>
    <dgm:pt modelId="{36C472B1-3B52-4042-A23C-8916A0573CB9}" type="pres">
      <dgm:prSet presAssocID="{E8059AD1-1D0C-4A85-85B9-61620FD8E13A}" presName="sibTrans" presStyleCnt="0"/>
      <dgm:spPr/>
    </dgm:pt>
    <dgm:pt modelId="{495897BB-D1DB-4CE3-AAC5-A99A2EE04CDC}" type="pres">
      <dgm:prSet presAssocID="{14473DC5-52D3-483D-83FB-A09F0ECE9AE4}" presName="node" presStyleLbl="node1" presStyleIdx="4" presStyleCnt="8">
        <dgm:presLayoutVars>
          <dgm:bulletEnabled val="1"/>
        </dgm:presLayoutVars>
      </dgm:prSet>
      <dgm:spPr/>
    </dgm:pt>
    <dgm:pt modelId="{0726DE3E-4605-4CBE-91A6-14921D7BD708}" type="pres">
      <dgm:prSet presAssocID="{39202BA5-A344-4F0C-A099-04D06BAB26F9}" presName="sibTrans" presStyleCnt="0"/>
      <dgm:spPr/>
    </dgm:pt>
    <dgm:pt modelId="{D532C03F-DA0A-403F-AB3D-ECC14123F678}" type="pres">
      <dgm:prSet presAssocID="{16B0E97B-0A53-462B-BAEF-4318B770B424}" presName="node" presStyleLbl="node1" presStyleIdx="5" presStyleCnt="8">
        <dgm:presLayoutVars>
          <dgm:bulletEnabled val="1"/>
        </dgm:presLayoutVars>
      </dgm:prSet>
      <dgm:spPr/>
    </dgm:pt>
    <dgm:pt modelId="{1BD84995-5539-45CE-AEE9-6A368E7649D5}" type="pres">
      <dgm:prSet presAssocID="{9A0D7F20-0750-4DC7-AA21-F16D7290B06F}" presName="sibTrans" presStyleCnt="0"/>
      <dgm:spPr/>
    </dgm:pt>
    <dgm:pt modelId="{D7C37F64-B855-4C10-9295-B85B6909F7FD}" type="pres">
      <dgm:prSet presAssocID="{41C7CE7E-C59A-45B6-99C1-4EB8E7D11ED3}" presName="node" presStyleLbl="node1" presStyleIdx="6" presStyleCnt="8">
        <dgm:presLayoutVars>
          <dgm:bulletEnabled val="1"/>
        </dgm:presLayoutVars>
      </dgm:prSet>
      <dgm:spPr/>
    </dgm:pt>
    <dgm:pt modelId="{AC4B42FD-580E-4D1C-A106-D51269CF17B2}" type="pres">
      <dgm:prSet presAssocID="{DA60F593-DA6D-41BD-9A71-7648F41BE8B0}" presName="sibTrans" presStyleCnt="0"/>
      <dgm:spPr/>
    </dgm:pt>
    <dgm:pt modelId="{A8A46E95-F5AD-45C9-9EA7-4CAEB530C7ED}" type="pres">
      <dgm:prSet presAssocID="{8EAACC06-14EE-4F6E-B425-37439549B18C}" presName="node" presStyleLbl="node1" presStyleIdx="7" presStyleCnt="8">
        <dgm:presLayoutVars>
          <dgm:bulletEnabled val="1"/>
        </dgm:presLayoutVars>
      </dgm:prSet>
      <dgm:spPr/>
    </dgm:pt>
  </dgm:ptLst>
  <dgm:cxnLst>
    <dgm:cxn modelId="{116CA328-5CD4-4CFD-8788-F717B878E740}" type="presOf" srcId="{F2783C9A-EC32-4A46-A50F-040F178649ED}" destId="{37772530-345F-4FD8-88C9-F1975AC2A244}" srcOrd="0" destOrd="0" presId="urn:microsoft.com/office/officeart/2005/8/layout/default"/>
    <dgm:cxn modelId="{373C5930-8A7C-447C-A617-DDDC591AFA75}" srcId="{3290CE17-BD93-4CE2-A8A4-AD4827BE4C09}" destId="{16B0E97B-0A53-462B-BAEF-4318B770B424}" srcOrd="5" destOrd="0" parTransId="{83F4DAD6-B8FA-45CF-9E2A-F62D77113B4F}" sibTransId="{9A0D7F20-0750-4DC7-AA21-F16D7290B06F}"/>
    <dgm:cxn modelId="{CF195F35-DDBB-4A59-BFD6-18DCB8547200}" type="presOf" srcId="{41C7CE7E-C59A-45B6-99C1-4EB8E7D11ED3}" destId="{D7C37F64-B855-4C10-9295-B85B6909F7FD}" srcOrd="0" destOrd="0" presId="urn:microsoft.com/office/officeart/2005/8/layout/default"/>
    <dgm:cxn modelId="{089E6840-2D8B-4F23-86D4-03BBD34206D4}" srcId="{3290CE17-BD93-4CE2-A8A4-AD4827BE4C09}" destId="{41C7CE7E-C59A-45B6-99C1-4EB8E7D11ED3}" srcOrd="6" destOrd="0" parTransId="{83D488C7-AF1C-49E7-BCFB-B7688F27632F}" sibTransId="{DA60F593-DA6D-41BD-9A71-7648F41BE8B0}"/>
    <dgm:cxn modelId="{324D6940-36F2-4415-BEE9-C93B25804D3E}" type="presOf" srcId="{BF3FB69C-262B-4B4F-98B0-64FC45941EE0}" destId="{1687C90C-5DC6-4429-BAC7-CDECE1C5BEF5}" srcOrd="0" destOrd="0" presId="urn:microsoft.com/office/officeart/2005/8/layout/default"/>
    <dgm:cxn modelId="{052B5A40-FE55-446B-8BBC-740FACA283D4}" type="presOf" srcId="{14473DC5-52D3-483D-83FB-A09F0ECE9AE4}" destId="{495897BB-D1DB-4CE3-AAC5-A99A2EE04CDC}" srcOrd="0" destOrd="0" presId="urn:microsoft.com/office/officeart/2005/8/layout/default"/>
    <dgm:cxn modelId="{9DF15A5F-EF12-4915-994D-BD7DF6AFBAFA}" type="presOf" srcId="{B32ABEA5-6DEB-4C60-B869-7BBC42792E38}" destId="{B11FB7C2-FD5A-42CC-817B-7A69548D4838}" srcOrd="0" destOrd="0" presId="urn:microsoft.com/office/officeart/2005/8/layout/default"/>
    <dgm:cxn modelId="{AA1B9760-C9AC-41E6-A8B9-52B579F167D2}" srcId="{3290CE17-BD93-4CE2-A8A4-AD4827BE4C09}" destId="{6EE40E0B-1E79-43F8-B55D-9AA32ED4F5AA}" srcOrd="2" destOrd="0" parTransId="{9F7C2695-D4EC-47B1-8F89-7728C77A4573}" sibTransId="{EE1325A7-17BA-4153-9C56-81BEAF8C11A9}"/>
    <dgm:cxn modelId="{475CF17A-E962-4D4B-8B53-1D8D4347DC40}" srcId="{3290CE17-BD93-4CE2-A8A4-AD4827BE4C09}" destId="{B32ABEA5-6DEB-4C60-B869-7BBC42792E38}" srcOrd="3" destOrd="0" parTransId="{FF3F0576-F5F1-4EB4-A37A-55B00A0D8F59}" sibTransId="{E8059AD1-1D0C-4A85-85B9-61620FD8E13A}"/>
    <dgm:cxn modelId="{CFD7E690-7623-4241-A04B-2EE54D66ED18}" type="presOf" srcId="{3290CE17-BD93-4CE2-A8A4-AD4827BE4C09}" destId="{57B03E7B-8D9E-4449-906E-6A7AC04CA7E0}" srcOrd="0" destOrd="0" presId="urn:microsoft.com/office/officeart/2005/8/layout/default"/>
    <dgm:cxn modelId="{48E86091-45BA-46D8-BA80-1201665E4780}" srcId="{3290CE17-BD93-4CE2-A8A4-AD4827BE4C09}" destId="{8EAACC06-14EE-4F6E-B425-37439549B18C}" srcOrd="7" destOrd="0" parTransId="{F6C7D7DA-FBB3-4F96-8F80-6ACAB6256844}" sibTransId="{8FFA906B-93F7-4E6B-9DC3-8293C9D1C625}"/>
    <dgm:cxn modelId="{E643E799-4B3D-496D-92C8-3065FD96494F}" srcId="{3290CE17-BD93-4CE2-A8A4-AD4827BE4C09}" destId="{14473DC5-52D3-483D-83FB-A09F0ECE9AE4}" srcOrd="4" destOrd="0" parTransId="{7AB8BCC6-37B9-455C-AB71-3B57886D44DF}" sibTransId="{39202BA5-A344-4F0C-A099-04D06BAB26F9}"/>
    <dgm:cxn modelId="{6B0D8D9F-DB7F-4E59-9660-F821B3FAFD7E}" srcId="{3290CE17-BD93-4CE2-A8A4-AD4827BE4C09}" destId="{BF3FB69C-262B-4B4F-98B0-64FC45941EE0}" srcOrd="0" destOrd="0" parTransId="{DFAAE56A-ACA4-42B5-9F7C-9A416EC41F55}" sibTransId="{D8043070-FCAD-4135-864B-3D14CA9478E1}"/>
    <dgm:cxn modelId="{130707BF-A937-4735-8D1A-7C7EC0BC6B1C}" type="presOf" srcId="{6EE40E0B-1E79-43F8-B55D-9AA32ED4F5AA}" destId="{2E07067E-F17F-415D-8339-D556AED95A4D}" srcOrd="0" destOrd="0" presId="urn:microsoft.com/office/officeart/2005/8/layout/default"/>
    <dgm:cxn modelId="{87EE94C0-F79F-4B57-9694-70E9714E75B9}" srcId="{3290CE17-BD93-4CE2-A8A4-AD4827BE4C09}" destId="{F2783C9A-EC32-4A46-A50F-040F178649ED}" srcOrd="1" destOrd="0" parTransId="{0ACC5646-2558-48AE-91AC-0D21043CA6B4}" sibTransId="{52E045FF-9B6D-4FA6-BFC4-4ED1398B5548}"/>
    <dgm:cxn modelId="{93570ECB-AB09-44E7-A0CE-0058E10DE403}" type="presOf" srcId="{8EAACC06-14EE-4F6E-B425-37439549B18C}" destId="{A8A46E95-F5AD-45C9-9EA7-4CAEB530C7ED}" srcOrd="0" destOrd="0" presId="urn:microsoft.com/office/officeart/2005/8/layout/default"/>
    <dgm:cxn modelId="{9CC8D8D4-5DE3-4842-A5D1-FBE78FDDFABA}" type="presOf" srcId="{16B0E97B-0A53-462B-BAEF-4318B770B424}" destId="{D532C03F-DA0A-403F-AB3D-ECC14123F678}" srcOrd="0" destOrd="0" presId="urn:microsoft.com/office/officeart/2005/8/layout/default"/>
    <dgm:cxn modelId="{8FAC585A-331E-4AD3-8F32-217D364C7359}" type="presParOf" srcId="{57B03E7B-8D9E-4449-906E-6A7AC04CA7E0}" destId="{1687C90C-5DC6-4429-BAC7-CDECE1C5BEF5}" srcOrd="0" destOrd="0" presId="urn:microsoft.com/office/officeart/2005/8/layout/default"/>
    <dgm:cxn modelId="{4FE173A1-8A1B-408F-B319-4DBC32109EB1}" type="presParOf" srcId="{57B03E7B-8D9E-4449-906E-6A7AC04CA7E0}" destId="{3CC298D2-329C-45B0-BBC5-4BE800224BA1}" srcOrd="1" destOrd="0" presId="urn:microsoft.com/office/officeart/2005/8/layout/default"/>
    <dgm:cxn modelId="{425608AD-995F-44FE-B03C-90267D604E61}" type="presParOf" srcId="{57B03E7B-8D9E-4449-906E-6A7AC04CA7E0}" destId="{37772530-345F-4FD8-88C9-F1975AC2A244}" srcOrd="2" destOrd="0" presId="urn:microsoft.com/office/officeart/2005/8/layout/default"/>
    <dgm:cxn modelId="{B90601C9-6AA8-4F5B-80C8-1310C645630C}" type="presParOf" srcId="{57B03E7B-8D9E-4449-906E-6A7AC04CA7E0}" destId="{27E81EBA-4608-4F28-B71E-57A988FCE8F7}" srcOrd="3" destOrd="0" presId="urn:microsoft.com/office/officeart/2005/8/layout/default"/>
    <dgm:cxn modelId="{C617CCEB-6B98-417E-A54B-5161D28D9C55}" type="presParOf" srcId="{57B03E7B-8D9E-4449-906E-6A7AC04CA7E0}" destId="{2E07067E-F17F-415D-8339-D556AED95A4D}" srcOrd="4" destOrd="0" presId="urn:microsoft.com/office/officeart/2005/8/layout/default"/>
    <dgm:cxn modelId="{17FF80FE-FF6D-4ABB-9E65-90C7BCA1380B}" type="presParOf" srcId="{57B03E7B-8D9E-4449-906E-6A7AC04CA7E0}" destId="{5896D99C-F701-4186-9009-3AE55A99FDE5}" srcOrd="5" destOrd="0" presId="urn:microsoft.com/office/officeart/2005/8/layout/default"/>
    <dgm:cxn modelId="{F81B4178-F2C5-4D46-9F86-CD453556FC88}" type="presParOf" srcId="{57B03E7B-8D9E-4449-906E-6A7AC04CA7E0}" destId="{B11FB7C2-FD5A-42CC-817B-7A69548D4838}" srcOrd="6" destOrd="0" presId="urn:microsoft.com/office/officeart/2005/8/layout/default"/>
    <dgm:cxn modelId="{FBABAEB3-A0A3-472D-81D4-BD2159174911}" type="presParOf" srcId="{57B03E7B-8D9E-4449-906E-6A7AC04CA7E0}" destId="{36C472B1-3B52-4042-A23C-8916A0573CB9}" srcOrd="7" destOrd="0" presId="urn:microsoft.com/office/officeart/2005/8/layout/default"/>
    <dgm:cxn modelId="{E45EFB8E-28A6-4477-BB8B-FA5E0F960ED5}" type="presParOf" srcId="{57B03E7B-8D9E-4449-906E-6A7AC04CA7E0}" destId="{495897BB-D1DB-4CE3-AAC5-A99A2EE04CDC}" srcOrd="8" destOrd="0" presId="urn:microsoft.com/office/officeart/2005/8/layout/default"/>
    <dgm:cxn modelId="{80DEE21A-6A29-459C-B990-F36B248365BC}" type="presParOf" srcId="{57B03E7B-8D9E-4449-906E-6A7AC04CA7E0}" destId="{0726DE3E-4605-4CBE-91A6-14921D7BD708}" srcOrd="9" destOrd="0" presId="urn:microsoft.com/office/officeart/2005/8/layout/default"/>
    <dgm:cxn modelId="{29457608-4362-4036-9BD5-330544EA875B}" type="presParOf" srcId="{57B03E7B-8D9E-4449-906E-6A7AC04CA7E0}" destId="{D532C03F-DA0A-403F-AB3D-ECC14123F678}" srcOrd="10" destOrd="0" presId="urn:microsoft.com/office/officeart/2005/8/layout/default"/>
    <dgm:cxn modelId="{A31B61C6-1A7E-4835-B16F-0DC2A9B0AFCA}" type="presParOf" srcId="{57B03E7B-8D9E-4449-906E-6A7AC04CA7E0}" destId="{1BD84995-5539-45CE-AEE9-6A368E7649D5}" srcOrd="11" destOrd="0" presId="urn:microsoft.com/office/officeart/2005/8/layout/default"/>
    <dgm:cxn modelId="{241F0217-DCFE-4C5A-AEEF-035F846C0FDD}" type="presParOf" srcId="{57B03E7B-8D9E-4449-906E-6A7AC04CA7E0}" destId="{D7C37F64-B855-4C10-9295-B85B6909F7FD}" srcOrd="12" destOrd="0" presId="urn:microsoft.com/office/officeart/2005/8/layout/default"/>
    <dgm:cxn modelId="{FF9DEE12-B3DE-45DF-AED5-8A7A1CA0860B}" type="presParOf" srcId="{57B03E7B-8D9E-4449-906E-6A7AC04CA7E0}" destId="{AC4B42FD-580E-4D1C-A106-D51269CF17B2}" srcOrd="13" destOrd="0" presId="urn:microsoft.com/office/officeart/2005/8/layout/default"/>
    <dgm:cxn modelId="{B2F3DE87-03A8-42E7-9BDD-E8D0E14FA200}" type="presParOf" srcId="{57B03E7B-8D9E-4449-906E-6A7AC04CA7E0}" destId="{A8A46E95-F5AD-45C9-9EA7-4CAEB530C7ED}"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4AFA652-AB75-4126-A6AD-1D33AC1EF77A}" type="doc">
      <dgm:prSet loTypeId="urn:microsoft.com/office/officeart/2008/layout/LinedList" loCatId="list" qsTypeId="urn:microsoft.com/office/officeart/2005/8/quickstyle/simple1#6" qsCatId="simple" csTypeId="urn:microsoft.com/office/officeart/2005/8/colors/colorful1#3" csCatId="colorful" phldr="1"/>
      <dgm:spPr/>
      <dgm:t>
        <a:bodyPr/>
        <a:lstStyle/>
        <a:p>
          <a:endParaRPr lang="en-US"/>
        </a:p>
      </dgm:t>
    </dgm:pt>
    <dgm:pt modelId="{56DC6247-AE8B-4318-A502-7B69C82FFE34}">
      <dgm:prSet custT="1"/>
      <dgm:spPr/>
      <dgm:t>
        <a:bodyPr/>
        <a:lstStyle/>
        <a:p>
          <a:r>
            <a:rPr lang="en-US" sz="2000" b="1" i="0" u="sng" baseline="0" dirty="0">
              <a:solidFill>
                <a:srgbClr val="C00000"/>
              </a:solidFill>
            </a:rPr>
            <a:t>Preventative &amp;Early detection services: </a:t>
          </a:r>
          <a:endParaRPr lang="en-US" sz="2000" dirty="0">
            <a:solidFill>
              <a:srgbClr val="C00000"/>
            </a:solidFill>
          </a:endParaRPr>
        </a:p>
      </dgm:t>
    </dgm:pt>
    <dgm:pt modelId="{52D9D463-065D-42A4-95E9-FC5FBCB84227}" type="parTrans" cxnId="{1BC477DC-5FA5-48AA-BB2E-18ABE7A1F1DB}">
      <dgm:prSet/>
      <dgm:spPr/>
      <dgm:t>
        <a:bodyPr/>
        <a:lstStyle/>
        <a:p>
          <a:endParaRPr lang="en-US"/>
        </a:p>
      </dgm:t>
    </dgm:pt>
    <dgm:pt modelId="{8AC37BDD-D0DC-44F9-B830-189EB43019DB}" type="sibTrans" cxnId="{1BC477DC-5FA5-48AA-BB2E-18ABE7A1F1DB}">
      <dgm:prSet/>
      <dgm:spPr/>
      <dgm:t>
        <a:bodyPr/>
        <a:lstStyle/>
        <a:p>
          <a:endParaRPr lang="en-US"/>
        </a:p>
      </dgm:t>
    </dgm:pt>
    <dgm:pt modelId="{9E7B6CCD-2EB4-46B9-9695-DF62A31DFF33}">
      <dgm:prSet/>
      <dgm:spPr/>
      <dgm:t>
        <a:bodyPr/>
        <a:lstStyle/>
        <a:p>
          <a:r>
            <a:rPr lang="en-US" b="0" i="0" baseline="0" dirty="0"/>
            <a:t>Newborns screening for hereditary blood diseases and hearing impairments </a:t>
          </a:r>
          <a:endParaRPr lang="en-US" dirty="0"/>
        </a:p>
      </dgm:t>
    </dgm:pt>
    <dgm:pt modelId="{F4C05AE5-7C85-47F7-99F1-4601BC4FD286}" type="parTrans" cxnId="{C265CE39-BE7E-4703-8F9A-59D64C01EC29}">
      <dgm:prSet/>
      <dgm:spPr/>
      <dgm:t>
        <a:bodyPr/>
        <a:lstStyle/>
        <a:p>
          <a:endParaRPr lang="en-US"/>
        </a:p>
      </dgm:t>
    </dgm:pt>
    <dgm:pt modelId="{C66E4D7E-948D-4EDE-95BB-206DF7206F64}" type="sibTrans" cxnId="{C265CE39-BE7E-4703-8F9A-59D64C01EC29}">
      <dgm:prSet/>
      <dgm:spPr/>
      <dgm:t>
        <a:bodyPr/>
        <a:lstStyle/>
        <a:p>
          <a:endParaRPr lang="en-US"/>
        </a:p>
      </dgm:t>
    </dgm:pt>
    <dgm:pt modelId="{0F4DD5C0-484D-4250-9596-019138DD2F9B}">
      <dgm:prSet/>
      <dgm:spPr/>
      <dgm:t>
        <a:bodyPr/>
        <a:lstStyle/>
        <a:p>
          <a:r>
            <a:rPr lang="en-US" b="0" i="0" baseline="0" dirty="0"/>
            <a:t>Baby friendly hospitals </a:t>
          </a:r>
          <a:endParaRPr lang="en-US" dirty="0"/>
        </a:p>
      </dgm:t>
    </dgm:pt>
    <dgm:pt modelId="{5B9A5290-C645-4B87-AFBE-FF56EB7B5548}" type="parTrans" cxnId="{B039CED5-7525-42E2-B861-88A18149B38D}">
      <dgm:prSet/>
      <dgm:spPr/>
      <dgm:t>
        <a:bodyPr/>
        <a:lstStyle/>
        <a:p>
          <a:endParaRPr lang="en-US"/>
        </a:p>
      </dgm:t>
    </dgm:pt>
    <dgm:pt modelId="{EADC59AF-8FDB-4A62-AC66-916AE6A92144}" type="sibTrans" cxnId="{B039CED5-7525-42E2-B861-88A18149B38D}">
      <dgm:prSet/>
      <dgm:spPr/>
      <dgm:t>
        <a:bodyPr/>
        <a:lstStyle/>
        <a:p>
          <a:endParaRPr lang="en-US"/>
        </a:p>
      </dgm:t>
    </dgm:pt>
    <dgm:pt modelId="{C240975D-1B79-44BD-B313-82EE169984F7}">
      <dgm:prSet/>
      <dgm:spPr/>
      <dgm:t>
        <a:bodyPr/>
        <a:lstStyle/>
        <a:p>
          <a:r>
            <a:rPr lang="en-US" b="0" i="0" baseline="0" dirty="0"/>
            <a:t>Periodic child screening/well baby clinics </a:t>
          </a:r>
          <a:endParaRPr lang="en-US" dirty="0"/>
        </a:p>
      </dgm:t>
    </dgm:pt>
    <dgm:pt modelId="{8A368CE4-F1E1-4EAC-AE6F-59E9BA59F351}" type="parTrans" cxnId="{EE02099D-C30C-4CDA-9083-9D1CB072FD7B}">
      <dgm:prSet/>
      <dgm:spPr/>
      <dgm:t>
        <a:bodyPr/>
        <a:lstStyle/>
        <a:p>
          <a:endParaRPr lang="en-US"/>
        </a:p>
      </dgm:t>
    </dgm:pt>
    <dgm:pt modelId="{24D2A29A-4E27-4051-B107-F1D0000AF691}" type="sibTrans" cxnId="{EE02099D-C30C-4CDA-9083-9D1CB072FD7B}">
      <dgm:prSet/>
      <dgm:spPr/>
      <dgm:t>
        <a:bodyPr/>
        <a:lstStyle/>
        <a:p>
          <a:endParaRPr lang="en-US"/>
        </a:p>
      </dgm:t>
    </dgm:pt>
    <dgm:pt modelId="{E1834021-E625-4FC7-BFD0-C5DAB9AB706F}">
      <dgm:prSet/>
      <dgm:spPr/>
      <dgm:t>
        <a:bodyPr/>
        <a:lstStyle/>
        <a:p>
          <a:r>
            <a:rPr lang="en-US" b="0" i="0" baseline="0" dirty="0"/>
            <a:t>Extended immunization program </a:t>
          </a:r>
          <a:endParaRPr lang="en-US" dirty="0"/>
        </a:p>
      </dgm:t>
    </dgm:pt>
    <dgm:pt modelId="{57AE2363-FCEB-4674-A8AE-8052CC835322}" type="parTrans" cxnId="{DFD307AB-E380-4D79-9470-952882F8DC63}">
      <dgm:prSet/>
      <dgm:spPr/>
      <dgm:t>
        <a:bodyPr/>
        <a:lstStyle/>
        <a:p>
          <a:endParaRPr lang="en-US"/>
        </a:p>
      </dgm:t>
    </dgm:pt>
    <dgm:pt modelId="{F9441248-7251-476E-ABAF-F4A9BD4203E6}" type="sibTrans" cxnId="{DFD307AB-E380-4D79-9470-952882F8DC63}">
      <dgm:prSet/>
      <dgm:spPr/>
      <dgm:t>
        <a:bodyPr/>
        <a:lstStyle/>
        <a:p>
          <a:endParaRPr lang="en-US"/>
        </a:p>
      </dgm:t>
    </dgm:pt>
    <dgm:pt modelId="{B59C8F0C-5CDE-4C84-8CF6-C822617F0F8A}">
      <dgm:prSet/>
      <dgm:spPr/>
      <dgm:t>
        <a:bodyPr/>
        <a:lstStyle/>
        <a:p>
          <a:r>
            <a:rPr lang="en-US" b="0" i="0" baseline="0" dirty="0"/>
            <a:t>Antenatal, Postnatal and family planning services</a:t>
          </a:r>
          <a:endParaRPr lang="en-US" dirty="0"/>
        </a:p>
      </dgm:t>
    </dgm:pt>
    <dgm:pt modelId="{828770D2-802F-4A56-88DB-A0E6A06B47D0}" type="parTrans" cxnId="{513CBD2A-35BC-434D-8641-D77DB92F9B72}">
      <dgm:prSet/>
      <dgm:spPr/>
      <dgm:t>
        <a:bodyPr/>
        <a:lstStyle/>
        <a:p>
          <a:endParaRPr lang="en-US"/>
        </a:p>
      </dgm:t>
    </dgm:pt>
    <dgm:pt modelId="{112592E1-8AFD-4090-902D-3908F5614466}" type="sibTrans" cxnId="{513CBD2A-35BC-434D-8641-D77DB92F9B72}">
      <dgm:prSet/>
      <dgm:spPr/>
      <dgm:t>
        <a:bodyPr/>
        <a:lstStyle/>
        <a:p>
          <a:endParaRPr lang="en-US"/>
        </a:p>
      </dgm:t>
    </dgm:pt>
    <dgm:pt modelId="{BA0BF277-1277-4C20-8E40-E5BD54FE2105}">
      <dgm:prSet/>
      <dgm:spPr/>
      <dgm:t>
        <a:bodyPr/>
        <a:lstStyle/>
        <a:p>
          <a:r>
            <a:rPr lang="en-US" b="0" i="0" baseline="0" dirty="0"/>
            <a:t>Premarital counseling program </a:t>
          </a:r>
          <a:endParaRPr lang="en-US" dirty="0"/>
        </a:p>
      </dgm:t>
    </dgm:pt>
    <dgm:pt modelId="{9D8089C9-7BBF-4F1F-AC73-5980AB1AC892}" type="parTrans" cxnId="{C0C482DF-AB6F-4AA4-BDE3-4FEE7ED1CC12}">
      <dgm:prSet/>
      <dgm:spPr/>
      <dgm:t>
        <a:bodyPr/>
        <a:lstStyle/>
        <a:p>
          <a:endParaRPr lang="en-US"/>
        </a:p>
      </dgm:t>
    </dgm:pt>
    <dgm:pt modelId="{714ED379-B947-49F4-A20E-A212B9D0DA01}" type="sibTrans" cxnId="{C0C482DF-AB6F-4AA4-BDE3-4FEE7ED1CC12}">
      <dgm:prSet/>
      <dgm:spPr/>
      <dgm:t>
        <a:bodyPr/>
        <a:lstStyle/>
        <a:p>
          <a:endParaRPr lang="en-US"/>
        </a:p>
      </dgm:t>
    </dgm:pt>
    <dgm:pt modelId="{FE7BB1B9-8AF9-4667-B6F7-315DD607D072}">
      <dgm:prSet/>
      <dgm:spPr/>
      <dgm:t>
        <a:bodyPr/>
        <a:lstStyle/>
        <a:p>
          <a:r>
            <a:rPr lang="en-US" b="0" i="0" baseline="0" dirty="0"/>
            <a:t>School health program</a:t>
          </a:r>
          <a:endParaRPr lang="en-US" dirty="0"/>
        </a:p>
      </dgm:t>
    </dgm:pt>
    <dgm:pt modelId="{051A39F5-314F-4A69-8B60-2F9C7CC857C2}" type="parTrans" cxnId="{203B2214-D885-4EC7-883E-CBB20B6E6597}">
      <dgm:prSet/>
      <dgm:spPr/>
      <dgm:t>
        <a:bodyPr/>
        <a:lstStyle/>
        <a:p>
          <a:endParaRPr lang="en-US"/>
        </a:p>
      </dgm:t>
    </dgm:pt>
    <dgm:pt modelId="{563AF391-D271-49F7-9DA4-0D3198CEC20E}" type="sibTrans" cxnId="{203B2214-D885-4EC7-883E-CBB20B6E6597}">
      <dgm:prSet/>
      <dgm:spPr/>
      <dgm:t>
        <a:bodyPr/>
        <a:lstStyle/>
        <a:p>
          <a:endParaRPr lang="en-US"/>
        </a:p>
      </dgm:t>
    </dgm:pt>
    <dgm:pt modelId="{2B0C73C8-C15E-467A-AA58-CB91809B3B7B}">
      <dgm:prSet/>
      <dgm:spPr/>
      <dgm:t>
        <a:bodyPr/>
        <a:lstStyle/>
        <a:p>
          <a:r>
            <a:rPr lang="en-US" b="0" i="0" baseline="0"/>
            <a:t>Combating blindness program</a:t>
          </a:r>
          <a:endParaRPr lang="en-US"/>
        </a:p>
      </dgm:t>
    </dgm:pt>
    <dgm:pt modelId="{A5127463-36A0-49DF-A171-F124E6B80472}" type="parTrans" cxnId="{5B4EEED4-9F44-40CC-938E-12DBDA1AFEDD}">
      <dgm:prSet/>
      <dgm:spPr/>
      <dgm:t>
        <a:bodyPr/>
        <a:lstStyle/>
        <a:p>
          <a:endParaRPr lang="en-US"/>
        </a:p>
      </dgm:t>
    </dgm:pt>
    <dgm:pt modelId="{6C1885D5-A9F3-4309-89DE-344D5913B950}" type="sibTrans" cxnId="{5B4EEED4-9F44-40CC-938E-12DBDA1AFEDD}">
      <dgm:prSet/>
      <dgm:spPr/>
      <dgm:t>
        <a:bodyPr/>
        <a:lstStyle/>
        <a:p>
          <a:endParaRPr lang="en-US"/>
        </a:p>
      </dgm:t>
    </dgm:pt>
    <dgm:pt modelId="{9E87D7F3-5EC9-4A75-8BD2-C4358A27FEDD}">
      <dgm:prSet/>
      <dgm:spPr/>
      <dgm:t>
        <a:bodyPr/>
        <a:lstStyle/>
        <a:p>
          <a:r>
            <a:rPr lang="en-US" b="0" i="0" baseline="0" dirty="0"/>
            <a:t>Retinal examination for all diabetic patients.</a:t>
          </a:r>
          <a:endParaRPr lang="en-US" dirty="0"/>
        </a:p>
      </dgm:t>
    </dgm:pt>
    <dgm:pt modelId="{D16DF554-75F8-4FE4-A596-9E256AF4A9E4}" type="parTrans" cxnId="{44D6C8D9-23C4-4FE8-919D-F7BBC161E539}">
      <dgm:prSet/>
      <dgm:spPr/>
      <dgm:t>
        <a:bodyPr/>
        <a:lstStyle/>
        <a:p>
          <a:endParaRPr lang="en-US"/>
        </a:p>
      </dgm:t>
    </dgm:pt>
    <dgm:pt modelId="{2535D766-26B0-4D58-AFEB-1D9181085CC2}" type="sibTrans" cxnId="{44D6C8D9-23C4-4FE8-919D-F7BBC161E539}">
      <dgm:prSet/>
      <dgm:spPr/>
      <dgm:t>
        <a:bodyPr/>
        <a:lstStyle/>
        <a:p>
          <a:endParaRPr lang="en-US"/>
        </a:p>
      </dgm:t>
    </dgm:pt>
    <dgm:pt modelId="{4A2807F8-3DD6-4227-8A53-72CCC7B86A92}">
      <dgm:prSet/>
      <dgm:spPr/>
      <dgm:t>
        <a:bodyPr/>
        <a:lstStyle/>
        <a:p>
          <a:r>
            <a:rPr lang="en-US" b="0" i="0" baseline="0" dirty="0"/>
            <a:t>Dental services</a:t>
          </a:r>
          <a:endParaRPr lang="en-US" dirty="0"/>
        </a:p>
      </dgm:t>
    </dgm:pt>
    <dgm:pt modelId="{2B4EB83E-7BAA-4192-B7E5-79ED442650EB}" type="parTrans" cxnId="{E93DAFBF-C892-4985-A9FD-9F3F0210E9CB}">
      <dgm:prSet/>
      <dgm:spPr/>
      <dgm:t>
        <a:bodyPr/>
        <a:lstStyle/>
        <a:p>
          <a:endParaRPr lang="en-US"/>
        </a:p>
      </dgm:t>
    </dgm:pt>
    <dgm:pt modelId="{3ED2BCB6-1926-4AD9-8B1E-73425D8DEE21}" type="sibTrans" cxnId="{E93DAFBF-C892-4985-A9FD-9F3F0210E9CB}">
      <dgm:prSet/>
      <dgm:spPr/>
      <dgm:t>
        <a:bodyPr/>
        <a:lstStyle/>
        <a:p>
          <a:endParaRPr lang="en-US"/>
        </a:p>
      </dgm:t>
    </dgm:pt>
    <dgm:pt modelId="{EC9B8CF6-1D66-419C-B7CD-F6A632D7009E}">
      <dgm:prSet/>
      <dgm:spPr/>
      <dgm:t>
        <a:bodyPr/>
        <a:lstStyle/>
        <a:p>
          <a:r>
            <a:rPr lang="en-US" b="0" i="0" baseline="0" dirty="0"/>
            <a:t>Specialized clinics: diabetic, chronic disease, obesity, mental health</a:t>
          </a:r>
          <a:endParaRPr lang="en-US" dirty="0"/>
        </a:p>
      </dgm:t>
    </dgm:pt>
    <dgm:pt modelId="{D26F468C-3F11-4546-BB76-2E107DA50ED6}" type="parTrans" cxnId="{DDD8F683-16DB-4C3C-B858-CCB5AD7EC7B5}">
      <dgm:prSet/>
      <dgm:spPr/>
      <dgm:t>
        <a:bodyPr/>
        <a:lstStyle/>
        <a:p>
          <a:endParaRPr lang="en-US"/>
        </a:p>
      </dgm:t>
    </dgm:pt>
    <dgm:pt modelId="{D60EC744-445A-4B50-BCD9-E9E7B6CC585D}" type="sibTrans" cxnId="{DDD8F683-16DB-4C3C-B858-CCB5AD7EC7B5}">
      <dgm:prSet/>
      <dgm:spPr/>
      <dgm:t>
        <a:bodyPr/>
        <a:lstStyle/>
        <a:p>
          <a:endParaRPr lang="en-US"/>
        </a:p>
      </dgm:t>
    </dgm:pt>
    <dgm:pt modelId="{FC94DD86-C36D-4D16-AAAE-54822C2B9409}">
      <dgm:prSet/>
      <dgm:spPr/>
      <dgm:t>
        <a:bodyPr/>
        <a:lstStyle/>
        <a:p>
          <a:r>
            <a:rPr lang="en-US" b="0" i="0" baseline="0" dirty="0"/>
            <a:t>Community health nurses' services</a:t>
          </a:r>
          <a:endParaRPr lang="en-US" dirty="0"/>
        </a:p>
      </dgm:t>
    </dgm:pt>
    <dgm:pt modelId="{69EC5C22-31A6-463B-966D-6F0CC20EE2F5}" type="parTrans" cxnId="{A267080B-E161-4E73-9C3A-F3F342FFD84F}">
      <dgm:prSet/>
      <dgm:spPr/>
      <dgm:t>
        <a:bodyPr/>
        <a:lstStyle/>
        <a:p>
          <a:endParaRPr lang="en-US"/>
        </a:p>
      </dgm:t>
    </dgm:pt>
    <dgm:pt modelId="{C47FB1E9-DD61-476C-A453-97F96A252987}" type="sibTrans" cxnId="{A267080B-E161-4E73-9C3A-F3F342FFD84F}">
      <dgm:prSet/>
      <dgm:spPr/>
      <dgm:t>
        <a:bodyPr/>
        <a:lstStyle/>
        <a:p>
          <a:endParaRPr lang="en-US"/>
        </a:p>
      </dgm:t>
    </dgm:pt>
    <dgm:pt modelId="{600ADFAF-2DC2-45BB-A52F-57385775E04B}">
      <dgm:prSet/>
      <dgm:spPr/>
      <dgm:t>
        <a:bodyPr/>
        <a:lstStyle/>
        <a:p>
          <a:r>
            <a:rPr lang="en-US" b="0" i="0" baseline="0" dirty="0"/>
            <a:t>Social services</a:t>
          </a:r>
          <a:endParaRPr lang="en-US" dirty="0"/>
        </a:p>
      </dgm:t>
    </dgm:pt>
    <dgm:pt modelId="{98957C9E-8DA7-4307-8BA5-6638BA713CAD}" type="parTrans" cxnId="{D764CB9B-6A7D-429F-8872-B197A9EAE703}">
      <dgm:prSet/>
      <dgm:spPr/>
      <dgm:t>
        <a:bodyPr/>
        <a:lstStyle/>
        <a:p>
          <a:endParaRPr lang="en-US"/>
        </a:p>
      </dgm:t>
    </dgm:pt>
    <dgm:pt modelId="{D2088741-1E7D-414D-BE69-866382BA6316}" type="sibTrans" cxnId="{D764CB9B-6A7D-429F-8872-B197A9EAE703}">
      <dgm:prSet/>
      <dgm:spPr/>
      <dgm:t>
        <a:bodyPr/>
        <a:lstStyle/>
        <a:p>
          <a:endParaRPr lang="en-US"/>
        </a:p>
      </dgm:t>
    </dgm:pt>
    <dgm:pt modelId="{CE0FBA45-885E-48B8-83C3-251B81F43E66}">
      <dgm:prSet/>
      <dgm:spPr/>
      <dgm:t>
        <a:bodyPr/>
        <a:lstStyle/>
        <a:p>
          <a:r>
            <a:rPr lang="en-US" b="0" i="0" baseline="0"/>
            <a:t>Health education</a:t>
          </a:r>
          <a:endParaRPr lang="en-US"/>
        </a:p>
      </dgm:t>
    </dgm:pt>
    <dgm:pt modelId="{106A002A-5B9D-4F40-B4F2-A4936FABA95D}" type="parTrans" cxnId="{BE9A0163-8526-4161-86BC-26B25EC07D2E}">
      <dgm:prSet/>
      <dgm:spPr/>
      <dgm:t>
        <a:bodyPr/>
        <a:lstStyle/>
        <a:p>
          <a:endParaRPr lang="en-US"/>
        </a:p>
      </dgm:t>
    </dgm:pt>
    <dgm:pt modelId="{2D69891B-EA6D-46D9-9674-5587E8D90F07}" type="sibTrans" cxnId="{BE9A0163-8526-4161-86BC-26B25EC07D2E}">
      <dgm:prSet/>
      <dgm:spPr/>
      <dgm:t>
        <a:bodyPr/>
        <a:lstStyle/>
        <a:p>
          <a:endParaRPr lang="en-US"/>
        </a:p>
      </dgm:t>
    </dgm:pt>
    <dgm:pt modelId="{83906870-4F9B-4B6E-93DC-EDE2E203DFF9}">
      <dgm:prSet/>
      <dgm:spPr/>
      <dgm:t>
        <a:bodyPr/>
        <a:lstStyle/>
        <a:p>
          <a:r>
            <a:rPr lang="en-US" b="0" i="0" baseline="0"/>
            <a:t>Elderly mobile units</a:t>
          </a:r>
          <a:endParaRPr lang="en-US"/>
        </a:p>
      </dgm:t>
    </dgm:pt>
    <dgm:pt modelId="{E39FE478-D53F-4D39-A48D-F660FE067FC8}" type="parTrans" cxnId="{D664052A-9069-473C-904A-8F572C527FC3}">
      <dgm:prSet/>
      <dgm:spPr/>
      <dgm:t>
        <a:bodyPr/>
        <a:lstStyle/>
        <a:p>
          <a:endParaRPr lang="en-US"/>
        </a:p>
      </dgm:t>
    </dgm:pt>
    <dgm:pt modelId="{5B2A6826-E006-4974-BC43-DF611F74DD97}" type="sibTrans" cxnId="{D664052A-9069-473C-904A-8F572C527FC3}">
      <dgm:prSet/>
      <dgm:spPr/>
      <dgm:t>
        <a:bodyPr/>
        <a:lstStyle/>
        <a:p>
          <a:endParaRPr lang="en-US"/>
        </a:p>
      </dgm:t>
    </dgm:pt>
    <dgm:pt modelId="{0C8B373E-9713-4DDC-85D2-725492EC60EE}" type="pres">
      <dgm:prSet presAssocID="{C4AFA652-AB75-4126-A6AD-1D33AC1EF77A}" presName="vert0" presStyleCnt="0">
        <dgm:presLayoutVars>
          <dgm:dir/>
          <dgm:animOne val="branch"/>
          <dgm:animLvl val="lvl"/>
        </dgm:presLayoutVars>
      </dgm:prSet>
      <dgm:spPr/>
    </dgm:pt>
    <dgm:pt modelId="{C03A3EF3-9550-4F2B-BB1D-11D86170CEB3}" type="pres">
      <dgm:prSet presAssocID="{56DC6247-AE8B-4318-A502-7B69C82FFE34}" presName="thickLine" presStyleLbl="alignNode1" presStyleIdx="0" presStyleCnt="16"/>
      <dgm:spPr/>
    </dgm:pt>
    <dgm:pt modelId="{D349CD3F-71D0-496C-A83D-1016BDBF8F72}" type="pres">
      <dgm:prSet presAssocID="{56DC6247-AE8B-4318-A502-7B69C82FFE34}" presName="horz1" presStyleCnt="0"/>
      <dgm:spPr/>
    </dgm:pt>
    <dgm:pt modelId="{E52B9F99-915F-45C3-9EA1-B1DCB2182286}" type="pres">
      <dgm:prSet presAssocID="{56DC6247-AE8B-4318-A502-7B69C82FFE34}" presName="tx1" presStyleLbl="revTx" presStyleIdx="0" presStyleCnt="16"/>
      <dgm:spPr/>
    </dgm:pt>
    <dgm:pt modelId="{75BFBEB5-BAFC-40EF-9836-1792E51A67BE}" type="pres">
      <dgm:prSet presAssocID="{56DC6247-AE8B-4318-A502-7B69C82FFE34}" presName="vert1" presStyleCnt="0"/>
      <dgm:spPr/>
    </dgm:pt>
    <dgm:pt modelId="{BBD09467-7067-408A-8EA2-D64F5304B5B4}" type="pres">
      <dgm:prSet presAssocID="{9E7B6CCD-2EB4-46B9-9695-DF62A31DFF33}" presName="thickLine" presStyleLbl="alignNode1" presStyleIdx="1" presStyleCnt="16"/>
      <dgm:spPr/>
    </dgm:pt>
    <dgm:pt modelId="{9C7DB1FD-BA34-4993-B26D-3047989E623F}" type="pres">
      <dgm:prSet presAssocID="{9E7B6CCD-2EB4-46B9-9695-DF62A31DFF33}" presName="horz1" presStyleCnt="0"/>
      <dgm:spPr/>
    </dgm:pt>
    <dgm:pt modelId="{4AA7DA70-21C0-4637-9B73-370C0DE69502}" type="pres">
      <dgm:prSet presAssocID="{9E7B6CCD-2EB4-46B9-9695-DF62A31DFF33}" presName="tx1" presStyleLbl="revTx" presStyleIdx="1" presStyleCnt="16"/>
      <dgm:spPr/>
    </dgm:pt>
    <dgm:pt modelId="{8780F60B-CD7D-46F6-9845-1C1FA10F5AAF}" type="pres">
      <dgm:prSet presAssocID="{9E7B6CCD-2EB4-46B9-9695-DF62A31DFF33}" presName="vert1" presStyleCnt="0"/>
      <dgm:spPr/>
    </dgm:pt>
    <dgm:pt modelId="{F7A2B53F-239B-495B-89F3-B6D418DA1DFD}" type="pres">
      <dgm:prSet presAssocID="{0F4DD5C0-484D-4250-9596-019138DD2F9B}" presName="thickLine" presStyleLbl="alignNode1" presStyleIdx="2" presStyleCnt="16"/>
      <dgm:spPr/>
    </dgm:pt>
    <dgm:pt modelId="{D37DE810-89CA-449A-AF7C-6114CD72FA50}" type="pres">
      <dgm:prSet presAssocID="{0F4DD5C0-484D-4250-9596-019138DD2F9B}" presName="horz1" presStyleCnt="0"/>
      <dgm:spPr/>
    </dgm:pt>
    <dgm:pt modelId="{D6E124AF-91BE-4D90-82ED-92FE17A06283}" type="pres">
      <dgm:prSet presAssocID="{0F4DD5C0-484D-4250-9596-019138DD2F9B}" presName="tx1" presStyleLbl="revTx" presStyleIdx="2" presStyleCnt="16"/>
      <dgm:spPr/>
    </dgm:pt>
    <dgm:pt modelId="{27DF830E-D463-4A1A-8621-2F9A002B4104}" type="pres">
      <dgm:prSet presAssocID="{0F4DD5C0-484D-4250-9596-019138DD2F9B}" presName="vert1" presStyleCnt="0"/>
      <dgm:spPr/>
    </dgm:pt>
    <dgm:pt modelId="{09F491BC-A56C-47F5-A3BC-FBBD5B80C6F2}" type="pres">
      <dgm:prSet presAssocID="{C240975D-1B79-44BD-B313-82EE169984F7}" presName="thickLine" presStyleLbl="alignNode1" presStyleIdx="3" presStyleCnt="16"/>
      <dgm:spPr/>
    </dgm:pt>
    <dgm:pt modelId="{0E8AD29E-74F4-4307-A663-1F50B95C7227}" type="pres">
      <dgm:prSet presAssocID="{C240975D-1B79-44BD-B313-82EE169984F7}" presName="horz1" presStyleCnt="0"/>
      <dgm:spPr/>
    </dgm:pt>
    <dgm:pt modelId="{F9A88CBE-2846-401C-B406-C7468B6CDDD4}" type="pres">
      <dgm:prSet presAssocID="{C240975D-1B79-44BD-B313-82EE169984F7}" presName="tx1" presStyleLbl="revTx" presStyleIdx="3" presStyleCnt="16"/>
      <dgm:spPr/>
    </dgm:pt>
    <dgm:pt modelId="{7FA5B51B-41C4-4EB6-8471-3C69EB993A96}" type="pres">
      <dgm:prSet presAssocID="{C240975D-1B79-44BD-B313-82EE169984F7}" presName="vert1" presStyleCnt="0"/>
      <dgm:spPr/>
    </dgm:pt>
    <dgm:pt modelId="{6D4D2DAC-EC48-43B3-897F-061F41B60A83}" type="pres">
      <dgm:prSet presAssocID="{E1834021-E625-4FC7-BFD0-C5DAB9AB706F}" presName="thickLine" presStyleLbl="alignNode1" presStyleIdx="4" presStyleCnt="16"/>
      <dgm:spPr/>
    </dgm:pt>
    <dgm:pt modelId="{D333022E-2793-45F8-93A6-01E26B2A2970}" type="pres">
      <dgm:prSet presAssocID="{E1834021-E625-4FC7-BFD0-C5DAB9AB706F}" presName="horz1" presStyleCnt="0"/>
      <dgm:spPr/>
    </dgm:pt>
    <dgm:pt modelId="{1933B4D7-F8C7-496B-BFC2-C8B4555DE0DB}" type="pres">
      <dgm:prSet presAssocID="{E1834021-E625-4FC7-BFD0-C5DAB9AB706F}" presName="tx1" presStyleLbl="revTx" presStyleIdx="4" presStyleCnt="16"/>
      <dgm:spPr/>
    </dgm:pt>
    <dgm:pt modelId="{BE39630C-405E-4843-AB16-8BF7ED89043D}" type="pres">
      <dgm:prSet presAssocID="{E1834021-E625-4FC7-BFD0-C5DAB9AB706F}" presName="vert1" presStyleCnt="0"/>
      <dgm:spPr/>
    </dgm:pt>
    <dgm:pt modelId="{3AE12350-D8D3-46A9-B5B5-A97DBD5121B9}" type="pres">
      <dgm:prSet presAssocID="{B59C8F0C-5CDE-4C84-8CF6-C822617F0F8A}" presName="thickLine" presStyleLbl="alignNode1" presStyleIdx="5" presStyleCnt="16"/>
      <dgm:spPr/>
    </dgm:pt>
    <dgm:pt modelId="{9CC97F1A-40F9-4EFB-9B59-473034FDCFA4}" type="pres">
      <dgm:prSet presAssocID="{B59C8F0C-5CDE-4C84-8CF6-C822617F0F8A}" presName="horz1" presStyleCnt="0"/>
      <dgm:spPr/>
    </dgm:pt>
    <dgm:pt modelId="{C75A4FF9-E97D-45C9-B6FD-0CCA9563F7CB}" type="pres">
      <dgm:prSet presAssocID="{B59C8F0C-5CDE-4C84-8CF6-C822617F0F8A}" presName="tx1" presStyleLbl="revTx" presStyleIdx="5" presStyleCnt="16"/>
      <dgm:spPr/>
    </dgm:pt>
    <dgm:pt modelId="{D4CB186D-77C2-467B-A169-037F816EF779}" type="pres">
      <dgm:prSet presAssocID="{B59C8F0C-5CDE-4C84-8CF6-C822617F0F8A}" presName="vert1" presStyleCnt="0"/>
      <dgm:spPr/>
    </dgm:pt>
    <dgm:pt modelId="{E8F0301C-F2B7-43D5-9AE4-882C156D1168}" type="pres">
      <dgm:prSet presAssocID="{BA0BF277-1277-4C20-8E40-E5BD54FE2105}" presName="thickLine" presStyleLbl="alignNode1" presStyleIdx="6" presStyleCnt="16"/>
      <dgm:spPr/>
    </dgm:pt>
    <dgm:pt modelId="{C80D3C84-D036-4208-917D-AB9F9BFB9425}" type="pres">
      <dgm:prSet presAssocID="{BA0BF277-1277-4C20-8E40-E5BD54FE2105}" presName="horz1" presStyleCnt="0"/>
      <dgm:spPr/>
    </dgm:pt>
    <dgm:pt modelId="{F999BBCD-9FE0-4311-85ED-D4438B54C90B}" type="pres">
      <dgm:prSet presAssocID="{BA0BF277-1277-4C20-8E40-E5BD54FE2105}" presName="tx1" presStyleLbl="revTx" presStyleIdx="6" presStyleCnt="16"/>
      <dgm:spPr/>
    </dgm:pt>
    <dgm:pt modelId="{B517C5A6-444F-40B4-BBB0-FB6F5184B6C3}" type="pres">
      <dgm:prSet presAssocID="{BA0BF277-1277-4C20-8E40-E5BD54FE2105}" presName="vert1" presStyleCnt="0"/>
      <dgm:spPr/>
    </dgm:pt>
    <dgm:pt modelId="{DEC0A215-D56B-49A2-A883-B113412EBD0C}" type="pres">
      <dgm:prSet presAssocID="{FE7BB1B9-8AF9-4667-B6F7-315DD607D072}" presName="thickLine" presStyleLbl="alignNode1" presStyleIdx="7" presStyleCnt="16"/>
      <dgm:spPr/>
    </dgm:pt>
    <dgm:pt modelId="{E5FD00A7-0DCA-484C-B0BC-0DEA0DDD116B}" type="pres">
      <dgm:prSet presAssocID="{FE7BB1B9-8AF9-4667-B6F7-315DD607D072}" presName="horz1" presStyleCnt="0"/>
      <dgm:spPr/>
    </dgm:pt>
    <dgm:pt modelId="{EB0E3C57-DD29-433D-955C-06A323470290}" type="pres">
      <dgm:prSet presAssocID="{FE7BB1B9-8AF9-4667-B6F7-315DD607D072}" presName="tx1" presStyleLbl="revTx" presStyleIdx="7" presStyleCnt="16"/>
      <dgm:spPr/>
    </dgm:pt>
    <dgm:pt modelId="{E8178955-0EF1-4307-969A-9068C11399F3}" type="pres">
      <dgm:prSet presAssocID="{FE7BB1B9-8AF9-4667-B6F7-315DD607D072}" presName="vert1" presStyleCnt="0"/>
      <dgm:spPr/>
    </dgm:pt>
    <dgm:pt modelId="{7B458109-1DE8-48F9-8651-2E983D5F45C9}" type="pres">
      <dgm:prSet presAssocID="{2B0C73C8-C15E-467A-AA58-CB91809B3B7B}" presName="thickLine" presStyleLbl="alignNode1" presStyleIdx="8" presStyleCnt="16"/>
      <dgm:spPr/>
    </dgm:pt>
    <dgm:pt modelId="{B5B24262-0662-4571-93EA-99962395AD84}" type="pres">
      <dgm:prSet presAssocID="{2B0C73C8-C15E-467A-AA58-CB91809B3B7B}" presName="horz1" presStyleCnt="0"/>
      <dgm:spPr/>
    </dgm:pt>
    <dgm:pt modelId="{3DE0855C-85BB-419F-A585-F0F59CD10D51}" type="pres">
      <dgm:prSet presAssocID="{2B0C73C8-C15E-467A-AA58-CB91809B3B7B}" presName="tx1" presStyleLbl="revTx" presStyleIdx="8" presStyleCnt="16"/>
      <dgm:spPr/>
    </dgm:pt>
    <dgm:pt modelId="{4315FE63-65FC-404D-B5B4-A4EFC4B718BC}" type="pres">
      <dgm:prSet presAssocID="{2B0C73C8-C15E-467A-AA58-CB91809B3B7B}" presName="vert1" presStyleCnt="0"/>
      <dgm:spPr/>
    </dgm:pt>
    <dgm:pt modelId="{6FFBE872-050B-4B57-BB61-B6D62C5B5A6F}" type="pres">
      <dgm:prSet presAssocID="{9E87D7F3-5EC9-4A75-8BD2-C4358A27FEDD}" presName="thickLine" presStyleLbl="alignNode1" presStyleIdx="9" presStyleCnt="16"/>
      <dgm:spPr/>
    </dgm:pt>
    <dgm:pt modelId="{18C32282-4274-474F-A97B-DB71405FDFFB}" type="pres">
      <dgm:prSet presAssocID="{9E87D7F3-5EC9-4A75-8BD2-C4358A27FEDD}" presName="horz1" presStyleCnt="0"/>
      <dgm:spPr/>
    </dgm:pt>
    <dgm:pt modelId="{C43FA6AE-3FDA-416E-B212-D98E2CE36FC4}" type="pres">
      <dgm:prSet presAssocID="{9E87D7F3-5EC9-4A75-8BD2-C4358A27FEDD}" presName="tx1" presStyleLbl="revTx" presStyleIdx="9" presStyleCnt="16"/>
      <dgm:spPr/>
    </dgm:pt>
    <dgm:pt modelId="{196B6504-2A11-4095-942F-0328AC05E8D6}" type="pres">
      <dgm:prSet presAssocID="{9E87D7F3-5EC9-4A75-8BD2-C4358A27FEDD}" presName="vert1" presStyleCnt="0"/>
      <dgm:spPr/>
    </dgm:pt>
    <dgm:pt modelId="{1A751C7C-1D90-492E-9411-923273AB5E66}" type="pres">
      <dgm:prSet presAssocID="{4A2807F8-3DD6-4227-8A53-72CCC7B86A92}" presName="thickLine" presStyleLbl="alignNode1" presStyleIdx="10" presStyleCnt="16"/>
      <dgm:spPr/>
    </dgm:pt>
    <dgm:pt modelId="{8CDCD40E-3754-42A4-9F17-A43C96B65E99}" type="pres">
      <dgm:prSet presAssocID="{4A2807F8-3DD6-4227-8A53-72CCC7B86A92}" presName="horz1" presStyleCnt="0"/>
      <dgm:spPr/>
    </dgm:pt>
    <dgm:pt modelId="{ADA872E5-3EBB-4DF4-845B-B549DE96DA72}" type="pres">
      <dgm:prSet presAssocID="{4A2807F8-3DD6-4227-8A53-72CCC7B86A92}" presName="tx1" presStyleLbl="revTx" presStyleIdx="10" presStyleCnt="16"/>
      <dgm:spPr/>
    </dgm:pt>
    <dgm:pt modelId="{E301DA5C-96AC-49D3-ADAC-10F401550377}" type="pres">
      <dgm:prSet presAssocID="{4A2807F8-3DD6-4227-8A53-72CCC7B86A92}" presName="vert1" presStyleCnt="0"/>
      <dgm:spPr/>
    </dgm:pt>
    <dgm:pt modelId="{890D597C-32FC-40D9-BD97-147043D3DE14}" type="pres">
      <dgm:prSet presAssocID="{EC9B8CF6-1D66-419C-B7CD-F6A632D7009E}" presName="thickLine" presStyleLbl="alignNode1" presStyleIdx="11" presStyleCnt="16"/>
      <dgm:spPr/>
    </dgm:pt>
    <dgm:pt modelId="{D2601D65-9165-49D3-B577-B51D7466F206}" type="pres">
      <dgm:prSet presAssocID="{EC9B8CF6-1D66-419C-B7CD-F6A632D7009E}" presName="horz1" presStyleCnt="0"/>
      <dgm:spPr/>
    </dgm:pt>
    <dgm:pt modelId="{D24D6ACC-B44F-4BF7-A15E-CB7E9B9D59F9}" type="pres">
      <dgm:prSet presAssocID="{EC9B8CF6-1D66-419C-B7CD-F6A632D7009E}" presName="tx1" presStyleLbl="revTx" presStyleIdx="11" presStyleCnt="16"/>
      <dgm:spPr/>
    </dgm:pt>
    <dgm:pt modelId="{CF0D8254-6CBD-4A3E-9BE8-7A07BECDEEFF}" type="pres">
      <dgm:prSet presAssocID="{EC9B8CF6-1D66-419C-B7CD-F6A632D7009E}" presName="vert1" presStyleCnt="0"/>
      <dgm:spPr/>
    </dgm:pt>
    <dgm:pt modelId="{104761A9-1335-4F8B-994D-1C2AB73092CC}" type="pres">
      <dgm:prSet presAssocID="{FC94DD86-C36D-4D16-AAAE-54822C2B9409}" presName="thickLine" presStyleLbl="alignNode1" presStyleIdx="12" presStyleCnt="16"/>
      <dgm:spPr/>
    </dgm:pt>
    <dgm:pt modelId="{BB821A06-2A0C-47DE-9673-AB5B7F1FF262}" type="pres">
      <dgm:prSet presAssocID="{FC94DD86-C36D-4D16-AAAE-54822C2B9409}" presName="horz1" presStyleCnt="0"/>
      <dgm:spPr/>
    </dgm:pt>
    <dgm:pt modelId="{210A9A8D-EDB0-4C6F-B333-7F88F50D20F4}" type="pres">
      <dgm:prSet presAssocID="{FC94DD86-C36D-4D16-AAAE-54822C2B9409}" presName="tx1" presStyleLbl="revTx" presStyleIdx="12" presStyleCnt="16"/>
      <dgm:spPr/>
    </dgm:pt>
    <dgm:pt modelId="{07BDD196-24D9-4920-A477-20BF70376FB5}" type="pres">
      <dgm:prSet presAssocID="{FC94DD86-C36D-4D16-AAAE-54822C2B9409}" presName="vert1" presStyleCnt="0"/>
      <dgm:spPr/>
    </dgm:pt>
    <dgm:pt modelId="{CC0F559B-9178-4EBE-83A3-1FE992B5FE8C}" type="pres">
      <dgm:prSet presAssocID="{600ADFAF-2DC2-45BB-A52F-57385775E04B}" presName="thickLine" presStyleLbl="alignNode1" presStyleIdx="13" presStyleCnt="16"/>
      <dgm:spPr/>
    </dgm:pt>
    <dgm:pt modelId="{70E55627-0E09-49B3-A58A-6B6743E45C72}" type="pres">
      <dgm:prSet presAssocID="{600ADFAF-2DC2-45BB-A52F-57385775E04B}" presName="horz1" presStyleCnt="0"/>
      <dgm:spPr/>
    </dgm:pt>
    <dgm:pt modelId="{E92D192D-8ACA-4505-9122-0FC7BC2FD67B}" type="pres">
      <dgm:prSet presAssocID="{600ADFAF-2DC2-45BB-A52F-57385775E04B}" presName="tx1" presStyleLbl="revTx" presStyleIdx="13" presStyleCnt="16"/>
      <dgm:spPr/>
    </dgm:pt>
    <dgm:pt modelId="{7B15D710-3EFB-43DB-9EB8-81556450D3B7}" type="pres">
      <dgm:prSet presAssocID="{600ADFAF-2DC2-45BB-A52F-57385775E04B}" presName="vert1" presStyleCnt="0"/>
      <dgm:spPr/>
    </dgm:pt>
    <dgm:pt modelId="{B4E6CA45-2F58-4C9C-ADD2-2A7592769577}" type="pres">
      <dgm:prSet presAssocID="{CE0FBA45-885E-48B8-83C3-251B81F43E66}" presName="thickLine" presStyleLbl="alignNode1" presStyleIdx="14" presStyleCnt="16"/>
      <dgm:spPr/>
    </dgm:pt>
    <dgm:pt modelId="{15B7BF30-F61A-4563-8E80-1E4579A2F09D}" type="pres">
      <dgm:prSet presAssocID="{CE0FBA45-885E-48B8-83C3-251B81F43E66}" presName="horz1" presStyleCnt="0"/>
      <dgm:spPr/>
    </dgm:pt>
    <dgm:pt modelId="{38D85CE7-7D38-4E3D-9BA0-FE9A7F05C736}" type="pres">
      <dgm:prSet presAssocID="{CE0FBA45-885E-48B8-83C3-251B81F43E66}" presName="tx1" presStyleLbl="revTx" presStyleIdx="14" presStyleCnt="16"/>
      <dgm:spPr/>
    </dgm:pt>
    <dgm:pt modelId="{D8FB4E66-5268-427A-9D82-17882217A54C}" type="pres">
      <dgm:prSet presAssocID="{CE0FBA45-885E-48B8-83C3-251B81F43E66}" presName="vert1" presStyleCnt="0"/>
      <dgm:spPr/>
    </dgm:pt>
    <dgm:pt modelId="{8A4D3985-3A37-4C46-A44B-A7DDB1ED7173}" type="pres">
      <dgm:prSet presAssocID="{83906870-4F9B-4B6E-93DC-EDE2E203DFF9}" presName="thickLine" presStyleLbl="alignNode1" presStyleIdx="15" presStyleCnt="16"/>
      <dgm:spPr/>
    </dgm:pt>
    <dgm:pt modelId="{9597B195-7146-4E85-B97C-27B297369DC5}" type="pres">
      <dgm:prSet presAssocID="{83906870-4F9B-4B6E-93DC-EDE2E203DFF9}" presName="horz1" presStyleCnt="0"/>
      <dgm:spPr/>
    </dgm:pt>
    <dgm:pt modelId="{9F346C27-1707-4CAF-B68F-783C5BDF2112}" type="pres">
      <dgm:prSet presAssocID="{83906870-4F9B-4B6E-93DC-EDE2E203DFF9}" presName="tx1" presStyleLbl="revTx" presStyleIdx="15" presStyleCnt="16"/>
      <dgm:spPr/>
    </dgm:pt>
    <dgm:pt modelId="{7743986F-3590-47D9-A40B-39C3E0A459EE}" type="pres">
      <dgm:prSet presAssocID="{83906870-4F9B-4B6E-93DC-EDE2E203DFF9}" presName="vert1" presStyleCnt="0"/>
      <dgm:spPr/>
    </dgm:pt>
  </dgm:ptLst>
  <dgm:cxnLst>
    <dgm:cxn modelId="{9D846007-093F-4A29-BEFF-E29B360C9085}" type="presOf" srcId="{600ADFAF-2DC2-45BB-A52F-57385775E04B}" destId="{E92D192D-8ACA-4505-9122-0FC7BC2FD67B}" srcOrd="0" destOrd="0" presId="urn:microsoft.com/office/officeart/2008/layout/LinedList"/>
    <dgm:cxn modelId="{C1594C08-1D35-41D8-8C7C-3BF3147A0282}" type="presOf" srcId="{83906870-4F9B-4B6E-93DC-EDE2E203DFF9}" destId="{9F346C27-1707-4CAF-B68F-783C5BDF2112}" srcOrd="0" destOrd="0" presId="urn:microsoft.com/office/officeart/2008/layout/LinedList"/>
    <dgm:cxn modelId="{A267080B-E161-4E73-9C3A-F3F342FFD84F}" srcId="{C4AFA652-AB75-4126-A6AD-1D33AC1EF77A}" destId="{FC94DD86-C36D-4D16-AAAE-54822C2B9409}" srcOrd="12" destOrd="0" parTransId="{69EC5C22-31A6-463B-966D-6F0CC20EE2F5}" sibTransId="{C47FB1E9-DD61-476C-A453-97F96A252987}"/>
    <dgm:cxn modelId="{203B2214-D885-4EC7-883E-CBB20B6E6597}" srcId="{C4AFA652-AB75-4126-A6AD-1D33AC1EF77A}" destId="{FE7BB1B9-8AF9-4667-B6F7-315DD607D072}" srcOrd="7" destOrd="0" parTransId="{051A39F5-314F-4A69-8B60-2F9C7CC857C2}" sibTransId="{563AF391-D271-49F7-9DA4-0D3198CEC20E}"/>
    <dgm:cxn modelId="{ECF46918-E5B4-4C1B-AF64-AD4E6D26477F}" type="presOf" srcId="{C240975D-1B79-44BD-B313-82EE169984F7}" destId="{F9A88CBE-2846-401C-B406-C7468B6CDDD4}" srcOrd="0" destOrd="0" presId="urn:microsoft.com/office/officeart/2008/layout/LinedList"/>
    <dgm:cxn modelId="{AC965420-D4DE-4D54-BB3F-935ED60A5D11}" type="presOf" srcId="{E1834021-E625-4FC7-BFD0-C5DAB9AB706F}" destId="{1933B4D7-F8C7-496B-BFC2-C8B4555DE0DB}" srcOrd="0" destOrd="0" presId="urn:microsoft.com/office/officeart/2008/layout/LinedList"/>
    <dgm:cxn modelId="{96CB2A27-12F2-4647-AC2B-C256B441A636}" type="presOf" srcId="{4A2807F8-3DD6-4227-8A53-72CCC7B86A92}" destId="{ADA872E5-3EBB-4DF4-845B-B549DE96DA72}" srcOrd="0" destOrd="0" presId="urn:microsoft.com/office/officeart/2008/layout/LinedList"/>
    <dgm:cxn modelId="{D664052A-9069-473C-904A-8F572C527FC3}" srcId="{C4AFA652-AB75-4126-A6AD-1D33AC1EF77A}" destId="{83906870-4F9B-4B6E-93DC-EDE2E203DFF9}" srcOrd="15" destOrd="0" parTransId="{E39FE478-D53F-4D39-A48D-F660FE067FC8}" sibTransId="{5B2A6826-E006-4974-BC43-DF611F74DD97}"/>
    <dgm:cxn modelId="{513CBD2A-35BC-434D-8641-D77DB92F9B72}" srcId="{C4AFA652-AB75-4126-A6AD-1D33AC1EF77A}" destId="{B59C8F0C-5CDE-4C84-8CF6-C822617F0F8A}" srcOrd="5" destOrd="0" parTransId="{828770D2-802F-4A56-88DB-A0E6A06B47D0}" sibTransId="{112592E1-8AFD-4090-902D-3908F5614466}"/>
    <dgm:cxn modelId="{FECBB332-2BA6-415D-8D25-07E069DB42FD}" type="presOf" srcId="{2B0C73C8-C15E-467A-AA58-CB91809B3B7B}" destId="{3DE0855C-85BB-419F-A585-F0F59CD10D51}" srcOrd="0" destOrd="0" presId="urn:microsoft.com/office/officeart/2008/layout/LinedList"/>
    <dgm:cxn modelId="{C265CE39-BE7E-4703-8F9A-59D64C01EC29}" srcId="{C4AFA652-AB75-4126-A6AD-1D33AC1EF77A}" destId="{9E7B6CCD-2EB4-46B9-9695-DF62A31DFF33}" srcOrd="1" destOrd="0" parTransId="{F4C05AE5-7C85-47F7-99F1-4601BC4FD286}" sibTransId="{C66E4D7E-948D-4EDE-95BB-206DF7206F64}"/>
    <dgm:cxn modelId="{7BF82D61-9BB7-4B30-97F3-E21394793A9C}" type="presOf" srcId="{EC9B8CF6-1D66-419C-B7CD-F6A632D7009E}" destId="{D24D6ACC-B44F-4BF7-A15E-CB7E9B9D59F9}" srcOrd="0" destOrd="0" presId="urn:microsoft.com/office/officeart/2008/layout/LinedList"/>
    <dgm:cxn modelId="{BE9A0163-8526-4161-86BC-26B25EC07D2E}" srcId="{C4AFA652-AB75-4126-A6AD-1D33AC1EF77A}" destId="{CE0FBA45-885E-48B8-83C3-251B81F43E66}" srcOrd="14" destOrd="0" parTransId="{106A002A-5B9D-4F40-B4F2-A4936FABA95D}" sibTransId="{2D69891B-EA6D-46D9-9674-5587E8D90F07}"/>
    <dgm:cxn modelId="{49A13D45-5947-4339-8E48-B83F90C6008D}" type="presOf" srcId="{BA0BF277-1277-4C20-8E40-E5BD54FE2105}" destId="{F999BBCD-9FE0-4311-85ED-D4438B54C90B}" srcOrd="0" destOrd="0" presId="urn:microsoft.com/office/officeart/2008/layout/LinedList"/>
    <dgm:cxn modelId="{C094D647-3A41-4E03-859B-B5FB1E9CAC44}" type="presOf" srcId="{0F4DD5C0-484D-4250-9596-019138DD2F9B}" destId="{D6E124AF-91BE-4D90-82ED-92FE17A06283}" srcOrd="0" destOrd="0" presId="urn:microsoft.com/office/officeart/2008/layout/LinedList"/>
    <dgm:cxn modelId="{FC0CE983-4614-4DF2-B5C2-E5E6BF82D621}" type="presOf" srcId="{C4AFA652-AB75-4126-A6AD-1D33AC1EF77A}" destId="{0C8B373E-9713-4DDC-85D2-725492EC60EE}" srcOrd="0" destOrd="0" presId="urn:microsoft.com/office/officeart/2008/layout/LinedList"/>
    <dgm:cxn modelId="{DDD8F683-16DB-4C3C-B858-CCB5AD7EC7B5}" srcId="{C4AFA652-AB75-4126-A6AD-1D33AC1EF77A}" destId="{EC9B8CF6-1D66-419C-B7CD-F6A632D7009E}" srcOrd="11" destOrd="0" parTransId="{D26F468C-3F11-4546-BB76-2E107DA50ED6}" sibTransId="{D60EC744-445A-4B50-BCD9-E9E7B6CC585D}"/>
    <dgm:cxn modelId="{16272D8D-2D05-42AB-880F-D1F5B8D54A2C}" type="presOf" srcId="{9E87D7F3-5EC9-4A75-8BD2-C4358A27FEDD}" destId="{C43FA6AE-3FDA-416E-B212-D98E2CE36FC4}" srcOrd="0" destOrd="0" presId="urn:microsoft.com/office/officeart/2008/layout/LinedList"/>
    <dgm:cxn modelId="{CA500395-1AA9-426A-8BBA-CF04EAEBD900}" type="presOf" srcId="{B59C8F0C-5CDE-4C84-8CF6-C822617F0F8A}" destId="{C75A4FF9-E97D-45C9-B6FD-0CCA9563F7CB}" srcOrd="0" destOrd="0" presId="urn:microsoft.com/office/officeart/2008/layout/LinedList"/>
    <dgm:cxn modelId="{D764CB9B-6A7D-429F-8872-B197A9EAE703}" srcId="{C4AFA652-AB75-4126-A6AD-1D33AC1EF77A}" destId="{600ADFAF-2DC2-45BB-A52F-57385775E04B}" srcOrd="13" destOrd="0" parTransId="{98957C9E-8DA7-4307-8BA5-6638BA713CAD}" sibTransId="{D2088741-1E7D-414D-BE69-866382BA6316}"/>
    <dgm:cxn modelId="{EE02099D-C30C-4CDA-9083-9D1CB072FD7B}" srcId="{C4AFA652-AB75-4126-A6AD-1D33AC1EF77A}" destId="{C240975D-1B79-44BD-B313-82EE169984F7}" srcOrd="3" destOrd="0" parTransId="{8A368CE4-F1E1-4EAC-AE6F-59E9BA59F351}" sibTransId="{24D2A29A-4E27-4051-B107-F1D0000AF691}"/>
    <dgm:cxn modelId="{BBD2F5A0-0171-49BF-B73A-5BF8E2CAEB3B}" type="presOf" srcId="{FE7BB1B9-8AF9-4667-B6F7-315DD607D072}" destId="{EB0E3C57-DD29-433D-955C-06A323470290}" srcOrd="0" destOrd="0" presId="urn:microsoft.com/office/officeart/2008/layout/LinedList"/>
    <dgm:cxn modelId="{DFD307AB-E380-4D79-9470-952882F8DC63}" srcId="{C4AFA652-AB75-4126-A6AD-1D33AC1EF77A}" destId="{E1834021-E625-4FC7-BFD0-C5DAB9AB706F}" srcOrd="4" destOrd="0" parTransId="{57AE2363-FCEB-4674-A8AE-8052CC835322}" sibTransId="{F9441248-7251-476E-ABAF-F4A9BD4203E6}"/>
    <dgm:cxn modelId="{2E7393AB-0BD2-441A-A65B-1FDEDB08C97C}" type="presOf" srcId="{FC94DD86-C36D-4D16-AAAE-54822C2B9409}" destId="{210A9A8D-EDB0-4C6F-B333-7F88F50D20F4}" srcOrd="0" destOrd="0" presId="urn:microsoft.com/office/officeart/2008/layout/LinedList"/>
    <dgm:cxn modelId="{9AA1E7B1-B91B-48FD-ABA4-15DE8D10CA45}" type="presOf" srcId="{9E7B6CCD-2EB4-46B9-9695-DF62A31DFF33}" destId="{4AA7DA70-21C0-4637-9B73-370C0DE69502}" srcOrd="0" destOrd="0" presId="urn:microsoft.com/office/officeart/2008/layout/LinedList"/>
    <dgm:cxn modelId="{E93DAFBF-C892-4985-A9FD-9F3F0210E9CB}" srcId="{C4AFA652-AB75-4126-A6AD-1D33AC1EF77A}" destId="{4A2807F8-3DD6-4227-8A53-72CCC7B86A92}" srcOrd="10" destOrd="0" parTransId="{2B4EB83E-7BAA-4192-B7E5-79ED442650EB}" sibTransId="{3ED2BCB6-1926-4AD9-8B1E-73425D8DEE21}"/>
    <dgm:cxn modelId="{FA5D74C4-EA00-4C9E-B7C6-3D343D518A80}" type="presOf" srcId="{CE0FBA45-885E-48B8-83C3-251B81F43E66}" destId="{38D85CE7-7D38-4E3D-9BA0-FE9A7F05C736}" srcOrd="0" destOrd="0" presId="urn:microsoft.com/office/officeart/2008/layout/LinedList"/>
    <dgm:cxn modelId="{5B4EEED4-9F44-40CC-938E-12DBDA1AFEDD}" srcId="{C4AFA652-AB75-4126-A6AD-1D33AC1EF77A}" destId="{2B0C73C8-C15E-467A-AA58-CB91809B3B7B}" srcOrd="8" destOrd="0" parTransId="{A5127463-36A0-49DF-A171-F124E6B80472}" sibTransId="{6C1885D5-A9F3-4309-89DE-344D5913B950}"/>
    <dgm:cxn modelId="{B039CED5-7525-42E2-B861-88A18149B38D}" srcId="{C4AFA652-AB75-4126-A6AD-1D33AC1EF77A}" destId="{0F4DD5C0-484D-4250-9596-019138DD2F9B}" srcOrd="2" destOrd="0" parTransId="{5B9A5290-C645-4B87-AFBE-FF56EB7B5548}" sibTransId="{EADC59AF-8FDB-4A62-AC66-916AE6A92144}"/>
    <dgm:cxn modelId="{44D6C8D9-23C4-4FE8-919D-F7BBC161E539}" srcId="{C4AFA652-AB75-4126-A6AD-1D33AC1EF77A}" destId="{9E87D7F3-5EC9-4A75-8BD2-C4358A27FEDD}" srcOrd="9" destOrd="0" parTransId="{D16DF554-75F8-4FE4-A596-9E256AF4A9E4}" sibTransId="{2535D766-26B0-4D58-AFEB-1D9181085CC2}"/>
    <dgm:cxn modelId="{1BC477DC-5FA5-48AA-BB2E-18ABE7A1F1DB}" srcId="{C4AFA652-AB75-4126-A6AD-1D33AC1EF77A}" destId="{56DC6247-AE8B-4318-A502-7B69C82FFE34}" srcOrd="0" destOrd="0" parTransId="{52D9D463-065D-42A4-95E9-FC5FBCB84227}" sibTransId="{8AC37BDD-D0DC-44F9-B830-189EB43019DB}"/>
    <dgm:cxn modelId="{C0C482DF-AB6F-4AA4-BDE3-4FEE7ED1CC12}" srcId="{C4AFA652-AB75-4126-A6AD-1D33AC1EF77A}" destId="{BA0BF277-1277-4C20-8E40-E5BD54FE2105}" srcOrd="6" destOrd="0" parTransId="{9D8089C9-7BBF-4F1F-AC73-5980AB1AC892}" sibTransId="{714ED379-B947-49F4-A20E-A212B9D0DA01}"/>
    <dgm:cxn modelId="{FE819CF1-2FF1-49F1-96A5-2D4162C5D4FC}" type="presOf" srcId="{56DC6247-AE8B-4318-A502-7B69C82FFE34}" destId="{E52B9F99-915F-45C3-9EA1-B1DCB2182286}" srcOrd="0" destOrd="0" presId="urn:microsoft.com/office/officeart/2008/layout/LinedList"/>
    <dgm:cxn modelId="{DE30E01D-5349-4BE0-B1DA-E571438F56D3}" type="presParOf" srcId="{0C8B373E-9713-4DDC-85D2-725492EC60EE}" destId="{C03A3EF3-9550-4F2B-BB1D-11D86170CEB3}" srcOrd="0" destOrd="0" presId="urn:microsoft.com/office/officeart/2008/layout/LinedList"/>
    <dgm:cxn modelId="{7560E530-FED1-434C-BECB-EF6FFF7AF300}" type="presParOf" srcId="{0C8B373E-9713-4DDC-85D2-725492EC60EE}" destId="{D349CD3F-71D0-496C-A83D-1016BDBF8F72}" srcOrd="1" destOrd="0" presId="urn:microsoft.com/office/officeart/2008/layout/LinedList"/>
    <dgm:cxn modelId="{2FB68719-58CD-49E2-8978-2AAF27DDAC4A}" type="presParOf" srcId="{D349CD3F-71D0-496C-A83D-1016BDBF8F72}" destId="{E52B9F99-915F-45C3-9EA1-B1DCB2182286}" srcOrd="0" destOrd="0" presId="urn:microsoft.com/office/officeart/2008/layout/LinedList"/>
    <dgm:cxn modelId="{7D125AD3-F548-4D2D-B215-1E969BB616C5}" type="presParOf" srcId="{D349CD3F-71D0-496C-A83D-1016BDBF8F72}" destId="{75BFBEB5-BAFC-40EF-9836-1792E51A67BE}" srcOrd="1" destOrd="0" presId="urn:microsoft.com/office/officeart/2008/layout/LinedList"/>
    <dgm:cxn modelId="{F7224EDD-6188-4451-928A-DCE15367ACAF}" type="presParOf" srcId="{0C8B373E-9713-4DDC-85D2-725492EC60EE}" destId="{BBD09467-7067-408A-8EA2-D64F5304B5B4}" srcOrd="2" destOrd="0" presId="urn:microsoft.com/office/officeart/2008/layout/LinedList"/>
    <dgm:cxn modelId="{CE0A436F-D326-4AA0-9722-36E50E4E0712}" type="presParOf" srcId="{0C8B373E-9713-4DDC-85D2-725492EC60EE}" destId="{9C7DB1FD-BA34-4993-B26D-3047989E623F}" srcOrd="3" destOrd="0" presId="urn:microsoft.com/office/officeart/2008/layout/LinedList"/>
    <dgm:cxn modelId="{EDC7A2BF-0237-4DC1-826D-4E3786E34C7C}" type="presParOf" srcId="{9C7DB1FD-BA34-4993-B26D-3047989E623F}" destId="{4AA7DA70-21C0-4637-9B73-370C0DE69502}" srcOrd="0" destOrd="0" presId="urn:microsoft.com/office/officeart/2008/layout/LinedList"/>
    <dgm:cxn modelId="{A2BA0658-6432-4F7F-9A3F-7DCDFECA6F4B}" type="presParOf" srcId="{9C7DB1FD-BA34-4993-B26D-3047989E623F}" destId="{8780F60B-CD7D-46F6-9845-1C1FA10F5AAF}" srcOrd="1" destOrd="0" presId="urn:microsoft.com/office/officeart/2008/layout/LinedList"/>
    <dgm:cxn modelId="{042A0BD5-0FD9-4A51-A20F-3982FA3F8F67}" type="presParOf" srcId="{0C8B373E-9713-4DDC-85D2-725492EC60EE}" destId="{F7A2B53F-239B-495B-89F3-B6D418DA1DFD}" srcOrd="4" destOrd="0" presId="urn:microsoft.com/office/officeart/2008/layout/LinedList"/>
    <dgm:cxn modelId="{EC1A6BB1-197D-49CB-A75A-E0ADDC536081}" type="presParOf" srcId="{0C8B373E-9713-4DDC-85D2-725492EC60EE}" destId="{D37DE810-89CA-449A-AF7C-6114CD72FA50}" srcOrd="5" destOrd="0" presId="urn:microsoft.com/office/officeart/2008/layout/LinedList"/>
    <dgm:cxn modelId="{A23E9A12-D19A-42E5-AD9F-8A95BFDBE5F2}" type="presParOf" srcId="{D37DE810-89CA-449A-AF7C-6114CD72FA50}" destId="{D6E124AF-91BE-4D90-82ED-92FE17A06283}" srcOrd="0" destOrd="0" presId="urn:microsoft.com/office/officeart/2008/layout/LinedList"/>
    <dgm:cxn modelId="{454568C7-AF41-47FD-884D-201731C25381}" type="presParOf" srcId="{D37DE810-89CA-449A-AF7C-6114CD72FA50}" destId="{27DF830E-D463-4A1A-8621-2F9A002B4104}" srcOrd="1" destOrd="0" presId="urn:microsoft.com/office/officeart/2008/layout/LinedList"/>
    <dgm:cxn modelId="{8E4E2874-482D-41FA-8A19-EBFEDBAABAA5}" type="presParOf" srcId="{0C8B373E-9713-4DDC-85D2-725492EC60EE}" destId="{09F491BC-A56C-47F5-A3BC-FBBD5B80C6F2}" srcOrd="6" destOrd="0" presId="urn:microsoft.com/office/officeart/2008/layout/LinedList"/>
    <dgm:cxn modelId="{94618A82-89CF-4BEE-AAE2-09BA0B8094A9}" type="presParOf" srcId="{0C8B373E-9713-4DDC-85D2-725492EC60EE}" destId="{0E8AD29E-74F4-4307-A663-1F50B95C7227}" srcOrd="7" destOrd="0" presId="urn:microsoft.com/office/officeart/2008/layout/LinedList"/>
    <dgm:cxn modelId="{FD6E5C7A-75E2-4A6B-8000-EE1091C31899}" type="presParOf" srcId="{0E8AD29E-74F4-4307-A663-1F50B95C7227}" destId="{F9A88CBE-2846-401C-B406-C7468B6CDDD4}" srcOrd="0" destOrd="0" presId="urn:microsoft.com/office/officeart/2008/layout/LinedList"/>
    <dgm:cxn modelId="{96C86D0C-5738-4B19-823D-58D8A20BB1E4}" type="presParOf" srcId="{0E8AD29E-74F4-4307-A663-1F50B95C7227}" destId="{7FA5B51B-41C4-4EB6-8471-3C69EB993A96}" srcOrd="1" destOrd="0" presId="urn:microsoft.com/office/officeart/2008/layout/LinedList"/>
    <dgm:cxn modelId="{1B74919E-0571-4B1F-B169-4FA072C23BEC}" type="presParOf" srcId="{0C8B373E-9713-4DDC-85D2-725492EC60EE}" destId="{6D4D2DAC-EC48-43B3-897F-061F41B60A83}" srcOrd="8" destOrd="0" presId="urn:microsoft.com/office/officeart/2008/layout/LinedList"/>
    <dgm:cxn modelId="{7D54AFAC-4D0A-4F13-A84C-6BEAFE62A2C0}" type="presParOf" srcId="{0C8B373E-9713-4DDC-85D2-725492EC60EE}" destId="{D333022E-2793-45F8-93A6-01E26B2A2970}" srcOrd="9" destOrd="0" presId="urn:microsoft.com/office/officeart/2008/layout/LinedList"/>
    <dgm:cxn modelId="{27353576-1377-42C6-A19A-76CC294C6154}" type="presParOf" srcId="{D333022E-2793-45F8-93A6-01E26B2A2970}" destId="{1933B4D7-F8C7-496B-BFC2-C8B4555DE0DB}" srcOrd="0" destOrd="0" presId="urn:microsoft.com/office/officeart/2008/layout/LinedList"/>
    <dgm:cxn modelId="{6513BD16-068B-449F-9B79-97877A1F063B}" type="presParOf" srcId="{D333022E-2793-45F8-93A6-01E26B2A2970}" destId="{BE39630C-405E-4843-AB16-8BF7ED89043D}" srcOrd="1" destOrd="0" presId="urn:microsoft.com/office/officeart/2008/layout/LinedList"/>
    <dgm:cxn modelId="{13C9F08D-D07C-4CD1-A40C-3E382F6E9BBE}" type="presParOf" srcId="{0C8B373E-9713-4DDC-85D2-725492EC60EE}" destId="{3AE12350-D8D3-46A9-B5B5-A97DBD5121B9}" srcOrd="10" destOrd="0" presId="urn:microsoft.com/office/officeart/2008/layout/LinedList"/>
    <dgm:cxn modelId="{149895A8-4EE9-461B-B022-E8E6D37F592C}" type="presParOf" srcId="{0C8B373E-9713-4DDC-85D2-725492EC60EE}" destId="{9CC97F1A-40F9-4EFB-9B59-473034FDCFA4}" srcOrd="11" destOrd="0" presId="urn:microsoft.com/office/officeart/2008/layout/LinedList"/>
    <dgm:cxn modelId="{87E6F2EB-8190-43E7-8D51-50AF29E7D493}" type="presParOf" srcId="{9CC97F1A-40F9-4EFB-9B59-473034FDCFA4}" destId="{C75A4FF9-E97D-45C9-B6FD-0CCA9563F7CB}" srcOrd="0" destOrd="0" presId="urn:microsoft.com/office/officeart/2008/layout/LinedList"/>
    <dgm:cxn modelId="{F320B337-F279-4430-B808-E896F59A0E15}" type="presParOf" srcId="{9CC97F1A-40F9-4EFB-9B59-473034FDCFA4}" destId="{D4CB186D-77C2-467B-A169-037F816EF779}" srcOrd="1" destOrd="0" presId="urn:microsoft.com/office/officeart/2008/layout/LinedList"/>
    <dgm:cxn modelId="{1E46A283-EC1D-4E33-AF20-0E50AF8444BF}" type="presParOf" srcId="{0C8B373E-9713-4DDC-85D2-725492EC60EE}" destId="{E8F0301C-F2B7-43D5-9AE4-882C156D1168}" srcOrd="12" destOrd="0" presId="urn:microsoft.com/office/officeart/2008/layout/LinedList"/>
    <dgm:cxn modelId="{D567D894-8F03-4BE1-B4EC-B4E331806CAA}" type="presParOf" srcId="{0C8B373E-9713-4DDC-85D2-725492EC60EE}" destId="{C80D3C84-D036-4208-917D-AB9F9BFB9425}" srcOrd="13" destOrd="0" presId="urn:microsoft.com/office/officeart/2008/layout/LinedList"/>
    <dgm:cxn modelId="{8366F594-A934-4802-903F-74C64769A606}" type="presParOf" srcId="{C80D3C84-D036-4208-917D-AB9F9BFB9425}" destId="{F999BBCD-9FE0-4311-85ED-D4438B54C90B}" srcOrd="0" destOrd="0" presId="urn:microsoft.com/office/officeart/2008/layout/LinedList"/>
    <dgm:cxn modelId="{D4408A6F-2284-4F04-B7A1-A674CFBAE97F}" type="presParOf" srcId="{C80D3C84-D036-4208-917D-AB9F9BFB9425}" destId="{B517C5A6-444F-40B4-BBB0-FB6F5184B6C3}" srcOrd="1" destOrd="0" presId="urn:microsoft.com/office/officeart/2008/layout/LinedList"/>
    <dgm:cxn modelId="{6B50D023-EA14-463E-AE20-4987D3DA3D97}" type="presParOf" srcId="{0C8B373E-9713-4DDC-85D2-725492EC60EE}" destId="{DEC0A215-D56B-49A2-A883-B113412EBD0C}" srcOrd="14" destOrd="0" presId="urn:microsoft.com/office/officeart/2008/layout/LinedList"/>
    <dgm:cxn modelId="{B75AEB84-F662-4BFC-8713-DC4043923A68}" type="presParOf" srcId="{0C8B373E-9713-4DDC-85D2-725492EC60EE}" destId="{E5FD00A7-0DCA-484C-B0BC-0DEA0DDD116B}" srcOrd="15" destOrd="0" presId="urn:microsoft.com/office/officeart/2008/layout/LinedList"/>
    <dgm:cxn modelId="{203B715F-DF96-4FF7-A33A-1AB48B956F9F}" type="presParOf" srcId="{E5FD00A7-0DCA-484C-B0BC-0DEA0DDD116B}" destId="{EB0E3C57-DD29-433D-955C-06A323470290}" srcOrd="0" destOrd="0" presId="urn:microsoft.com/office/officeart/2008/layout/LinedList"/>
    <dgm:cxn modelId="{39D37F1A-A945-4C48-B724-E9FD61A5324F}" type="presParOf" srcId="{E5FD00A7-0DCA-484C-B0BC-0DEA0DDD116B}" destId="{E8178955-0EF1-4307-969A-9068C11399F3}" srcOrd="1" destOrd="0" presId="urn:microsoft.com/office/officeart/2008/layout/LinedList"/>
    <dgm:cxn modelId="{E95DC20D-86B9-42FC-BBF1-B0B270F6F60E}" type="presParOf" srcId="{0C8B373E-9713-4DDC-85D2-725492EC60EE}" destId="{7B458109-1DE8-48F9-8651-2E983D5F45C9}" srcOrd="16" destOrd="0" presId="urn:microsoft.com/office/officeart/2008/layout/LinedList"/>
    <dgm:cxn modelId="{8F9EC058-4118-417E-8E6E-13912F0232D9}" type="presParOf" srcId="{0C8B373E-9713-4DDC-85D2-725492EC60EE}" destId="{B5B24262-0662-4571-93EA-99962395AD84}" srcOrd="17" destOrd="0" presId="urn:microsoft.com/office/officeart/2008/layout/LinedList"/>
    <dgm:cxn modelId="{116A054E-4568-4E87-9B73-03B9BFA44050}" type="presParOf" srcId="{B5B24262-0662-4571-93EA-99962395AD84}" destId="{3DE0855C-85BB-419F-A585-F0F59CD10D51}" srcOrd="0" destOrd="0" presId="urn:microsoft.com/office/officeart/2008/layout/LinedList"/>
    <dgm:cxn modelId="{DC7F15EB-1B04-4559-A538-98C99535FE1D}" type="presParOf" srcId="{B5B24262-0662-4571-93EA-99962395AD84}" destId="{4315FE63-65FC-404D-B5B4-A4EFC4B718BC}" srcOrd="1" destOrd="0" presId="urn:microsoft.com/office/officeart/2008/layout/LinedList"/>
    <dgm:cxn modelId="{A760182D-0B35-44F8-BEAF-CEB38C214B0F}" type="presParOf" srcId="{0C8B373E-9713-4DDC-85D2-725492EC60EE}" destId="{6FFBE872-050B-4B57-BB61-B6D62C5B5A6F}" srcOrd="18" destOrd="0" presId="urn:microsoft.com/office/officeart/2008/layout/LinedList"/>
    <dgm:cxn modelId="{B0758B86-7FB7-4FEE-A828-BD1594979B36}" type="presParOf" srcId="{0C8B373E-9713-4DDC-85D2-725492EC60EE}" destId="{18C32282-4274-474F-A97B-DB71405FDFFB}" srcOrd="19" destOrd="0" presId="urn:microsoft.com/office/officeart/2008/layout/LinedList"/>
    <dgm:cxn modelId="{CB65C338-A566-483B-8B95-B16BF82EEEE7}" type="presParOf" srcId="{18C32282-4274-474F-A97B-DB71405FDFFB}" destId="{C43FA6AE-3FDA-416E-B212-D98E2CE36FC4}" srcOrd="0" destOrd="0" presId="urn:microsoft.com/office/officeart/2008/layout/LinedList"/>
    <dgm:cxn modelId="{718AEFAA-EC2B-46FF-9188-915F99DC5959}" type="presParOf" srcId="{18C32282-4274-474F-A97B-DB71405FDFFB}" destId="{196B6504-2A11-4095-942F-0328AC05E8D6}" srcOrd="1" destOrd="0" presId="urn:microsoft.com/office/officeart/2008/layout/LinedList"/>
    <dgm:cxn modelId="{707288FE-693C-4B5C-A4AA-9DD3B29DB3B7}" type="presParOf" srcId="{0C8B373E-9713-4DDC-85D2-725492EC60EE}" destId="{1A751C7C-1D90-492E-9411-923273AB5E66}" srcOrd="20" destOrd="0" presId="urn:microsoft.com/office/officeart/2008/layout/LinedList"/>
    <dgm:cxn modelId="{415C73C3-3F3B-44EA-88B1-BF50EF6D20FA}" type="presParOf" srcId="{0C8B373E-9713-4DDC-85D2-725492EC60EE}" destId="{8CDCD40E-3754-42A4-9F17-A43C96B65E99}" srcOrd="21" destOrd="0" presId="urn:microsoft.com/office/officeart/2008/layout/LinedList"/>
    <dgm:cxn modelId="{E1B4D009-B8F2-4BF7-8020-D2E290CFE618}" type="presParOf" srcId="{8CDCD40E-3754-42A4-9F17-A43C96B65E99}" destId="{ADA872E5-3EBB-4DF4-845B-B549DE96DA72}" srcOrd="0" destOrd="0" presId="urn:microsoft.com/office/officeart/2008/layout/LinedList"/>
    <dgm:cxn modelId="{14795E96-8366-4AB8-A32A-56167A345D46}" type="presParOf" srcId="{8CDCD40E-3754-42A4-9F17-A43C96B65E99}" destId="{E301DA5C-96AC-49D3-ADAC-10F401550377}" srcOrd="1" destOrd="0" presId="urn:microsoft.com/office/officeart/2008/layout/LinedList"/>
    <dgm:cxn modelId="{F08BE591-D466-4327-830B-4DC73C013B66}" type="presParOf" srcId="{0C8B373E-9713-4DDC-85D2-725492EC60EE}" destId="{890D597C-32FC-40D9-BD97-147043D3DE14}" srcOrd="22" destOrd="0" presId="urn:microsoft.com/office/officeart/2008/layout/LinedList"/>
    <dgm:cxn modelId="{46C5FCD5-394D-40C1-A5F5-A3CDDB63E977}" type="presParOf" srcId="{0C8B373E-9713-4DDC-85D2-725492EC60EE}" destId="{D2601D65-9165-49D3-B577-B51D7466F206}" srcOrd="23" destOrd="0" presId="urn:microsoft.com/office/officeart/2008/layout/LinedList"/>
    <dgm:cxn modelId="{E371E73A-540D-4C9B-A284-420CE533562A}" type="presParOf" srcId="{D2601D65-9165-49D3-B577-B51D7466F206}" destId="{D24D6ACC-B44F-4BF7-A15E-CB7E9B9D59F9}" srcOrd="0" destOrd="0" presId="urn:microsoft.com/office/officeart/2008/layout/LinedList"/>
    <dgm:cxn modelId="{18C2FB0E-3113-4B8A-82C5-B3C2B212997C}" type="presParOf" srcId="{D2601D65-9165-49D3-B577-B51D7466F206}" destId="{CF0D8254-6CBD-4A3E-9BE8-7A07BECDEEFF}" srcOrd="1" destOrd="0" presId="urn:microsoft.com/office/officeart/2008/layout/LinedList"/>
    <dgm:cxn modelId="{2520F3F5-096D-4E1C-B2DA-7D42BB51D2E8}" type="presParOf" srcId="{0C8B373E-9713-4DDC-85D2-725492EC60EE}" destId="{104761A9-1335-4F8B-994D-1C2AB73092CC}" srcOrd="24" destOrd="0" presId="urn:microsoft.com/office/officeart/2008/layout/LinedList"/>
    <dgm:cxn modelId="{D8EC9EB4-4103-4310-A69F-CB07C6471003}" type="presParOf" srcId="{0C8B373E-9713-4DDC-85D2-725492EC60EE}" destId="{BB821A06-2A0C-47DE-9673-AB5B7F1FF262}" srcOrd="25" destOrd="0" presId="urn:microsoft.com/office/officeart/2008/layout/LinedList"/>
    <dgm:cxn modelId="{BF6BE28E-23E2-4DB0-BDCF-7073DBC06997}" type="presParOf" srcId="{BB821A06-2A0C-47DE-9673-AB5B7F1FF262}" destId="{210A9A8D-EDB0-4C6F-B333-7F88F50D20F4}" srcOrd="0" destOrd="0" presId="urn:microsoft.com/office/officeart/2008/layout/LinedList"/>
    <dgm:cxn modelId="{CBED0D0B-A85E-492A-90DD-6A1CC7D87B2A}" type="presParOf" srcId="{BB821A06-2A0C-47DE-9673-AB5B7F1FF262}" destId="{07BDD196-24D9-4920-A477-20BF70376FB5}" srcOrd="1" destOrd="0" presId="urn:microsoft.com/office/officeart/2008/layout/LinedList"/>
    <dgm:cxn modelId="{DF1A03C2-6571-4A0A-8DC1-E591765F684C}" type="presParOf" srcId="{0C8B373E-9713-4DDC-85D2-725492EC60EE}" destId="{CC0F559B-9178-4EBE-83A3-1FE992B5FE8C}" srcOrd="26" destOrd="0" presId="urn:microsoft.com/office/officeart/2008/layout/LinedList"/>
    <dgm:cxn modelId="{86A043F8-4255-4B3A-8597-FA2B76F0530A}" type="presParOf" srcId="{0C8B373E-9713-4DDC-85D2-725492EC60EE}" destId="{70E55627-0E09-49B3-A58A-6B6743E45C72}" srcOrd="27" destOrd="0" presId="urn:microsoft.com/office/officeart/2008/layout/LinedList"/>
    <dgm:cxn modelId="{CFD9AFB2-7D51-4AB7-8BE9-C113A3A759AC}" type="presParOf" srcId="{70E55627-0E09-49B3-A58A-6B6743E45C72}" destId="{E92D192D-8ACA-4505-9122-0FC7BC2FD67B}" srcOrd="0" destOrd="0" presId="urn:microsoft.com/office/officeart/2008/layout/LinedList"/>
    <dgm:cxn modelId="{49EEFE85-DD18-426A-8578-BB14638B3C3A}" type="presParOf" srcId="{70E55627-0E09-49B3-A58A-6B6743E45C72}" destId="{7B15D710-3EFB-43DB-9EB8-81556450D3B7}" srcOrd="1" destOrd="0" presId="urn:microsoft.com/office/officeart/2008/layout/LinedList"/>
    <dgm:cxn modelId="{C9C63789-448C-46EB-8505-F1BF4FEBAB99}" type="presParOf" srcId="{0C8B373E-9713-4DDC-85D2-725492EC60EE}" destId="{B4E6CA45-2F58-4C9C-ADD2-2A7592769577}" srcOrd="28" destOrd="0" presId="urn:microsoft.com/office/officeart/2008/layout/LinedList"/>
    <dgm:cxn modelId="{9C440F1E-1BEC-4F8C-9A3F-573DB4ED3B76}" type="presParOf" srcId="{0C8B373E-9713-4DDC-85D2-725492EC60EE}" destId="{15B7BF30-F61A-4563-8E80-1E4579A2F09D}" srcOrd="29" destOrd="0" presId="urn:microsoft.com/office/officeart/2008/layout/LinedList"/>
    <dgm:cxn modelId="{9B9E8835-91FB-41C8-A705-10DA95C5B5C3}" type="presParOf" srcId="{15B7BF30-F61A-4563-8E80-1E4579A2F09D}" destId="{38D85CE7-7D38-4E3D-9BA0-FE9A7F05C736}" srcOrd="0" destOrd="0" presId="urn:microsoft.com/office/officeart/2008/layout/LinedList"/>
    <dgm:cxn modelId="{A847C9D4-DF1A-466B-9FE8-EF0E381158F9}" type="presParOf" srcId="{15B7BF30-F61A-4563-8E80-1E4579A2F09D}" destId="{D8FB4E66-5268-427A-9D82-17882217A54C}" srcOrd="1" destOrd="0" presId="urn:microsoft.com/office/officeart/2008/layout/LinedList"/>
    <dgm:cxn modelId="{A57FAED0-7F2B-4BA0-889C-F9B0CC810FA4}" type="presParOf" srcId="{0C8B373E-9713-4DDC-85D2-725492EC60EE}" destId="{8A4D3985-3A37-4C46-A44B-A7DDB1ED7173}" srcOrd="30" destOrd="0" presId="urn:microsoft.com/office/officeart/2008/layout/LinedList"/>
    <dgm:cxn modelId="{F17FF057-D407-4988-9969-75288FE06701}" type="presParOf" srcId="{0C8B373E-9713-4DDC-85D2-725492EC60EE}" destId="{9597B195-7146-4E85-B97C-27B297369DC5}" srcOrd="31" destOrd="0" presId="urn:microsoft.com/office/officeart/2008/layout/LinedList"/>
    <dgm:cxn modelId="{270AF0C9-ABC0-41E8-8C3B-0A4614E9FD26}" type="presParOf" srcId="{9597B195-7146-4E85-B97C-27B297369DC5}" destId="{9F346C27-1707-4CAF-B68F-783C5BDF2112}" srcOrd="0" destOrd="0" presId="urn:microsoft.com/office/officeart/2008/layout/LinedList"/>
    <dgm:cxn modelId="{207A5BDE-281A-4C1F-A940-A80D7D5508E0}" type="presParOf" srcId="{9597B195-7146-4E85-B97C-27B297369DC5}" destId="{7743986F-3590-47D9-A40B-39C3E0A459E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02B2366-9658-4F7F-97D2-016D00CD1783}" type="doc">
      <dgm:prSet loTypeId="urn:microsoft.com/office/officeart/2008/layout/LinedList" loCatId="list" qsTypeId="urn:microsoft.com/office/officeart/2005/8/quickstyle/simple1#7" qsCatId="simple" csTypeId="urn:microsoft.com/office/officeart/2005/8/colors/colorful2#1" csCatId="colorful"/>
      <dgm:spPr/>
      <dgm:t>
        <a:bodyPr/>
        <a:lstStyle/>
        <a:p>
          <a:endParaRPr lang="en-US"/>
        </a:p>
      </dgm:t>
    </dgm:pt>
    <dgm:pt modelId="{2BEB3B20-77BE-4298-95B1-25753BB39598}">
      <dgm:prSet custT="1"/>
      <dgm:spPr/>
      <dgm:t>
        <a:bodyPr/>
        <a:lstStyle/>
        <a:p>
          <a:r>
            <a:rPr lang="en-US" sz="2400" b="1" u="sng" dirty="0">
              <a:solidFill>
                <a:srgbClr val="0070C0"/>
              </a:solidFill>
            </a:rPr>
            <a:t>The comprehensive disability center: </a:t>
          </a:r>
          <a:endParaRPr lang="en-US" sz="2400" dirty="0">
            <a:solidFill>
              <a:srgbClr val="0070C0"/>
            </a:solidFill>
          </a:endParaRPr>
        </a:p>
      </dgm:t>
    </dgm:pt>
    <dgm:pt modelId="{988163AC-F44C-4722-91C1-79D270E14A94}" type="parTrans" cxnId="{56EE7241-280F-4903-991E-9F61F078013B}">
      <dgm:prSet/>
      <dgm:spPr/>
      <dgm:t>
        <a:bodyPr/>
        <a:lstStyle/>
        <a:p>
          <a:endParaRPr lang="en-US"/>
        </a:p>
      </dgm:t>
    </dgm:pt>
    <dgm:pt modelId="{E806F331-45F5-47D0-A3B6-3F7A641A64A6}" type="sibTrans" cxnId="{56EE7241-280F-4903-991E-9F61F078013B}">
      <dgm:prSet/>
      <dgm:spPr/>
      <dgm:t>
        <a:bodyPr/>
        <a:lstStyle/>
        <a:p>
          <a:endParaRPr lang="en-US"/>
        </a:p>
      </dgm:t>
    </dgm:pt>
    <dgm:pt modelId="{1CD25083-F815-4885-8631-65ADE3BCFE5E}">
      <dgm:prSet/>
      <dgm:spPr/>
      <dgm:t>
        <a:bodyPr/>
        <a:lstStyle/>
        <a:p>
          <a:r>
            <a:rPr lang="en-US"/>
            <a:t>Provide all types of services under one roof. </a:t>
          </a:r>
        </a:p>
      </dgm:t>
    </dgm:pt>
    <dgm:pt modelId="{310D5673-301A-4D84-AB63-764B1FEEA77B}" type="parTrans" cxnId="{819092E6-4DC9-4E69-B1C2-6D6B928DF2CA}">
      <dgm:prSet/>
      <dgm:spPr/>
      <dgm:t>
        <a:bodyPr/>
        <a:lstStyle/>
        <a:p>
          <a:endParaRPr lang="en-US"/>
        </a:p>
      </dgm:t>
    </dgm:pt>
    <dgm:pt modelId="{474CEA83-D8A2-4A4D-848B-5387DA5162D4}" type="sibTrans" cxnId="{819092E6-4DC9-4E69-B1C2-6D6B928DF2CA}">
      <dgm:prSet/>
      <dgm:spPr/>
      <dgm:t>
        <a:bodyPr/>
        <a:lstStyle/>
        <a:p>
          <a:endParaRPr lang="en-US"/>
        </a:p>
      </dgm:t>
    </dgm:pt>
    <dgm:pt modelId="{02F5D9B1-11B7-4DE8-91B6-D0CAAC07A52E}">
      <dgm:prSet/>
      <dgm:spPr/>
      <dgm:t>
        <a:bodyPr/>
        <a:lstStyle/>
        <a:p>
          <a:r>
            <a:rPr lang="en-US"/>
            <a:t>It has the following sections: </a:t>
          </a:r>
        </a:p>
      </dgm:t>
    </dgm:pt>
    <dgm:pt modelId="{68BE7615-15E4-4981-99AE-3864D5412E89}" type="parTrans" cxnId="{DFEA84D9-BDEC-46B4-BFEF-0E71CB57B0D3}">
      <dgm:prSet/>
      <dgm:spPr/>
      <dgm:t>
        <a:bodyPr/>
        <a:lstStyle/>
        <a:p>
          <a:endParaRPr lang="en-US"/>
        </a:p>
      </dgm:t>
    </dgm:pt>
    <dgm:pt modelId="{EBA9C258-704D-4157-997B-F6888F2E42D0}" type="sibTrans" cxnId="{DFEA84D9-BDEC-46B4-BFEF-0E71CB57B0D3}">
      <dgm:prSet/>
      <dgm:spPr/>
      <dgm:t>
        <a:bodyPr/>
        <a:lstStyle/>
        <a:p>
          <a:endParaRPr lang="en-US"/>
        </a:p>
      </dgm:t>
    </dgm:pt>
    <dgm:pt modelId="{6A4E4FA1-18B8-49A1-8EFB-EDFFCD3BDE01}">
      <dgm:prSet/>
      <dgm:spPr/>
      <dgm:t>
        <a:bodyPr/>
        <a:lstStyle/>
        <a:p>
          <a:r>
            <a:rPr lang="en-US"/>
            <a:t>Diagnosis and assessment center </a:t>
          </a:r>
        </a:p>
      </dgm:t>
    </dgm:pt>
    <dgm:pt modelId="{B82D9A8D-D0FC-4965-AD71-4375D7A81907}" type="parTrans" cxnId="{7A4B2C2E-99D9-4405-AE40-2AFCFE8C531B}">
      <dgm:prSet/>
      <dgm:spPr/>
      <dgm:t>
        <a:bodyPr/>
        <a:lstStyle/>
        <a:p>
          <a:endParaRPr lang="en-US"/>
        </a:p>
      </dgm:t>
    </dgm:pt>
    <dgm:pt modelId="{ECC6E02A-11D7-42F8-A62E-064CE64222CF}" type="sibTrans" cxnId="{7A4B2C2E-99D9-4405-AE40-2AFCFE8C531B}">
      <dgm:prSet/>
      <dgm:spPr/>
      <dgm:t>
        <a:bodyPr/>
        <a:lstStyle/>
        <a:p>
          <a:endParaRPr lang="en-US"/>
        </a:p>
      </dgm:t>
    </dgm:pt>
    <dgm:pt modelId="{DD1CDB0E-4E3A-4D69-B5A0-8C5F4D3D3345}">
      <dgm:prSet/>
      <dgm:spPr/>
      <dgm:t>
        <a:bodyPr/>
        <a:lstStyle/>
        <a:p>
          <a:r>
            <a:rPr lang="en-US"/>
            <a:t>Physiotherapy section </a:t>
          </a:r>
        </a:p>
      </dgm:t>
    </dgm:pt>
    <dgm:pt modelId="{0994FE8A-A529-47C7-86A6-0773B9EE2971}" type="parTrans" cxnId="{EE5F68DE-9523-4940-A555-629264235597}">
      <dgm:prSet/>
      <dgm:spPr/>
      <dgm:t>
        <a:bodyPr/>
        <a:lstStyle/>
        <a:p>
          <a:endParaRPr lang="en-US"/>
        </a:p>
      </dgm:t>
    </dgm:pt>
    <dgm:pt modelId="{BDB7A108-51A1-48C5-9898-480A302CB3C3}" type="sibTrans" cxnId="{EE5F68DE-9523-4940-A555-629264235597}">
      <dgm:prSet/>
      <dgm:spPr/>
      <dgm:t>
        <a:bodyPr/>
        <a:lstStyle/>
        <a:p>
          <a:endParaRPr lang="en-US"/>
        </a:p>
      </dgm:t>
    </dgm:pt>
    <dgm:pt modelId="{A1A2C5B2-8B15-4AEC-B501-7369B10A190A}">
      <dgm:prSet/>
      <dgm:spPr/>
      <dgm:t>
        <a:bodyPr/>
        <a:lstStyle/>
        <a:p>
          <a:r>
            <a:rPr lang="en-US"/>
            <a:t>Psychological and family treatment section </a:t>
          </a:r>
        </a:p>
      </dgm:t>
    </dgm:pt>
    <dgm:pt modelId="{C4AE7663-E0DC-410F-8090-AC3D2ADD171A}" type="parTrans" cxnId="{5C0205E7-D525-4A12-AA28-206283C8DB08}">
      <dgm:prSet/>
      <dgm:spPr/>
      <dgm:t>
        <a:bodyPr/>
        <a:lstStyle/>
        <a:p>
          <a:endParaRPr lang="en-US"/>
        </a:p>
      </dgm:t>
    </dgm:pt>
    <dgm:pt modelId="{BAABC23C-3AE4-470F-ABB0-619A2B60FADA}" type="sibTrans" cxnId="{5C0205E7-D525-4A12-AA28-206283C8DB08}">
      <dgm:prSet/>
      <dgm:spPr/>
      <dgm:t>
        <a:bodyPr/>
        <a:lstStyle/>
        <a:p>
          <a:endParaRPr lang="en-US"/>
        </a:p>
      </dgm:t>
    </dgm:pt>
    <dgm:pt modelId="{D0A50260-4E98-4083-B052-D73F7D08633A}">
      <dgm:prSet/>
      <dgm:spPr/>
      <dgm:t>
        <a:bodyPr/>
        <a:lstStyle/>
        <a:p>
          <a:r>
            <a:rPr lang="en-US"/>
            <a:t>Multiple disability center (auditory and mental) </a:t>
          </a:r>
        </a:p>
      </dgm:t>
    </dgm:pt>
    <dgm:pt modelId="{417C955C-2583-4D06-B21A-F4B5C80F0AF7}" type="parTrans" cxnId="{FCDAD9AC-8122-41AC-A706-C28AAFB46B7F}">
      <dgm:prSet/>
      <dgm:spPr/>
      <dgm:t>
        <a:bodyPr/>
        <a:lstStyle/>
        <a:p>
          <a:endParaRPr lang="en-US"/>
        </a:p>
      </dgm:t>
    </dgm:pt>
    <dgm:pt modelId="{149128D1-3776-4170-93E5-1B81427D496C}" type="sibTrans" cxnId="{FCDAD9AC-8122-41AC-A706-C28AAFB46B7F}">
      <dgm:prSet/>
      <dgm:spPr/>
      <dgm:t>
        <a:bodyPr/>
        <a:lstStyle/>
        <a:p>
          <a:endParaRPr lang="en-US"/>
        </a:p>
      </dgm:t>
    </dgm:pt>
    <dgm:pt modelId="{A4009256-5D72-4644-9F21-65707DD583CD}">
      <dgm:prSet/>
      <dgm:spPr/>
      <dgm:t>
        <a:bodyPr/>
        <a:lstStyle/>
        <a:p>
          <a:r>
            <a:rPr lang="en-US"/>
            <a:t>Cerebral palsy center </a:t>
          </a:r>
        </a:p>
      </dgm:t>
    </dgm:pt>
    <dgm:pt modelId="{A0123432-A839-4BD6-8EE3-76A58C2E9FF9}" type="parTrans" cxnId="{7D6A0A3A-0D31-4F41-AC36-9D6D1C2607EC}">
      <dgm:prSet/>
      <dgm:spPr/>
      <dgm:t>
        <a:bodyPr/>
        <a:lstStyle/>
        <a:p>
          <a:endParaRPr lang="en-US"/>
        </a:p>
      </dgm:t>
    </dgm:pt>
    <dgm:pt modelId="{94A41B51-67A6-4D93-8439-777BBDE2C31B}" type="sibTrans" cxnId="{7D6A0A3A-0D31-4F41-AC36-9D6D1C2607EC}">
      <dgm:prSet/>
      <dgm:spPr/>
      <dgm:t>
        <a:bodyPr/>
        <a:lstStyle/>
        <a:p>
          <a:endParaRPr lang="en-US"/>
        </a:p>
      </dgm:t>
    </dgm:pt>
    <dgm:pt modelId="{7143F90E-39CE-445C-977C-AFF9A3F4ADE7}">
      <dgm:prSet/>
      <dgm:spPr/>
      <dgm:t>
        <a:bodyPr/>
        <a:lstStyle/>
        <a:p>
          <a:r>
            <a:rPr lang="en-US"/>
            <a:t>Education and training center </a:t>
          </a:r>
        </a:p>
      </dgm:t>
    </dgm:pt>
    <dgm:pt modelId="{F548D84C-D2EA-4708-B2F0-8ABE69567496}" type="parTrans" cxnId="{4400B058-48F9-4D8D-9D3E-04B1F34DF7BB}">
      <dgm:prSet/>
      <dgm:spPr/>
      <dgm:t>
        <a:bodyPr/>
        <a:lstStyle/>
        <a:p>
          <a:endParaRPr lang="en-US"/>
        </a:p>
      </dgm:t>
    </dgm:pt>
    <dgm:pt modelId="{E0C983F8-A8EA-46BC-853B-4FAD4222F0B2}" type="sibTrans" cxnId="{4400B058-48F9-4D8D-9D3E-04B1F34DF7BB}">
      <dgm:prSet/>
      <dgm:spPr/>
      <dgm:t>
        <a:bodyPr/>
        <a:lstStyle/>
        <a:p>
          <a:endParaRPr lang="en-US"/>
        </a:p>
      </dgm:t>
    </dgm:pt>
    <dgm:pt modelId="{43CE72A2-7F48-4F3D-AA38-130934F3F7C0}">
      <dgm:prSet/>
      <dgm:spPr/>
      <dgm:t>
        <a:bodyPr/>
        <a:lstStyle/>
        <a:p>
          <a:r>
            <a:rPr lang="en-US" dirty="0"/>
            <a:t>Exhibition center for disabled products and equipment related to disability </a:t>
          </a:r>
        </a:p>
      </dgm:t>
    </dgm:pt>
    <dgm:pt modelId="{EACD6B47-BA81-4DA6-ABCC-EFBAEF0FE085}" type="parTrans" cxnId="{09FD45DF-352F-40EB-A0AA-66360F73EECD}">
      <dgm:prSet/>
      <dgm:spPr/>
      <dgm:t>
        <a:bodyPr/>
        <a:lstStyle/>
        <a:p>
          <a:endParaRPr lang="en-US"/>
        </a:p>
      </dgm:t>
    </dgm:pt>
    <dgm:pt modelId="{787FB76B-98EA-4897-8228-718E33022E3F}" type="sibTrans" cxnId="{09FD45DF-352F-40EB-A0AA-66360F73EECD}">
      <dgm:prSet/>
      <dgm:spPr/>
      <dgm:t>
        <a:bodyPr/>
        <a:lstStyle/>
        <a:p>
          <a:endParaRPr lang="en-US"/>
        </a:p>
      </dgm:t>
    </dgm:pt>
    <dgm:pt modelId="{D565EF79-2D79-4C2D-8E42-1B31B0AD34D9}">
      <dgm:prSet/>
      <dgm:spPr/>
      <dgm:t>
        <a:bodyPr/>
        <a:lstStyle/>
        <a:p>
          <a:r>
            <a:rPr lang="en-US"/>
            <a:t>Medical clinic and laboratory </a:t>
          </a:r>
        </a:p>
      </dgm:t>
    </dgm:pt>
    <dgm:pt modelId="{209ED604-F8D3-4378-A7FB-DE3290BC52AF}" type="parTrans" cxnId="{5A736782-CB94-43F1-8242-41193CE56829}">
      <dgm:prSet/>
      <dgm:spPr/>
      <dgm:t>
        <a:bodyPr/>
        <a:lstStyle/>
        <a:p>
          <a:endParaRPr lang="en-US"/>
        </a:p>
      </dgm:t>
    </dgm:pt>
    <dgm:pt modelId="{706DBCC3-0F6C-4BB4-AEDD-76F14DB82A10}" type="sibTrans" cxnId="{5A736782-CB94-43F1-8242-41193CE56829}">
      <dgm:prSet/>
      <dgm:spPr/>
      <dgm:t>
        <a:bodyPr/>
        <a:lstStyle/>
        <a:p>
          <a:endParaRPr lang="en-US"/>
        </a:p>
      </dgm:t>
    </dgm:pt>
    <dgm:pt modelId="{D6742DBF-2471-4B56-9F7E-250E050F7701}" type="pres">
      <dgm:prSet presAssocID="{302B2366-9658-4F7F-97D2-016D00CD1783}" presName="vert0" presStyleCnt="0">
        <dgm:presLayoutVars>
          <dgm:dir/>
          <dgm:animOne val="branch"/>
          <dgm:animLvl val="lvl"/>
        </dgm:presLayoutVars>
      </dgm:prSet>
      <dgm:spPr/>
    </dgm:pt>
    <dgm:pt modelId="{18935334-2A46-44DF-9803-9F5720E2EE81}" type="pres">
      <dgm:prSet presAssocID="{2BEB3B20-77BE-4298-95B1-25753BB39598}" presName="thickLine" presStyleLbl="alignNode1" presStyleIdx="0" presStyleCnt="11"/>
      <dgm:spPr/>
    </dgm:pt>
    <dgm:pt modelId="{3FE8FD49-F746-414F-B82D-E5521CB147CD}" type="pres">
      <dgm:prSet presAssocID="{2BEB3B20-77BE-4298-95B1-25753BB39598}" presName="horz1" presStyleCnt="0"/>
      <dgm:spPr/>
    </dgm:pt>
    <dgm:pt modelId="{81F56029-7577-4591-AE09-3D2DAEC18291}" type="pres">
      <dgm:prSet presAssocID="{2BEB3B20-77BE-4298-95B1-25753BB39598}" presName="tx1" presStyleLbl="revTx" presStyleIdx="0" presStyleCnt="11"/>
      <dgm:spPr/>
    </dgm:pt>
    <dgm:pt modelId="{3C65F3E5-4A44-4DB5-8C6F-83B00F7A5E76}" type="pres">
      <dgm:prSet presAssocID="{2BEB3B20-77BE-4298-95B1-25753BB39598}" presName="vert1" presStyleCnt="0"/>
      <dgm:spPr/>
    </dgm:pt>
    <dgm:pt modelId="{F2B2527E-5EE6-4327-975F-89221D49021F}" type="pres">
      <dgm:prSet presAssocID="{1CD25083-F815-4885-8631-65ADE3BCFE5E}" presName="thickLine" presStyleLbl="alignNode1" presStyleIdx="1" presStyleCnt="11"/>
      <dgm:spPr/>
    </dgm:pt>
    <dgm:pt modelId="{524EDFA0-B201-4901-B927-5229AE957511}" type="pres">
      <dgm:prSet presAssocID="{1CD25083-F815-4885-8631-65ADE3BCFE5E}" presName="horz1" presStyleCnt="0"/>
      <dgm:spPr/>
    </dgm:pt>
    <dgm:pt modelId="{96A233F4-062D-44B7-9C94-1D47C6B4B5DD}" type="pres">
      <dgm:prSet presAssocID="{1CD25083-F815-4885-8631-65ADE3BCFE5E}" presName="tx1" presStyleLbl="revTx" presStyleIdx="1" presStyleCnt="11"/>
      <dgm:spPr/>
    </dgm:pt>
    <dgm:pt modelId="{38ADF498-F239-4808-947F-032799C2705D}" type="pres">
      <dgm:prSet presAssocID="{1CD25083-F815-4885-8631-65ADE3BCFE5E}" presName="vert1" presStyleCnt="0"/>
      <dgm:spPr/>
    </dgm:pt>
    <dgm:pt modelId="{DAC2A5FE-D5BC-4305-8C2E-79BAC0BE9B41}" type="pres">
      <dgm:prSet presAssocID="{02F5D9B1-11B7-4DE8-91B6-D0CAAC07A52E}" presName="thickLine" presStyleLbl="alignNode1" presStyleIdx="2" presStyleCnt="11"/>
      <dgm:spPr/>
    </dgm:pt>
    <dgm:pt modelId="{3A1F3197-EF5D-47AD-BF76-3C5E65BEB890}" type="pres">
      <dgm:prSet presAssocID="{02F5D9B1-11B7-4DE8-91B6-D0CAAC07A52E}" presName="horz1" presStyleCnt="0"/>
      <dgm:spPr/>
    </dgm:pt>
    <dgm:pt modelId="{CBDE4AFC-0DAB-44BB-995B-8F05418489B4}" type="pres">
      <dgm:prSet presAssocID="{02F5D9B1-11B7-4DE8-91B6-D0CAAC07A52E}" presName="tx1" presStyleLbl="revTx" presStyleIdx="2" presStyleCnt="11"/>
      <dgm:spPr/>
    </dgm:pt>
    <dgm:pt modelId="{B5E94D94-4D09-4B3D-B5EE-1165D54EA17A}" type="pres">
      <dgm:prSet presAssocID="{02F5D9B1-11B7-4DE8-91B6-D0CAAC07A52E}" presName="vert1" presStyleCnt="0"/>
      <dgm:spPr/>
    </dgm:pt>
    <dgm:pt modelId="{A6182EBC-232D-4B63-A5E4-3D79FEF44358}" type="pres">
      <dgm:prSet presAssocID="{6A4E4FA1-18B8-49A1-8EFB-EDFFCD3BDE01}" presName="thickLine" presStyleLbl="alignNode1" presStyleIdx="3" presStyleCnt="11"/>
      <dgm:spPr/>
    </dgm:pt>
    <dgm:pt modelId="{BFE76FEB-6E12-4573-A51D-13ADEA72E113}" type="pres">
      <dgm:prSet presAssocID="{6A4E4FA1-18B8-49A1-8EFB-EDFFCD3BDE01}" presName="horz1" presStyleCnt="0"/>
      <dgm:spPr/>
    </dgm:pt>
    <dgm:pt modelId="{A9CF17DC-B59B-4CC2-ACD2-44CCAD802F03}" type="pres">
      <dgm:prSet presAssocID="{6A4E4FA1-18B8-49A1-8EFB-EDFFCD3BDE01}" presName="tx1" presStyleLbl="revTx" presStyleIdx="3" presStyleCnt="11"/>
      <dgm:spPr/>
    </dgm:pt>
    <dgm:pt modelId="{6CDE8E9C-ED85-4630-9B72-A52C23A55304}" type="pres">
      <dgm:prSet presAssocID="{6A4E4FA1-18B8-49A1-8EFB-EDFFCD3BDE01}" presName="vert1" presStyleCnt="0"/>
      <dgm:spPr/>
    </dgm:pt>
    <dgm:pt modelId="{3F04BFD5-DC7B-40FA-99BA-58D73BD3DE0F}" type="pres">
      <dgm:prSet presAssocID="{DD1CDB0E-4E3A-4D69-B5A0-8C5F4D3D3345}" presName="thickLine" presStyleLbl="alignNode1" presStyleIdx="4" presStyleCnt="11"/>
      <dgm:spPr/>
    </dgm:pt>
    <dgm:pt modelId="{D8601D25-3564-4127-B076-A4D17735A5A0}" type="pres">
      <dgm:prSet presAssocID="{DD1CDB0E-4E3A-4D69-B5A0-8C5F4D3D3345}" presName="horz1" presStyleCnt="0"/>
      <dgm:spPr/>
    </dgm:pt>
    <dgm:pt modelId="{282B7E43-519A-4F7D-A2DA-AC744E90BC97}" type="pres">
      <dgm:prSet presAssocID="{DD1CDB0E-4E3A-4D69-B5A0-8C5F4D3D3345}" presName="tx1" presStyleLbl="revTx" presStyleIdx="4" presStyleCnt="11"/>
      <dgm:spPr/>
    </dgm:pt>
    <dgm:pt modelId="{68FD7574-616B-4FB3-A82D-DE77BCA0968C}" type="pres">
      <dgm:prSet presAssocID="{DD1CDB0E-4E3A-4D69-B5A0-8C5F4D3D3345}" presName="vert1" presStyleCnt="0"/>
      <dgm:spPr/>
    </dgm:pt>
    <dgm:pt modelId="{EF4ED1F9-F47C-48F2-AA00-BCC72380FA24}" type="pres">
      <dgm:prSet presAssocID="{A1A2C5B2-8B15-4AEC-B501-7369B10A190A}" presName="thickLine" presStyleLbl="alignNode1" presStyleIdx="5" presStyleCnt="11"/>
      <dgm:spPr/>
    </dgm:pt>
    <dgm:pt modelId="{8BA24335-6CD0-4371-A060-F100FDC114AD}" type="pres">
      <dgm:prSet presAssocID="{A1A2C5B2-8B15-4AEC-B501-7369B10A190A}" presName="horz1" presStyleCnt="0"/>
      <dgm:spPr/>
    </dgm:pt>
    <dgm:pt modelId="{5F4CAB7D-E38F-4217-B2B5-E22410F6A829}" type="pres">
      <dgm:prSet presAssocID="{A1A2C5B2-8B15-4AEC-B501-7369B10A190A}" presName="tx1" presStyleLbl="revTx" presStyleIdx="5" presStyleCnt="11"/>
      <dgm:spPr/>
    </dgm:pt>
    <dgm:pt modelId="{2FA9A68D-4351-4CC0-B27A-AD9B7A2CBA17}" type="pres">
      <dgm:prSet presAssocID="{A1A2C5B2-8B15-4AEC-B501-7369B10A190A}" presName="vert1" presStyleCnt="0"/>
      <dgm:spPr/>
    </dgm:pt>
    <dgm:pt modelId="{4B6C9D5A-A037-4960-B60D-490BC73E2E6F}" type="pres">
      <dgm:prSet presAssocID="{D0A50260-4E98-4083-B052-D73F7D08633A}" presName="thickLine" presStyleLbl="alignNode1" presStyleIdx="6" presStyleCnt="11"/>
      <dgm:spPr/>
    </dgm:pt>
    <dgm:pt modelId="{53CD499A-1BB4-4D42-857C-0DD1FF2B077D}" type="pres">
      <dgm:prSet presAssocID="{D0A50260-4E98-4083-B052-D73F7D08633A}" presName="horz1" presStyleCnt="0"/>
      <dgm:spPr/>
    </dgm:pt>
    <dgm:pt modelId="{1A5A5455-1EE8-4CFC-8048-018AF12CD1F9}" type="pres">
      <dgm:prSet presAssocID="{D0A50260-4E98-4083-B052-D73F7D08633A}" presName="tx1" presStyleLbl="revTx" presStyleIdx="6" presStyleCnt="11"/>
      <dgm:spPr/>
    </dgm:pt>
    <dgm:pt modelId="{6D2A6EE6-9847-420D-85F6-F8BE31AA939C}" type="pres">
      <dgm:prSet presAssocID="{D0A50260-4E98-4083-B052-D73F7D08633A}" presName="vert1" presStyleCnt="0"/>
      <dgm:spPr/>
    </dgm:pt>
    <dgm:pt modelId="{DBFF333B-F162-4111-B439-408FE86E3C28}" type="pres">
      <dgm:prSet presAssocID="{A4009256-5D72-4644-9F21-65707DD583CD}" presName="thickLine" presStyleLbl="alignNode1" presStyleIdx="7" presStyleCnt="11"/>
      <dgm:spPr/>
    </dgm:pt>
    <dgm:pt modelId="{ED4A0178-9BDE-49E9-A720-F9FB9EE948DE}" type="pres">
      <dgm:prSet presAssocID="{A4009256-5D72-4644-9F21-65707DD583CD}" presName="horz1" presStyleCnt="0"/>
      <dgm:spPr/>
    </dgm:pt>
    <dgm:pt modelId="{4BD14F4D-0CE7-4DBD-9798-ECF2F2781092}" type="pres">
      <dgm:prSet presAssocID="{A4009256-5D72-4644-9F21-65707DD583CD}" presName="tx1" presStyleLbl="revTx" presStyleIdx="7" presStyleCnt="11"/>
      <dgm:spPr/>
    </dgm:pt>
    <dgm:pt modelId="{3597BE80-6705-46C6-ABBC-4B13DBA61E84}" type="pres">
      <dgm:prSet presAssocID="{A4009256-5D72-4644-9F21-65707DD583CD}" presName="vert1" presStyleCnt="0"/>
      <dgm:spPr/>
    </dgm:pt>
    <dgm:pt modelId="{4CB105E3-8EAE-4AA7-A5E6-BCD94DF680ED}" type="pres">
      <dgm:prSet presAssocID="{7143F90E-39CE-445C-977C-AFF9A3F4ADE7}" presName="thickLine" presStyleLbl="alignNode1" presStyleIdx="8" presStyleCnt="11"/>
      <dgm:spPr/>
    </dgm:pt>
    <dgm:pt modelId="{3A6794D2-CABA-4354-9111-5582EB05A597}" type="pres">
      <dgm:prSet presAssocID="{7143F90E-39CE-445C-977C-AFF9A3F4ADE7}" presName="horz1" presStyleCnt="0"/>
      <dgm:spPr/>
    </dgm:pt>
    <dgm:pt modelId="{11BE6DB5-7D62-4C25-A640-DE83645ED4DE}" type="pres">
      <dgm:prSet presAssocID="{7143F90E-39CE-445C-977C-AFF9A3F4ADE7}" presName="tx1" presStyleLbl="revTx" presStyleIdx="8" presStyleCnt="11"/>
      <dgm:spPr/>
    </dgm:pt>
    <dgm:pt modelId="{FDCDD931-E792-4530-95E5-ACEB851050D8}" type="pres">
      <dgm:prSet presAssocID="{7143F90E-39CE-445C-977C-AFF9A3F4ADE7}" presName="vert1" presStyleCnt="0"/>
      <dgm:spPr/>
    </dgm:pt>
    <dgm:pt modelId="{60D3B63F-4DEA-4978-A191-D46459EC821E}" type="pres">
      <dgm:prSet presAssocID="{43CE72A2-7F48-4F3D-AA38-130934F3F7C0}" presName="thickLine" presStyleLbl="alignNode1" presStyleIdx="9" presStyleCnt="11"/>
      <dgm:spPr/>
    </dgm:pt>
    <dgm:pt modelId="{C30D0B78-D72B-47B7-BC22-38DBA3C9BFF2}" type="pres">
      <dgm:prSet presAssocID="{43CE72A2-7F48-4F3D-AA38-130934F3F7C0}" presName="horz1" presStyleCnt="0"/>
      <dgm:spPr/>
    </dgm:pt>
    <dgm:pt modelId="{72BB3B64-ADA1-49A4-AA25-D93C8BBDCFF4}" type="pres">
      <dgm:prSet presAssocID="{43CE72A2-7F48-4F3D-AA38-130934F3F7C0}" presName="tx1" presStyleLbl="revTx" presStyleIdx="9" presStyleCnt="11"/>
      <dgm:spPr/>
    </dgm:pt>
    <dgm:pt modelId="{39AFF30C-4850-4C13-9BDB-8039950C60F5}" type="pres">
      <dgm:prSet presAssocID="{43CE72A2-7F48-4F3D-AA38-130934F3F7C0}" presName="vert1" presStyleCnt="0"/>
      <dgm:spPr/>
    </dgm:pt>
    <dgm:pt modelId="{8D44F13C-1856-4AC7-A452-5A998DD9D42C}" type="pres">
      <dgm:prSet presAssocID="{D565EF79-2D79-4C2D-8E42-1B31B0AD34D9}" presName="thickLine" presStyleLbl="alignNode1" presStyleIdx="10" presStyleCnt="11"/>
      <dgm:spPr/>
    </dgm:pt>
    <dgm:pt modelId="{10ABF0F8-2E8F-40A4-9D38-CF334CDB5DED}" type="pres">
      <dgm:prSet presAssocID="{D565EF79-2D79-4C2D-8E42-1B31B0AD34D9}" presName="horz1" presStyleCnt="0"/>
      <dgm:spPr/>
    </dgm:pt>
    <dgm:pt modelId="{B6B8D0D7-DE15-4D85-B7B9-AE87B4EB9C7F}" type="pres">
      <dgm:prSet presAssocID="{D565EF79-2D79-4C2D-8E42-1B31B0AD34D9}" presName="tx1" presStyleLbl="revTx" presStyleIdx="10" presStyleCnt="11"/>
      <dgm:spPr/>
    </dgm:pt>
    <dgm:pt modelId="{8351B462-2179-4B36-B6DC-7F7EAB89EEB0}" type="pres">
      <dgm:prSet presAssocID="{D565EF79-2D79-4C2D-8E42-1B31B0AD34D9}" presName="vert1" presStyleCnt="0"/>
      <dgm:spPr/>
    </dgm:pt>
  </dgm:ptLst>
  <dgm:cxnLst>
    <dgm:cxn modelId="{0A8BA408-DF78-403D-93B5-7C121BF13255}" type="presOf" srcId="{6A4E4FA1-18B8-49A1-8EFB-EDFFCD3BDE01}" destId="{A9CF17DC-B59B-4CC2-ACD2-44CCAD802F03}" srcOrd="0" destOrd="0" presId="urn:microsoft.com/office/officeart/2008/layout/LinedList"/>
    <dgm:cxn modelId="{9A789C23-F70B-46DA-8F21-D41BEA2D0308}" type="presOf" srcId="{302B2366-9658-4F7F-97D2-016D00CD1783}" destId="{D6742DBF-2471-4B56-9F7E-250E050F7701}" srcOrd="0" destOrd="0" presId="urn:microsoft.com/office/officeart/2008/layout/LinedList"/>
    <dgm:cxn modelId="{7A4B2C2E-99D9-4405-AE40-2AFCFE8C531B}" srcId="{302B2366-9658-4F7F-97D2-016D00CD1783}" destId="{6A4E4FA1-18B8-49A1-8EFB-EDFFCD3BDE01}" srcOrd="3" destOrd="0" parTransId="{B82D9A8D-D0FC-4965-AD71-4375D7A81907}" sibTransId="{ECC6E02A-11D7-42F8-A62E-064CE64222CF}"/>
    <dgm:cxn modelId="{7D6A0A3A-0D31-4F41-AC36-9D6D1C2607EC}" srcId="{302B2366-9658-4F7F-97D2-016D00CD1783}" destId="{A4009256-5D72-4644-9F21-65707DD583CD}" srcOrd="7" destOrd="0" parTransId="{A0123432-A839-4BD6-8EE3-76A58C2E9FF9}" sibTransId="{94A41B51-67A6-4D93-8439-777BBDE2C31B}"/>
    <dgm:cxn modelId="{56EE7241-280F-4903-991E-9F61F078013B}" srcId="{302B2366-9658-4F7F-97D2-016D00CD1783}" destId="{2BEB3B20-77BE-4298-95B1-25753BB39598}" srcOrd="0" destOrd="0" parTransId="{988163AC-F44C-4722-91C1-79D270E14A94}" sibTransId="{E806F331-45F5-47D0-A3B6-3F7A641A64A6}"/>
    <dgm:cxn modelId="{87404D45-27A5-400D-B2C3-E3C3EB23D288}" type="presOf" srcId="{D0A50260-4E98-4083-B052-D73F7D08633A}" destId="{1A5A5455-1EE8-4CFC-8048-018AF12CD1F9}" srcOrd="0" destOrd="0" presId="urn:microsoft.com/office/officeart/2008/layout/LinedList"/>
    <dgm:cxn modelId="{392B1B46-E2C1-4D15-A250-7A63B6F34CAB}" type="presOf" srcId="{DD1CDB0E-4E3A-4D69-B5A0-8C5F4D3D3345}" destId="{282B7E43-519A-4F7D-A2DA-AC744E90BC97}" srcOrd="0" destOrd="0" presId="urn:microsoft.com/office/officeart/2008/layout/LinedList"/>
    <dgm:cxn modelId="{D5B7C675-87DE-4A14-A820-F87429878FD4}" type="presOf" srcId="{A1A2C5B2-8B15-4AEC-B501-7369B10A190A}" destId="{5F4CAB7D-E38F-4217-B2B5-E22410F6A829}" srcOrd="0" destOrd="0" presId="urn:microsoft.com/office/officeart/2008/layout/LinedList"/>
    <dgm:cxn modelId="{4400B058-48F9-4D8D-9D3E-04B1F34DF7BB}" srcId="{302B2366-9658-4F7F-97D2-016D00CD1783}" destId="{7143F90E-39CE-445C-977C-AFF9A3F4ADE7}" srcOrd="8" destOrd="0" parTransId="{F548D84C-D2EA-4708-B2F0-8ABE69567496}" sibTransId="{E0C983F8-A8EA-46BC-853B-4FAD4222F0B2}"/>
    <dgm:cxn modelId="{5A736782-CB94-43F1-8242-41193CE56829}" srcId="{302B2366-9658-4F7F-97D2-016D00CD1783}" destId="{D565EF79-2D79-4C2D-8E42-1B31B0AD34D9}" srcOrd="10" destOrd="0" parTransId="{209ED604-F8D3-4378-A7FB-DE3290BC52AF}" sibTransId="{706DBCC3-0F6C-4BB4-AEDD-76F14DB82A10}"/>
    <dgm:cxn modelId="{E425758E-9E67-4EAF-9CF8-286D73C744DC}" type="presOf" srcId="{1CD25083-F815-4885-8631-65ADE3BCFE5E}" destId="{96A233F4-062D-44B7-9C94-1D47C6B4B5DD}" srcOrd="0" destOrd="0" presId="urn:microsoft.com/office/officeart/2008/layout/LinedList"/>
    <dgm:cxn modelId="{FCDAD9AC-8122-41AC-A706-C28AAFB46B7F}" srcId="{302B2366-9658-4F7F-97D2-016D00CD1783}" destId="{D0A50260-4E98-4083-B052-D73F7D08633A}" srcOrd="6" destOrd="0" parTransId="{417C955C-2583-4D06-B21A-F4B5C80F0AF7}" sibTransId="{149128D1-3776-4170-93E5-1B81427D496C}"/>
    <dgm:cxn modelId="{7CF2CDBF-8001-4E06-8486-4F84F811EFA4}" type="presOf" srcId="{2BEB3B20-77BE-4298-95B1-25753BB39598}" destId="{81F56029-7577-4591-AE09-3D2DAEC18291}" srcOrd="0" destOrd="0" presId="urn:microsoft.com/office/officeart/2008/layout/LinedList"/>
    <dgm:cxn modelId="{1F691FC2-DF74-43D8-A348-06DEA8C21129}" type="presOf" srcId="{D565EF79-2D79-4C2D-8E42-1B31B0AD34D9}" destId="{B6B8D0D7-DE15-4D85-B7B9-AE87B4EB9C7F}" srcOrd="0" destOrd="0" presId="urn:microsoft.com/office/officeart/2008/layout/LinedList"/>
    <dgm:cxn modelId="{E2D057D3-91DA-42CE-A50B-978A40BECB6B}" type="presOf" srcId="{A4009256-5D72-4644-9F21-65707DD583CD}" destId="{4BD14F4D-0CE7-4DBD-9798-ECF2F2781092}" srcOrd="0" destOrd="0" presId="urn:microsoft.com/office/officeart/2008/layout/LinedList"/>
    <dgm:cxn modelId="{DFEA84D9-BDEC-46B4-BFEF-0E71CB57B0D3}" srcId="{302B2366-9658-4F7F-97D2-016D00CD1783}" destId="{02F5D9B1-11B7-4DE8-91B6-D0CAAC07A52E}" srcOrd="2" destOrd="0" parTransId="{68BE7615-15E4-4981-99AE-3864D5412E89}" sibTransId="{EBA9C258-704D-4157-997B-F6888F2E42D0}"/>
    <dgm:cxn modelId="{EE5F68DE-9523-4940-A555-629264235597}" srcId="{302B2366-9658-4F7F-97D2-016D00CD1783}" destId="{DD1CDB0E-4E3A-4D69-B5A0-8C5F4D3D3345}" srcOrd="4" destOrd="0" parTransId="{0994FE8A-A529-47C7-86A6-0773B9EE2971}" sibTransId="{BDB7A108-51A1-48C5-9898-480A302CB3C3}"/>
    <dgm:cxn modelId="{09FD45DF-352F-40EB-A0AA-66360F73EECD}" srcId="{302B2366-9658-4F7F-97D2-016D00CD1783}" destId="{43CE72A2-7F48-4F3D-AA38-130934F3F7C0}" srcOrd="9" destOrd="0" parTransId="{EACD6B47-BA81-4DA6-ABCC-EFBAEF0FE085}" sibTransId="{787FB76B-98EA-4897-8228-718E33022E3F}"/>
    <dgm:cxn modelId="{819092E6-4DC9-4E69-B1C2-6D6B928DF2CA}" srcId="{302B2366-9658-4F7F-97D2-016D00CD1783}" destId="{1CD25083-F815-4885-8631-65ADE3BCFE5E}" srcOrd="1" destOrd="0" parTransId="{310D5673-301A-4D84-AB63-764B1FEEA77B}" sibTransId="{474CEA83-D8A2-4A4D-848B-5387DA5162D4}"/>
    <dgm:cxn modelId="{5C0205E7-D525-4A12-AA28-206283C8DB08}" srcId="{302B2366-9658-4F7F-97D2-016D00CD1783}" destId="{A1A2C5B2-8B15-4AEC-B501-7369B10A190A}" srcOrd="5" destOrd="0" parTransId="{C4AE7663-E0DC-410F-8090-AC3D2ADD171A}" sibTransId="{BAABC23C-3AE4-470F-ABB0-619A2B60FADA}"/>
    <dgm:cxn modelId="{F44ACBF2-BBB5-4F04-A85E-47257E22076A}" type="presOf" srcId="{02F5D9B1-11B7-4DE8-91B6-D0CAAC07A52E}" destId="{CBDE4AFC-0DAB-44BB-995B-8F05418489B4}" srcOrd="0" destOrd="0" presId="urn:microsoft.com/office/officeart/2008/layout/LinedList"/>
    <dgm:cxn modelId="{CFE426F7-C5CF-4043-AC03-CB2F24F46FBE}" type="presOf" srcId="{43CE72A2-7F48-4F3D-AA38-130934F3F7C0}" destId="{72BB3B64-ADA1-49A4-AA25-D93C8BBDCFF4}" srcOrd="0" destOrd="0" presId="urn:microsoft.com/office/officeart/2008/layout/LinedList"/>
    <dgm:cxn modelId="{743A54FB-2238-4197-A983-1F0294E76CDB}" type="presOf" srcId="{7143F90E-39CE-445C-977C-AFF9A3F4ADE7}" destId="{11BE6DB5-7D62-4C25-A640-DE83645ED4DE}" srcOrd="0" destOrd="0" presId="urn:microsoft.com/office/officeart/2008/layout/LinedList"/>
    <dgm:cxn modelId="{10414C6C-5798-4FEB-A830-64A843CBC7DF}" type="presParOf" srcId="{D6742DBF-2471-4B56-9F7E-250E050F7701}" destId="{18935334-2A46-44DF-9803-9F5720E2EE81}" srcOrd="0" destOrd="0" presId="urn:microsoft.com/office/officeart/2008/layout/LinedList"/>
    <dgm:cxn modelId="{A588B6DD-AC85-4800-9A6D-15FB1ABD3B1A}" type="presParOf" srcId="{D6742DBF-2471-4B56-9F7E-250E050F7701}" destId="{3FE8FD49-F746-414F-B82D-E5521CB147CD}" srcOrd="1" destOrd="0" presId="urn:microsoft.com/office/officeart/2008/layout/LinedList"/>
    <dgm:cxn modelId="{EA2B5654-7032-4C06-BD1E-B7073F61E401}" type="presParOf" srcId="{3FE8FD49-F746-414F-B82D-E5521CB147CD}" destId="{81F56029-7577-4591-AE09-3D2DAEC18291}" srcOrd="0" destOrd="0" presId="urn:microsoft.com/office/officeart/2008/layout/LinedList"/>
    <dgm:cxn modelId="{76119E06-2247-47C1-866D-4DA07511E726}" type="presParOf" srcId="{3FE8FD49-F746-414F-B82D-E5521CB147CD}" destId="{3C65F3E5-4A44-4DB5-8C6F-83B00F7A5E76}" srcOrd="1" destOrd="0" presId="urn:microsoft.com/office/officeart/2008/layout/LinedList"/>
    <dgm:cxn modelId="{9F824C63-AAB4-4DCF-A281-48004B06E4C4}" type="presParOf" srcId="{D6742DBF-2471-4B56-9F7E-250E050F7701}" destId="{F2B2527E-5EE6-4327-975F-89221D49021F}" srcOrd="2" destOrd="0" presId="urn:microsoft.com/office/officeart/2008/layout/LinedList"/>
    <dgm:cxn modelId="{C39FD293-0369-4636-91C5-2746F10496C7}" type="presParOf" srcId="{D6742DBF-2471-4B56-9F7E-250E050F7701}" destId="{524EDFA0-B201-4901-B927-5229AE957511}" srcOrd="3" destOrd="0" presId="urn:microsoft.com/office/officeart/2008/layout/LinedList"/>
    <dgm:cxn modelId="{AFD689FA-8721-43EB-93E9-2E39B1F2D845}" type="presParOf" srcId="{524EDFA0-B201-4901-B927-5229AE957511}" destId="{96A233F4-062D-44B7-9C94-1D47C6B4B5DD}" srcOrd="0" destOrd="0" presId="urn:microsoft.com/office/officeart/2008/layout/LinedList"/>
    <dgm:cxn modelId="{FB5399E2-3A69-417B-BFEC-D9F56EFB898C}" type="presParOf" srcId="{524EDFA0-B201-4901-B927-5229AE957511}" destId="{38ADF498-F239-4808-947F-032799C2705D}" srcOrd="1" destOrd="0" presId="urn:microsoft.com/office/officeart/2008/layout/LinedList"/>
    <dgm:cxn modelId="{A06193C7-E972-4B00-8D3C-2323482B9792}" type="presParOf" srcId="{D6742DBF-2471-4B56-9F7E-250E050F7701}" destId="{DAC2A5FE-D5BC-4305-8C2E-79BAC0BE9B41}" srcOrd="4" destOrd="0" presId="urn:microsoft.com/office/officeart/2008/layout/LinedList"/>
    <dgm:cxn modelId="{E343E4EA-6F62-4895-99BF-133A8595ABB3}" type="presParOf" srcId="{D6742DBF-2471-4B56-9F7E-250E050F7701}" destId="{3A1F3197-EF5D-47AD-BF76-3C5E65BEB890}" srcOrd="5" destOrd="0" presId="urn:microsoft.com/office/officeart/2008/layout/LinedList"/>
    <dgm:cxn modelId="{F88B80BC-E042-4ED8-B585-314BA2526F65}" type="presParOf" srcId="{3A1F3197-EF5D-47AD-BF76-3C5E65BEB890}" destId="{CBDE4AFC-0DAB-44BB-995B-8F05418489B4}" srcOrd="0" destOrd="0" presId="urn:microsoft.com/office/officeart/2008/layout/LinedList"/>
    <dgm:cxn modelId="{FAB1A834-43B6-466F-A7F8-06A22C1585E9}" type="presParOf" srcId="{3A1F3197-EF5D-47AD-BF76-3C5E65BEB890}" destId="{B5E94D94-4D09-4B3D-B5EE-1165D54EA17A}" srcOrd="1" destOrd="0" presId="urn:microsoft.com/office/officeart/2008/layout/LinedList"/>
    <dgm:cxn modelId="{03F05B2B-FFA0-4069-8E61-E61EB8FAA563}" type="presParOf" srcId="{D6742DBF-2471-4B56-9F7E-250E050F7701}" destId="{A6182EBC-232D-4B63-A5E4-3D79FEF44358}" srcOrd="6" destOrd="0" presId="urn:microsoft.com/office/officeart/2008/layout/LinedList"/>
    <dgm:cxn modelId="{313CACD7-E065-40D2-88C2-115996D771C7}" type="presParOf" srcId="{D6742DBF-2471-4B56-9F7E-250E050F7701}" destId="{BFE76FEB-6E12-4573-A51D-13ADEA72E113}" srcOrd="7" destOrd="0" presId="urn:microsoft.com/office/officeart/2008/layout/LinedList"/>
    <dgm:cxn modelId="{3AF67B02-6192-49C1-9ADC-03EA155F5541}" type="presParOf" srcId="{BFE76FEB-6E12-4573-A51D-13ADEA72E113}" destId="{A9CF17DC-B59B-4CC2-ACD2-44CCAD802F03}" srcOrd="0" destOrd="0" presId="urn:microsoft.com/office/officeart/2008/layout/LinedList"/>
    <dgm:cxn modelId="{D1B18924-AE81-4A60-963B-FA57144C915F}" type="presParOf" srcId="{BFE76FEB-6E12-4573-A51D-13ADEA72E113}" destId="{6CDE8E9C-ED85-4630-9B72-A52C23A55304}" srcOrd="1" destOrd="0" presId="urn:microsoft.com/office/officeart/2008/layout/LinedList"/>
    <dgm:cxn modelId="{80209B9A-C503-46D5-B58C-6549E26F27AD}" type="presParOf" srcId="{D6742DBF-2471-4B56-9F7E-250E050F7701}" destId="{3F04BFD5-DC7B-40FA-99BA-58D73BD3DE0F}" srcOrd="8" destOrd="0" presId="urn:microsoft.com/office/officeart/2008/layout/LinedList"/>
    <dgm:cxn modelId="{8A556514-5BB5-4B3C-935E-89939D7F0CFE}" type="presParOf" srcId="{D6742DBF-2471-4B56-9F7E-250E050F7701}" destId="{D8601D25-3564-4127-B076-A4D17735A5A0}" srcOrd="9" destOrd="0" presId="urn:microsoft.com/office/officeart/2008/layout/LinedList"/>
    <dgm:cxn modelId="{A80702F6-C0FF-485E-80CD-BFA58DB89CC4}" type="presParOf" srcId="{D8601D25-3564-4127-B076-A4D17735A5A0}" destId="{282B7E43-519A-4F7D-A2DA-AC744E90BC97}" srcOrd="0" destOrd="0" presId="urn:microsoft.com/office/officeart/2008/layout/LinedList"/>
    <dgm:cxn modelId="{C1DF1C13-2953-4D09-90ED-6B05465671A6}" type="presParOf" srcId="{D8601D25-3564-4127-B076-A4D17735A5A0}" destId="{68FD7574-616B-4FB3-A82D-DE77BCA0968C}" srcOrd="1" destOrd="0" presId="urn:microsoft.com/office/officeart/2008/layout/LinedList"/>
    <dgm:cxn modelId="{9025699D-CEA8-4BAE-B580-F5CB7F798C2A}" type="presParOf" srcId="{D6742DBF-2471-4B56-9F7E-250E050F7701}" destId="{EF4ED1F9-F47C-48F2-AA00-BCC72380FA24}" srcOrd="10" destOrd="0" presId="urn:microsoft.com/office/officeart/2008/layout/LinedList"/>
    <dgm:cxn modelId="{7FEA5AB1-D23A-49F7-A44F-3D119227D335}" type="presParOf" srcId="{D6742DBF-2471-4B56-9F7E-250E050F7701}" destId="{8BA24335-6CD0-4371-A060-F100FDC114AD}" srcOrd="11" destOrd="0" presId="urn:microsoft.com/office/officeart/2008/layout/LinedList"/>
    <dgm:cxn modelId="{782DC947-D90C-4EE3-9503-2911966B780A}" type="presParOf" srcId="{8BA24335-6CD0-4371-A060-F100FDC114AD}" destId="{5F4CAB7D-E38F-4217-B2B5-E22410F6A829}" srcOrd="0" destOrd="0" presId="urn:microsoft.com/office/officeart/2008/layout/LinedList"/>
    <dgm:cxn modelId="{20B8BEBE-CCC9-4C1E-B9B4-A6EE40E819E7}" type="presParOf" srcId="{8BA24335-6CD0-4371-A060-F100FDC114AD}" destId="{2FA9A68D-4351-4CC0-B27A-AD9B7A2CBA17}" srcOrd="1" destOrd="0" presId="urn:microsoft.com/office/officeart/2008/layout/LinedList"/>
    <dgm:cxn modelId="{84E4C1B3-EE68-48FF-AD12-6623E15FCE40}" type="presParOf" srcId="{D6742DBF-2471-4B56-9F7E-250E050F7701}" destId="{4B6C9D5A-A037-4960-B60D-490BC73E2E6F}" srcOrd="12" destOrd="0" presId="urn:microsoft.com/office/officeart/2008/layout/LinedList"/>
    <dgm:cxn modelId="{59DA4D72-BF4F-44D4-87EA-3C9F0B85A82E}" type="presParOf" srcId="{D6742DBF-2471-4B56-9F7E-250E050F7701}" destId="{53CD499A-1BB4-4D42-857C-0DD1FF2B077D}" srcOrd="13" destOrd="0" presId="urn:microsoft.com/office/officeart/2008/layout/LinedList"/>
    <dgm:cxn modelId="{64D8969B-1531-4A92-AE92-8DDB25444007}" type="presParOf" srcId="{53CD499A-1BB4-4D42-857C-0DD1FF2B077D}" destId="{1A5A5455-1EE8-4CFC-8048-018AF12CD1F9}" srcOrd="0" destOrd="0" presId="urn:microsoft.com/office/officeart/2008/layout/LinedList"/>
    <dgm:cxn modelId="{53B2DF12-1A7A-43E3-B921-DEE00B375C33}" type="presParOf" srcId="{53CD499A-1BB4-4D42-857C-0DD1FF2B077D}" destId="{6D2A6EE6-9847-420D-85F6-F8BE31AA939C}" srcOrd="1" destOrd="0" presId="urn:microsoft.com/office/officeart/2008/layout/LinedList"/>
    <dgm:cxn modelId="{5C7256F8-E616-487C-B241-6D05355076AF}" type="presParOf" srcId="{D6742DBF-2471-4B56-9F7E-250E050F7701}" destId="{DBFF333B-F162-4111-B439-408FE86E3C28}" srcOrd="14" destOrd="0" presId="urn:microsoft.com/office/officeart/2008/layout/LinedList"/>
    <dgm:cxn modelId="{7AD0002D-6F44-4790-900C-0D72965BE830}" type="presParOf" srcId="{D6742DBF-2471-4B56-9F7E-250E050F7701}" destId="{ED4A0178-9BDE-49E9-A720-F9FB9EE948DE}" srcOrd="15" destOrd="0" presId="urn:microsoft.com/office/officeart/2008/layout/LinedList"/>
    <dgm:cxn modelId="{95F4A48F-0D9B-4D8B-BC55-D33D4A3BF4A2}" type="presParOf" srcId="{ED4A0178-9BDE-49E9-A720-F9FB9EE948DE}" destId="{4BD14F4D-0CE7-4DBD-9798-ECF2F2781092}" srcOrd="0" destOrd="0" presId="urn:microsoft.com/office/officeart/2008/layout/LinedList"/>
    <dgm:cxn modelId="{19156D7A-6530-4D96-B160-A1ED6C72750D}" type="presParOf" srcId="{ED4A0178-9BDE-49E9-A720-F9FB9EE948DE}" destId="{3597BE80-6705-46C6-ABBC-4B13DBA61E84}" srcOrd="1" destOrd="0" presId="urn:microsoft.com/office/officeart/2008/layout/LinedList"/>
    <dgm:cxn modelId="{9395E233-EB91-4766-869F-E2934D0D1689}" type="presParOf" srcId="{D6742DBF-2471-4B56-9F7E-250E050F7701}" destId="{4CB105E3-8EAE-4AA7-A5E6-BCD94DF680ED}" srcOrd="16" destOrd="0" presId="urn:microsoft.com/office/officeart/2008/layout/LinedList"/>
    <dgm:cxn modelId="{8CCC5977-8C99-415C-903E-70D3D37DAF91}" type="presParOf" srcId="{D6742DBF-2471-4B56-9F7E-250E050F7701}" destId="{3A6794D2-CABA-4354-9111-5582EB05A597}" srcOrd="17" destOrd="0" presId="urn:microsoft.com/office/officeart/2008/layout/LinedList"/>
    <dgm:cxn modelId="{C743CD0B-0826-4166-AB01-75BFBB2FE85D}" type="presParOf" srcId="{3A6794D2-CABA-4354-9111-5582EB05A597}" destId="{11BE6DB5-7D62-4C25-A640-DE83645ED4DE}" srcOrd="0" destOrd="0" presId="urn:microsoft.com/office/officeart/2008/layout/LinedList"/>
    <dgm:cxn modelId="{351D9267-5088-4FAB-A417-0605CEB23F5B}" type="presParOf" srcId="{3A6794D2-CABA-4354-9111-5582EB05A597}" destId="{FDCDD931-E792-4530-95E5-ACEB851050D8}" srcOrd="1" destOrd="0" presId="urn:microsoft.com/office/officeart/2008/layout/LinedList"/>
    <dgm:cxn modelId="{DF560EF2-46CD-4D2C-8C3B-60B0E3A9F363}" type="presParOf" srcId="{D6742DBF-2471-4B56-9F7E-250E050F7701}" destId="{60D3B63F-4DEA-4978-A191-D46459EC821E}" srcOrd="18" destOrd="0" presId="urn:microsoft.com/office/officeart/2008/layout/LinedList"/>
    <dgm:cxn modelId="{5E505926-9A77-4E09-8B71-8E8AFD2906FC}" type="presParOf" srcId="{D6742DBF-2471-4B56-9F7E-250E050F7701}" destId="{C30D0B78-D72B-47B7-BC22-38DBA3C9BFF2}" srcOrd="19" destOrd="0" presId="urn:microsoft.com/office/officeart/2008/layout/LinedList"/>
    <dgm:cxn modelId="{A78AA510-4272-4A40-ABB4-6F9D7611796B}" type="presParOf" srcId="{C30D0B78-D72B-47B7-BC22-38DBA3C9BFF2}" destId="{72BB3B64-ADA1-49A4-AA25-D93C8BBDCFF4}" srcOrd="0" destOrd="0" presId="urn:microsoft.com/office/officeart/2008/layout/LinedList"/>
    <dgm:cxn modelId="{F634F2AD-0C72-4E46-AA9A-0FBA4E6BEEEB}" type="presParOf" srcId="{C30D0B78-D72B-47B7-BC22-38DBA3C9BFF2}" destId="{39AFF30C-4850-4C13-9BDB-8039950C60F5}" srcOrd="1" destOrd="0" presId="urn:microsoft.com/office/officeart/2008/layout/LinedList"/>
    <dgm:cxn modelId="{4283D636-30C7-4489-ABD5-C968D14618B5}" type="presParOf" srcId="{D6742DBF-2471-4B56-9F7E-250E050F7701}" destId="{8D44F13C-1856-4AC7-A452-5A998DD9D42C}" srcOrd="20" destOrd="0" presId="urn:microsoft.com/office/officeart/2008/layout/LinedList"/>
    <dgm:cxn modelId="{EE29BDD4-8F58-467F-8696-36981FCE0661}" type="presParOf" srcId="{D6742DBF-2471-4B56-9F7E-250E050F7701}" destId="{10ABF0F8-2E8F-40A4-9D38-CF334CDB5DED}" srcOrd="21" destOrd="0" presId="urn:microsoft.com/office/officeart/2008/layout/LinedList"/>
    <dgm:cxn modelId="{C6C922B6-33AF-4056-92F6-14D38BCB546E}" type="presParOf" srcId="{10ABF0F8-2E8F-40A4-9D38-CF334CDB5DED}" destId="{B6B8D0D7-DE15-4D85-B7B9-AE87B4EB9C7F}" srcOrd="0" destOrd="0" presId="urn:microsoft.com/office/officeart/2008/layout/LinedList"/>
    <dgm:cxn modelId="{2B5EB333-2DC1-4CD8-A553-39FED10BA8C8}" type="presParOf" srcId="{10ABF0F8-2E8F-40A4-9D38-CF334CDB5DED}" destId="{8351B462-2179-4B36-B6DC-7F7EAB89EEB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C4E6D2A-6785-4683-946D-5FB1F44D2416}" type="doc">
      <dgm:prSet loTypeId="urn:microsoft.com/office/officeart/2005/8/layout/default" loCatId="list" qsTypeId="urn:microsoft.com/office/officeart/2005/8/quickstyle/simple4#1" qsCatId="simple" csTypeId="urn:microsoft.com/office/officeart/2005/8/colors/accent1_2#2" csCatId="accent1"/>
      <dgm:spPr/>
      <dgm:t>
        <a:bodyPr/>
        <a:lstStyle/>
        <a:p>
          <a:endParaRPr lang="en-US"/>
        </a:p>
      </dgm:t>
    </dgm:pt>
    <dgm:pt modelId="{9661F4C1-6F15-4C4C-8F08-52EED947DA56}">
      <dgm:prSet/>
      <dgm:spPr/>
      <dgm:t>
        <a:bodyPr/>
        <a:lstStyle/>
        <a:p>
          <a:r>
            <a:rPr lang="en-US" b="0" i="0" baseline="0"/>
            <a:t>Started in 1979 </a:t>
          </a:r>
          <a:endParaRPr lang="en-US"/>
        </a:p>
      </dgm:t>
    </dgm:pt>
    <dgm:pt modelId="{0EA6B48A-E1F2-4D0D-8E52-01CEDA6019D8}" type="parTrans" cxnId="{5CA5F8AE-AB40-4078-B0D6-486A6A6A581C}">
      <dgm:prSet/>
      <dgm:spPr/>
      <dgm:t>
        <a:bodyPr/>
        <a:lstStyle/>
        <a:p>
          <a:endParaRPr lang="en-US"/>
        </a:p>
      </dgm:t>
    </dgm:pt>
    <dgm:pt modelId="{291D4507-FCC4-4BD5-9141-1495180EC99C}" type="sibTrans" cxnId="{5CA5F8AE-AB40-4078-B0D6-486A6A6A581C}">
      <dgm:prSet/>
      <dgm:spPr/>
      <dgm:t>
        <a:bodyPr/>
        <a:lstStyle/>
        <a:p>
          <a:endParaRPr lang="en-US"/>
        </a:p>
      </dgm:t>
    </dgm:pt>
    <dgm:pt modelId="{96FA3AE1-3D24-41FC-AC70-7E912EB48D1E}">
      <dgm:prSet/>
      <dgm:spPr/>
      <dgm:t>
        <a:bodyPr/>
        <a:lstStyle/>
        <a:p>
          <a:r>
            <a:rPr lang="en-US" b="0" i="0" baseline="0"/>
            <a:t>The national institution for disabled services (1992) </a:t>
          </a:r>
          <a:endParaRPr lang="en-US"/>
        </a:p>
      </dgm:t>
    </dgm:pt>
    <dgm:pt modelId="{FB954AF7-FDEB-4D0D-AD9F-CDC10683F44E}" type="parTrans" cxnId="{C0FE4562-066C-483E-B4E2-98D6BEABB39F}">
      <dgm:prSet/>
      <dgm:spPr/>
      <dgm:t>
        <a:bodyPr/>
        <a:lstStyle/>
        <a:p>
          <a:endParaRPr lang="en-US"/>
        </a:p>
      </dgm:t>
    </dgm:pt>
    <dgm:pt modelId="{9C39BB8A-87B2-4221-8AB0-3F3FD9CEAF87}" type="sibTrans" cxnId="{C0FE4562-066C-483E-B4E2-98D6BEABB39F}">
      <dgm:prSet/>
      <dgm:spPr/>
      <dgm:t>
        <a:bodyPr/>
        <a:lstStyle/>
        <a:p>
          <a:endParaRPr lang="en-US"/>
        </a:p>
      </dgm:t>
    </dgm:pt>
    <dgm:pt modelId="{E0AA05EB-B35B-4B21-AFF9-D22EC16FA5A2}">
      <dgm:prSet/>
      <dgm:spPr/>
      <dgm:t>
        <a:bodyPr/>
        <a:lstStyle/>
        <a:p>
          <a:r>
            <a:rPr lang="en-US" b="0" i="0" baseline="0"/>
            <a:t>Operates: car parking, agricultural center for disabled </a:t>
          </a:r>
          <a:endParaRPr lang="en-US"/>
        </a:p>
      </dgm:t>
    </dgm:pt>
    <dgm:pt modelId="{884BABF2-E392-4257-9ACE-527CF677B0AE}" type="parTrans" cxnId="{263CC90D-6D7F-4103-8256-00C1A8E8B053}">
      <dgm:prSet/>
      <dgm:spPr/>
      <dgm:t>
        <a:bodyPr/>
        <a:lstStyle/>
        <a:p>
          <a:endParaRPr lang="en-US"/>
        </a:p>
      </dgm:t>
    </dgm:pt>
    <dgm:pt modelId="{4C74B356-46F5-4469-9C79-92B86293F6CF}" type="sibTrans" cxnId="{263CC90D-6D7F-4103-8256-00C1A8E8B053}">
      <dgm:prSet/>
      <dgm:spPr/>
      <dgm:t>
        <a:bodyPr/>
        <a:lstStyle/>
        <a:p>
          <a:endParaRPr lang="en-US"/>
        </a:p>
      </dgm:t>
    </dgm:pt>
    <dgm:pt modelId="{0916AB8F-E2E8-436C-B08A-B58B76165F19}">
      <dgm:prSet/>
      <dgm:spPr/>
      <dgm:t>
        <a:bodyPr/>
        <a:lstStyle/>
        <a:p>
          <a:r>
            <a:rPr lang="en-US" b="0" i="0" baseline="0"/>
            <a:t>Annual financial aids to all related centers and societies</a:t>
          </a:r>
          <a:endParaRPr lang="en-US"/>
        </a:p>
      </dgm:t>
    </dgm:pt>
    <dgm:pt modelId="{74BED45C-7D20-4234-A02C-3E196BAE8611}" type="parTrans" cxnId="{1F498EB7-4800-4EE0-8542-E3EA46D146FD}">
      <dgm:prSet/>
      <dgm:spPr/>
      <dgm:t>
        <a:bodyPr/>
        <a:lstStyle/>
        <a:p>
          <a:endParaRPr lang="en-US"/>
        </a:p>
      </dgm:t>
    </dgm:pt>
    <dgm:pt modelId="{76A32D7F-14A7-4F9C-B5AE-83AA0C1B7E4B}" type="sibTrans" cxnId="{1F498EB7-4800-4EE0-8542-E3EA46D146FD}">
      <dgm:prSet/>
      <dgm:spPr/>
      <dgm:t>
        <a:bodyPr/>
        <a:lstStyle/>
        <a:p>
          <a:endParaRPr lang="en-US"/>
        </a:p>
      </dgm:t>
    </dgm:pt>
    <dgm:pt modelId="{427F9FD8-E953-42B8-B8D3-A1FA764E2753}">
      <dgm:prSet/>
      <dgm:spPr/>
      <dgm:t>
        <a:bodyPr/>
        <a:lstStyle/>
        <a:p>
          <a:r>
            <a:rPr lang="en-US" b="0" i="0" baseline="0"/>
            <a:t>Training workshops. </a:t>
          </a:r>
          <a:endParaRPr lang="en-US"/>
        </a:p>
      </dgm:t>
    </dgm:pt>
    <dgm:pt modelId="{FCE41416-1174-465F-90AC-0EF4C0615F13}" type="parTrans" cxnId="{AE6DCDAF-90AD-4890-A933-1730F8B0C42E}">
      <dgm:prSet/>
      <dgm:spPr/>
      <dgm:t>
        <a:bodyPr/>
        <a:lstStyle/>
        <a:p>
          <a:endParaRPr lang="en-US"/>
        </a:p>
      </dgm:t>
    </dgm:pt>
    <dgm:pt modelId="{31503289-B714-4999-A3A1-875ACD8F30B2}" type="sibTrans" cxnId="{AE6DCDAF-90AD-4890-A933-1730F8B0C42E}">
      <dgm:prSet/>
      <dgm:spPr/>
      <dgm:t>
        <a:bodyPr/>
        <a:lstStyle/>
        <a:p>
          <a:endParaRPr lang="en-US"/>
        </a:p>
      </dgm:t>
    </dgm:pt>
    <dgm:pt modelId="{239CB61A-B4D2-4283-B8DB-A7264AEB6722}">
      <dgm:prSet/>
      <dgm:spPr/>
      <dgm:t>
        <a:bodyPr/>
        <a:lstStyle/>
        <a:p>
          <a:r>
            <a:rPr lang="en-US" b="0" i="0" baseline="0"/>
            <a:t>There are 14 NGO’s and 14 nongovernmental centers </a:t>
          </a:r>
          <a:endParaRPr lang="en-US"/>
        </a:p>
      </dgm:t>
    </dgm:pt>
    <dgm:pt modelId="{F55B7254-8CF3-46BC-847E-9835828067EE}" type="parTrans" cxnId="{F900000B-DEFE-4800-B664-D07D4D71B296}">
      <dgm:prSet/>
      <dgm:spPr/>
      <dgm:t>
        <a:bodyPr/>
        <a:lstStyle/>
        <a:p>
          <a:endParaRPr lang="en-US"/>
        </a:p>
      </dgm:t>
    </dgm:pt>
    <dgm:pt modelId="{B066818F-69DF-4A12-B456-87197B9CEFF9}" type="sibTrans" cxnId="{F900000B-DEFE-4800-B664-D07D4D71B296}">
      <dgm:prSet/>
      <dgm:spPr/>
      <dgm:t>
        <a:bodyPr/>
        <a:lstStyle/>
        <a:p>
          <a:endParaRPr lang="en-US"/>
        </a:p>
      </dgm:t>
    </dgm:pt>
    <dgm:pt modelId="{DC33A783-AAB8-458D-9EB0-644C820B3A4A}" type="pres">
      <dgm:prSet presAssocID="{3C4E6D2A-6785-4683-946D-5FB1F44D2416}" presName="diagram" presStyleCnt="0">
        <dgm:presLayoutVars>
          <dgm:dir/>
          <dgm:resizeHandles val="exact"/>
        </dgm:presLayoutVars>
      </dgm:prSet>
      <dgm:spPr/>
    </dgm:pt>
    <dgm:pt modelId="{136FD413-4B33-4628-8CD6-757DEDE646C0}" type="pres">
      <dgm:prSet presAssocID="{9661F4C1-6F15-4C4C-8F08-52EED947DA56}" presName="node" presStyleLbl="node1" presStyleIdx="0" presStyleCnt="6">
        <dgm:presLayoutVars>
          <dgm:bulletEnabled val="1"/>
        </dgm:presLayoutVars>
      </dgm:prSet>
      <dgm:spPr/>
    </dgm:pt>
    <dgm:pt modelId="{60FFB476-2A3E-4041-8FBE-4452C4724A1D}" type="pres">
      <dgm:prSet presAssocID="{291D4507-FCC4-4BD5-9141-1495180EC99C}" presName="sibTrans" presStyleCnt="0"/>
      <dgm:spPr/>
    </dgm:pt>
    <dgm:pt modelId="{40ABD8BF-588B-455C-AFB7-3ECD494FC1BC}" type="pres">
      <dgm:prSet presAssocID="{96FA3AE1-3D24-41FC-AC70-7E912EB48D1E}" presName="node" presStyleLbl="node1" presStyleIdx="1" presStyleCnt="6">
        <dgm:presLayoutVars>
          <dgm:bulletEnabled val="1"/>
        </dgm:presLayoutVars>
      </dgm:prSet>
      <dgm:spPr/>
    </dgm:pt>
    <dgm:pt modelId="{A828EA46-FF39-47A5-94A8-30BA32E68039}" type="pres">
      <dgm:prSet presAssocID="{9C39BB8A-87B2-4221-8AB0-3F3FD9CEAF87}" presName="sibTrans" presStyleCnt="0"/>
      <dgm:spPr/>
    </dgm:pt>
    <dgm:pt modelId="{D423E6A3-61B0-48CD-8DCF-2847089462D6}" type="pres">
      <dgm:prSet presAssocID="{E0AA05EB-B35B-4B21-AFF9-D22EC16FA5A2}" presName="node" presStyleLbl="node1" presStyleIdx="2" presStyleCnt="6">
        <dgm:presLayoutVars>
          <dgm:bulletEnabled val="1"/>
        </dgm:presLayoutVars>
      </dgm:prSet>
      <dgm:spPr/>
    </dgm:pt>
    <dgm:pt modelId="{FA51736A-2D79-4171-9934-D2E2B08D0D04}" type="pres">
      <dgm:prSet presAssocID="{4C74B356-46F5-4469-9C79-92B86293F6CF}" presName="sibTrans" presStyleCnt="0"/>
      <dgm:spPr/>
    </dgm:pt>
    <dgm:pt modelId="{39A4272A-1154-461D-BAD0-BE509B22A12F}" type="pres">
      <dgm:prSet presAssocID="{0916AB8F-E2E8-436C-B08A-B58B76165F19}" presName="node" presStyleLbl="node1" presStyleIdx="3" presStyleCnt="6">
        <dgm:presLayoutVars>
          <dgm:bulletEnabled val="1"/>
        </dgm:presLayoutVars>
      </dgm:prSet>
      <dgm:spPr/>
    </dgm:pt>
    <dgm:pt modelId="{AD6F6B55-5438-4C39-AB47-D5392A8B612B}" type="pres">
      <dgm:prSet presAssocID="{76A32D7F-14A7-4F9C-B5AE-83AA0C1B7E4B}" presName="sibTrans" presStyleCnt="0"/>
      <dgm:spPr/>
    </dgm:pt>
    <dgm:pt modelId="{C9AFEAE6-8994-4D5D-A6D5-C8BAA6C75020}" type="pres">
      <dgm:prSet presAssocID="{427F9FD8-E953-42B8-B8D3-A1FA764E2753}" presName="node" presStyleLbl="node1" presStyleIdx="4" presStyleCnt="6">
        <dgm:presLayoutVars>
          <dgm:bulletEnabled val="1"/>
        </dgm:presLayoutVars>
      </dgm:prSet>
      <dgm:spPr/>
    </dgm:pt>
    <dgm:pt modelId="{945494D8-2071-4127-AD89-E73D37AD80E1}" type="pres">
      <dgm:prSet presAssocID="{31503289-B714-4999-A3A1-875ACD8F30B2}" presName="sibTrans" presStyleCnt="0"/>
      <dgm:spPr/>
    </dgm:pt>
    <dgm:pt modelId="{93F1E8DB-350E-4EED-8189-FEDFB2C07FED}" type="pres">
      <dgm:prSet presAssocID="{239CB61A-B4D2-4283-B8DB-A7264AEB6722}" presName="node" presStyleLbl="node1" presStyleIdx="5" presStyleCnt="6">
        <dgm:presLayoutVars>
          <dgm:bulletEnabled val="1"/>
        </dgm:presLayoutVars>
      </dgm:prSet>
      <dgm:spPr/>
    </dgm:pt>
  </dgm:ptLst>
  <dgm:cxnLst>
    <dgm:cxn modelId="{F900000B-DEFE-4800-B664-D07D4D71B296}" srcId="{3C4E6D2A-6785-4683-946D-5FB1F44D2416}" destId="{239CB61A-B4D2-4283-B8DB-A7264AEB6722}" srcOrd="5" destOrd="0" parTransId="{F55B7254-8CF3-46BC-847E-9835828067EE}" sibTransId="{B066818F-69DF-4A12-B456-87197B9CEFF9}"/>
    <dgm:cxn modelId="{263CC90D-6D7F-4103-8256-00C1A8E8B053}" srcId="{3C4E6D2A-6785-4683-946D-5FB1F44D2416}" destId="{E0AA05EB-B35B-4B21-AFF9-D22EC16FA5A2}" srcOrd="2" destOrd="0" parTransId="{884BABF2-E392-4257-9ACE-527CF677B0AE}" sibTransId="{4C74B356-46F5-4469-9C79-92B86293F6CF}"/>
    <dgm:cxn modelId="{3E868B2B-6FF1-4882-9FF2-E4909779091F}" type="presOf" srcId="{9661F4C1-6F15-4C4C-8F08-52EED947DA56}" destId="{136FD413-4B33-4628-8CD6-757DEDE646C0}" srcOrd="0" destOrd="0" presId="urn:microsoft.com/office/officeart/2005/8/layout/default"/>
    <dgm:cxn modelId="{C0FE4562-066C-483E-B4E2-98D6BEABB39F}" srcId="{3C4E6D2A-6785-4683-946D-5FB1F44D2416}" destId="{96FA3AE1-3D24-41FC-AC70-7E912EB48D1E}" srcOrd="1" destOrd="0" parTransId="{FB954AF7-FDEB-4D0D-AD9F-CDC10683F44E}" sibTransId="{9C39BB8A-87B2-4221-8AB0-3F3FD9CEAF87}"/>
    <dgm:cxn modelId="{CBABEA64-3D1F-4C05-9361-58E774F031AC}" type="presOf" srcId="{96FA3AE1-3D24-41FC-AC70-7E912EB48D1E}" destId="{40ABD8BF-588B-455C-AFB7-3ECD494FC1BC}" srcOrd="0" destOrd="0" presId="urn:microsoft.com/office/officeart/2005/8/layout/default"/>
    <dgm:cxn modelId="{8CF7539F-1FD5-4017-AD10-98D99F23E125}" type="presOf" srcId="{239CB61A-B4D2-4283-B8DB-A7264AEB6722}" destId="{93F1E8DB-350E-4EED-8189-FEDFB2C07FED}" srcOrd="0" destOrd="0" presId="urn:microsoft.com/office/officeart/2005/8/layout/default"/>
    <dgm:cxn modelId="{04BBD0A2-1290-466E-895A-B0A3EF484C22}" type="presOf" srcId="{E0AA05EB-B35B-4B21-AFF9-D22EC16FA5A2}" destId="{D423E6A3-61B0-48CD-8DCF-2847089462D6}" srcOrd="0" destOrd="0" presId="urn:microsoft.com/office/officeart/2005/8/layout/default"/>
    <dgm:cxn modelId="{9E9845A7-FEDF-444B-81D6-95A1CD8028F0}" type="presOf" srcId="{0916AB8F-E2E8-436C-B08A-B58B76165F19}" destId="{39A4272A-1154-461D-BAD0-BE509B22A12F}" srcOrd="0" destOrd="0" presId="urn:microsoft.com/office/officeart/2005/8/layout/default"/>
    <dgm:cxn modelId="{5CA5F8AE-AB40-4078-B0D6-486A6A6A581C}" srcId="{3C4E6D2A-6785-4683-946D-5FB1F44D2416}" destId="{9661F4C1-6F15-4C4C-8F08-52EED947DA56}" srcOrd="0" destOrd="0" parTransId="{0EA6B48A-E1F2-4D0D-8E52-01CEDA6019D8}" sibTransId="{291D4507-FCC4-4BD5-9141-1495180EC99C}"/>
    <dgm:cxn modelId="{AE6DCDAF-90AD-4890-A933-1730F8B0C42E}" srcId="{3C4E6D2A-6785-4683-946D-5FB1F44D2416}" destId="{427F9FD8-E953-42B8-B8D3-A1FA764E2753}" srcOrd="4" destOrd="0" parTransId="{FCE41416-1174-465F-90AC-0EF4C0615F13}" sibTransId="{31503289-B714-4999-A3A1-875ACD8F30B2}"/>
    <dgm:cxn modelId="{1F498EB7-4800-4EE0-8542-E3EA46D146FD}" srcId="{3C4E6D2A-6785-4683-946D-5FB1F44D2416}" destId="{0916AB8F-E2E8-436C-B08A-B58B76165F19}" srcOrd="3" destOrd="0" parTransId="{74BED45C-7D20-4234-A02C-3E196BAE8611}" sibTransId="{76A32D7F-14A7-4F9C-B5AE-83AA0C1B7E4B}"/>
    <dgm:cxn modelId="{C6EBFFDD-0260-404F-949F-55E063B8F4E2}" type="presOf" srcId="{3C4E6D2A-6785-4683-946D-5FB1F44D2416}" destId="{DC33A783-AAB8-458D-9EB0-644C820B3A4A}" srcOrd="0" destOrd="0" presId="urn:microsoft.com/office/officeart/2005/8/layout/default"/>
    <dgm:cxn modelId="{6FC193F9-BF02-419F-B182-05D1C31F9213}" type="presOf" srcId="{427F9FD8-E953-42B8-B8D3-A1FA764E2753}" destId="{C9AFEAE6-8994-4D5D-A6D5-C8BAA6C75020}" srcOrd="0" destOrd="0" presId="urn:microsoft.com/office/officeart/2005/8/layout/default"/>
    <dgm:cxn modelId="{F9A66194-0AE7-43DD-AF39-80357715E5FF}" type="presParOf" srcId="{DC33A783-AAB8-458D-9EB0-644C820B3A4A}" destId="{136FD413-4B33-4628-8CD6-757DEDE646C0}" srcOrd="0" destOrd="0" presId="urn:microsoft.com/office/officeart/2005/8/layout/default"/>
    <dgm:cxn modelId="{2F3BF850-905F-47B8-A981-5D1052DE54F5}" type="presParOf" srcId="{DC33A783-AAB8-458D-9EB0-644C820B3A4A}" destId="{60FFB476-2A3E-4041-8FBE-4452C4724A1D}" srcOrd="1" destOrd="0" presId="urn:microsoft.com/office/officeart/2005/8/layout/default"/>
    <dgm:cxn modelId="{082D73C2-3F06-4FEA-9CE5-FEEEDB9ED3E5}" type="presParOf" srcId="{DC33A783-AAB8-458D-9EB0-644C820B3A4A}" destId="{40ABD8BF-588B-455C-AFB7-3ECD494FC1BC}" srcOrd="2" destOrd="0" presId="urn:microsoft.com/office/officeart/2005/8/layout/default"/>
    <dgm:cxn modelId="{134CEBEB-D1A0-4623-82DE-8353BCA10FAB}" type="presParOf" srcId="{DC33A783-AAB8-458D-9EB0-644C820B3A4A}" destId="{A828EA46-FF39-47A5-94A8-30BA32E68039}" srcOrd="3" destOrd="0" presId="urn:microsoft.com/office/officeart/2005/8/layout/default"/>
    <dgm:cxn modelId="{A66C2F5B-7930-4412-93DD-274D58A8B401}" type="presParOf" srcId="{DC33A783-AAB8-458D-9EB0-644C820B3A4A}" destId="{D423E6A3-61B0-48CD-8DCF-2847089462D6}" srcOrd="4" destOrd="0" presId="urn:microsoft.com/office/officeart/2005/8/layout/default"/>
    <dgm:cxn modelId="{ECBE00F8-C4D6-4E94-8CC6-6B659240AC56}" type="presParOf" srcId="{DC33A783-AAB8-458D-9EB0-644C820B3A4A}" destId="{FA51736A-2D79-4171-9934-D2E2B08D0D04}" srcOrd="5" destOrd="0" presId="urn:microsoft.com/office/officeart/2005/8/layout/default"/>
    <dgm:cxn modelId="{67F97CD2-B66C-4EC5-9D8D-9813BC2C7595}" type="presParOf" srcId="{DC33A783-AAB8-458D-9EB0-644C820B3A4A}" destId="{39A4272A-1154-461D-BAD0-BE509B22A12F}" srcOrd="6" destOrd="0" presId="urn:microsoft.com/office/officeart/2005/8/layout/default"/>
    <dgm:cxn modelId="{D037C27C-0B76-4E0F-B599-F1A5DF50EE47}" type="presParOf" srcId="{DC33A783-AAB8-458D-9EB0-644C820B3A4A}" destId="{AD6F6B55-5438-4C39-AB47-D5392A8B612B}" srcOrd="7" destOrd="0" presId="urn:microsoft.com/office/officeart/2005/8/layout/default"/>
    <dgm:cxn modelId="{7B591C5F-510F-4F42-BF4F-EA51B6F9F981}" type="presParOf" srcId="{DC33A783-AAB8-458D-9EB0-644C820B3A4A}" destId="{C9AFEAE6-8994-4D5D-A6D5-C8BAA6C75020}" srcOrd="8" destOrd="0" presId="urn:microsoft.com/office/officeart/2005/8/layout/default"/>
    <dgm:cxn modelId="{FC22BF95-7155-4E38-82E6-7C7273742818}" type="presParOf" srcId="{DC33A783-AAB8-458D-9EB0-644C820B3A4A}" destId="{945494D8-2071-4127-AD89-E73D37AD80E1}" srcOrd="9" destOrd="0" presId="urn:microsoft.com/office/officeart/2005/8/layout/default"/>
    <dgm:cxn modelId="{1321520D-1BD7-4FE9-980A-D5A70E4D45BE}" type="presParOf" srcId="{DC33A783-AAB8-458D-9EB0-644C820B3A4A}" destId="{93F1E8DB-350E-4EED-8189-FEDFB2C07FED}"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650163A-42E8-4947-9DCE-0EA318B58DFA}" type="doc">
      <dgm:prSet loTypeId="urn:microsoft.com/office/officeart/2005/8/layout/vList2" loCatId="list" qsTypeId="urn:microsoft.com/office/officeart/2005/8/quickstyle/simple1#8" qsCatId="simple" csTypeId="urn:microsoft.com/office/officeart/2005/8/colors/accent1_2#3" csCatId="accent1"/>
      <dgm:spPr/>
      <dgm:t>
        <a:bodyPr/>
        <a:lstStyle/>
        <a:p>
          <a:endParaRPr lang="en-US"/>
        </a:p>
      </dgm:t>
    </dgm:pt>
    <dgm:pt modelId="{4D4F7B37-511A-460E-945F-3DE5DDBC38A1}">
      <dgm:prSet/>
      <dgm:spPr/>
      <dgm:t>
        <a:bodyPr/>
        <a:lstStyle/>
        <a:p>
          <a:r>
            <a:rPr lang="en-US" dirty="0"/>
            <a:t>The council provides annual financial aid for the Bahraini Union for disabled sports which was formed in1987. </a:t>
          </a:r>
        </a:p>
      </dgm:t>
    </dgm:pt>
    <dgm:pt modelId="{DE3C2D5F-C093-467D-B5FD-5195251EDD96}" type="parTrans" cxnId="{1A8F63B3-E625-4832-BA33-93BC811390EF}">
      <dgm:prSet/>
      <dgm:spPr/>
      <dgm:t>
        <a:bodyPr/>
        <a:lstStyle/>
        <a:p>
          <a:endParaRPr lang="en-US"/>
        </a:p>
      </dgm:t>
    </dgm:pt>
    <dgm:pt modelId="{FCAA6519-02F5-4B14-A32D-C022D2801367}" type="sibTrans" cxnId="{1A8F63B3-E625-4832-BA33-93BC811390EF}">
      <dgm:prSet/>
      <dgm:spPr/>
      <dgm:t>
        <a:bodyPr/>
        <a:lstStyle/>
        <a:p>
          <a:endParaRPr lang="en-US"/>
        </a:p>
      </dgm:t>
    </dgm:pt>
    <dgm:pt modelId="{B324C8A8-BCFD-4BB6-8531-9C880EDD8113}">
      <dgm:prSet/>
      <dgm:spPr/>
      <dgm:t>
        <a:bodyPr/>
        <a:lstStyle/>
        <a:p>
          <a:r>
            <a:rPr lang="en-US"/>
            <a:t>The union is responsible for organizing competitions locally and participating in regional and international ones. </a:t>
          </a:r>
        </a:p>
      </dgm:t>
    </dgm:pt>
    <dgm:pt modelId="{4DBD4E25-04D2-4690-A09B-4130F5F12587}" type="parTrans" cxnId="{FB8B3681-D24B-40E4-A982-6D2F4243F4CC}">
      <dgm:prSet/>
      <dgm:spPr/>
      <dgm:t>
        <a:bodyPr/>
        <a:lstStyle/>
        <a:p>
          <a:endParaRPr lang="en-US"/>
        </a:p>
      </dgm:t>
    </dgm:pt>
    <dgm:pt modelId="{2E0E511F-0469-4C76-AF21-DFF013C4D42E}" type="sibTrans" cxnId="{FB8B3681-D24B-40E4-A982-6D2F4243F4CC}">
      <dgm:prSet/>
      <dgm:spPr/>
      <dgm:t>
        <a:bodyPr/>
        <a:lstStyle/>
        <a:p>
          <a:endParaRPr lang="en-US"/>
        </a:p>
      </dgm:t>
    </dgm:pt>
    <dgm:pt modelId="{AFAFF04C-5F98-4BD2-99BC-107CCD0173F2}">
      <dgm:prSet/>
      <dgm:spPr/>
      <dgm:t>
        <a:bodyPr/>
        <a:lstStyle/>
        <a:p>
          <a:r>
            <a:rPr lang="en-US"/>
            <a:t>Training specialists in the field of disabled sports. </a:t>
          </a:r>
        </a:p>
      </dgm:t>
    </dgm:pt>
    <dgm:pt modelId="{F7E6F690-9593-4547-9D15-B6DE295BC99C}" type="parTrans" cxnId="{72E8C27A-ACC6-4B7F-A155-2ADBD8CAAFF2}">
      <dgm:prSet/>
      <dgm:spPr/>
      <dgm:t>
        <a:bodyPr/>
        <a:lstStyle/>
        <a:p>
          <a:endParaRPr lang="en-US"/>
        </a:p>
      </dgm:t>
    </dgm:pt>
    <dgm:pt modelId="{9B611872-5A88-41CD-A107-79E1CEB5B89E}" type="sibTrans" cxnId="{72E8C27A-ACC6-4B7F-A155-2ADBD8CAAFF2}">
      <dgm:prSet/>
      <dgm:spPr/>
      <dgm:t>
        <a:bodyPr/>
        <a:lstStyle/>
        <a:p>
          <a:endParaRPr lang="en-US"/>
        </a:p>
      </dgm:t>
    </dgm:pt>
    <dgm:pt modelId="{CCAF492E-6376-4CCB-AA9F-AEE98C4F544E}">
      <dgm:prSet/>
      <dgm:spPr/>
      <dgm:t>
        <a:bodyPr/>
        <a:lstStyle/>
        <a:p>
          <a:r>
            <a:rPr lang="en-US"/>
            <a:t>Exchange programs with the Mobility International USA (MIUSA) </a:t>
          </a:r>
        </a:p>
      </dgm:t>
    </dgm:pt>
    <dgm:pt modelId="{3CF30620-97BB-4380-BE10-2C6F8221ABA3}" type="parTrans" cxnId="{6F19F568-2D08-4448-9B09-63C8D9BBC5BD}">
      <dgm:prSet/>
      <dgm:spPr/>
      <dgm:t>
        <a:bodyPr/>
        <a:lstStyle/>
        <a:p>
          <a:endParaRPr lang="en-US"/>
        </a:p>
      </dgm:t>
    </dgm:pt>
    <dgm:pt modelId="{4609B257-CB83-46F4-9286-AFD637548FCD}" type="sibTrans" cxnId="{6F19F568-2D08-4448-9B09-63C8D9BBC5BD}">
      <dgm:prSet/>
      <dgm:spPr/>
      <dgm:t>
        <a:bodyPr/>
        <a:lstStyle/>
        <a:p>
          <a:endParaRPr lang="en-US"/>
        </a:p>
      </dgm:t>
    </dgm:pt>
    <dgm:pt modelId="{4A5DC71B-81CB-4755-BAC3-41D8D58F42A2}" type="pres">
      <dgm:prSet presAssocID="{6650163A-42E8-4947-9DCE-0EA318B58DFA}" presName="linear" presStyleCnt="0">
        <dgm:presLayoutVars>
          <dgm:animLvl val="lvl"/>
          <dgm:resizeHandles val="exact"/>
        </dgm:presLayoutVars>
      </dgm:prSet>
      <dgm:spPr/>
    </dgm:pt>
    <dgm:pt modelId="{056EA2D1-393F-4C3A-92DE-D0F3DC212099}" type="pres">
      <dgm:prSet presAssocID="{4D4F7B37-511A-460E-945F-3DE5DDBC38A1}" presName="parentText" presStyleLbl="node1" presStyleIdx="0" presStyleCnt="4">
        <dgm:presLayoutVars>
          <dgm:chMax val="0"/>
          <dgm:bulletEnabled val="1"/>
        </dgm:presLayoutVars>
      </dgm:prSet>
      <dgm:spPr/>
    </dgm:pt>
    <dgm:pt modelId="{1FAF0CBD-363E-486E-82AE-E36781B40A00}" type="pres">
      <dgm:prSet presAssocID="{FCAA6519-02F5-4B14-A32D-C022D2801367}" presName="spacer" presStyleCnt="0"/>
      <dgm:spPr/>
    </dgm:pt>
    <dgm:pt modelId="{81332BDB-7088-47AD-A221-0824FF5D0B43}" type="pres">
      <dgm:prSet presAssocID="{B324C8A8-BCFD-4BB6-8531-9C880EDD8113}" presName="parentText" presStyleLbl="node1" presStyleIdx="1" presStyleCnt="4">
        <dgm:presLayoutVars>
          <dgm:chMax val="0"/>
          <dgm:bulletEnabled val="1"/>
        </dgm:presLayoutVars>
      </dgm:prSet>
      <dgm:spPr/>
    </dgm:pt>
    <dgm:pt modelId="{3AE1D618-EC49-4341-8847-9BD23B076FFE}" type="pres">
      <dgm:prSet presAssocID="{2E0E511F-0469-4C76-AF21-DFF013C4D42E}" presName="spacer" presStyleCnt="0"/>
      <dgm:spPr/>
    </dgm:pt>
    <dgm:pt modelId="{999ADD3C-1530-409A-98B5-FFE24CEA8333}" type="pres">
      <dgm:prSet presAssocID="{AFAFF04C-5F98-4BD2-99BC-107CCD0173F2}" presName="parentText" presStyleLbl="node1" presStyleIdx="2" presStyleCnt="4">
        <dgm:presLayoutVars>
          <dgm:chMax val="0"/>
          <dgm:bulletEnabled val="1"/>
        </dgm:presLayoutVars>
      </dgm:prSet>
      <dgm:spPr/>
    </dgm:pt>
    <dgm:pt modelId="{9BC11BE3-913F-4214-A457-4DE0A045673B}" type="pres">
      <dgm:prSet presAssocID="{9B611872-5A88-41CD-A107-79E1CEB5B89E}" presName="spacer" presStyleCnt="0"/>
      <dgm:spPr/>
    </dgm:pt>
    <dgm:pt modelId="{3286033D-6435-445B-8E2D-63BC0DB14A02}" type="pres">
      <dgm:prSet presAssocID="{CCAF492E-6376-4CCB-AA9F-AEE98C4F544E}" presName="parentText" presStyleLbl="node1" presStyleIdx="3" presStyleCnt="4">
        <dgm:presLayoutVars>
          <dgm:chMax val="0"/>
          <dgm:bulletEnabled val="1"/>
        </dgm:presLayoutVars>
      </dgm:prSet>
      <dgm:spPr/>
    </dgm:pt>
  </dgm:ptLst>
  <dgm:cxnLst>
    <dgm:cxn modelId="{63F99C2D-BB76-454E-879A-4D6AAF05977A}" type="presOf" srcId="{B324C8A8-BCFD-4BB6-8531-9C880EDD8113}" destId="{81332BDB-7088-47AD-A221-0824FF5D0B43}" srcOrd="0" destOrd="0" presId="urn:microsoft.com/office/officeart/2005/8/layout/vList2"/>
    <dgm:cxn modelId="{6F19F568-2D08-4448-9B09-63C8D9BBC5BD}" srcId="{6650163A-42E8-4947-9DCE-0EA318B58DFA}" destId="{CCAF492E-6376-4CCB-AA9F-AEE98C4F544E}" srcOrd="3" destOrd="0" parTransId="{3CF30620-97BB-4380-BE10-2C6F8221ABA3}" sibTransId="{4609B257-CB83-46F4-9286-AFD637548FCD}"/>
    <dgm:cxn modelId="{E9B64B52-0072-4842-BB51-6A9B8382B6B3}" type="presOf" srcId="{AFAFF04C-5F98-4BD2-99BC-107CCD0173F2}" destId="{999ADD3C-1530-409A-98B5-FFE24CEA8333}" srcOrd="0" destOrd="0" presId="urn:microsoft.com/office/officeart/2005/8/layout/vList2"/>
    <dgm:cxn modelId="{72E8C27A-ACC6-4B7F-A155-2ADBD8CAAFF2}" srcId="{6650163A-42E8-4947-9DCE-0EA318B58DFA}" destId="{AFAFF04C-5F98-4BD2-99BC-107CCD0173F2}" srcOrd="2" destOrd="0" parTransId="{F7E6F690-9593-4547-9D15-B6DE295BC99C}" sibTransId="{9B611872-5A88-41CD-A107-79E1CEB5B89E}"/>
    <dgm:cxn modelId="{FB8B3681-D24B-40E4-A982-6D2F4243F4CC}" srcId="{6650163A-42E8-4947-9DCE-0EA318B58DFA}" destId="{B324C8A8-BCFD-4BB6-8531-9C880EDD8113}" srcOrd="1" destOrd="0" parTransId="{4DBD4E25-04D2-4690-A09B-4130F5F12587}" sibTransId="{2E0E511F-0469-4C76-AF21-DFF013C4D42E}"/>
    <dgm:cxn modelId="{3EB1DC87-3A65-4972-BE68-DD46D3082ED2}" type="presOf" srcId="{6650163A-42E8-4947-9DCE-0EA318B58DFA}" destId="{4A5DC71B-81CB-4755-BAC3-41D8D58F42A2}" srcOrd="0" destOrd="0" presId="urn:microsoft.com/office/officeart/2005/8/layout/vList2"/>
    <dgm:cxn modelId="{3CB65AAD-27FA-4DCC-A878-57CF03CD5817}" type="presOf" srcId="{4D4F7B37-511A-460E-945F-3DE5DDBC38A1}" destId="{056EA2D1-393F-4C3A-92DE-D0F3DC212099}" srcOrd="0" destOrd="0" presId="urn:microsoft.com/office/officeart/2005/8/layout/vList2"/>
    <dgm:cxn modelId="{1A8F63B3-E625-4832-BA33-93BC811390EF}" srcId="{6650163A-42E8-4947-9DCE-0EA318B58DFA}" destId="{4D4F7B37-511A-460E-945F-3DE5DDBC38A1}" srcOrd="0" destOrd="0" parTransId="{DE3C2D5F-C093-467D-B5FD-5195251EDD96}" sibTransId="{FCAA6519-02F5-4B14-A32D-C022D2801367}"/>
    <dgm:cxn modelId="{83A010B7-A27C-4D6C-9B2C-E35887CF8F43}" type="presOf" srcId="{CCAF492E-6376-4CCB-AA9F-AEE98C4F544E}" destId="{3286033D-6435-445B-8E2D-63BC0DB14A02}" srcOrd="0" destOrd="0" presId="urn:microsoft.com/office/officeart/2005/8/layout/vList2"/>
    <dgm:cxn modelId="{574845D7-4CD1-4DAB-88E0-F9DFCB53A739}" type="presParOf" srcId="{4A5DC71B-81CB-4755-BAC3-41D8D58F42A2}" destId="{056EA2D1-393F-4C3A-92DE-D0F3DC212099}" srcOrd="0" destOrd="0" presId="urn:microsoft.com/office/officeart/2005/8/layout/vList2"/>
    <dgm:cxn modelId="{EB10A6E5-7AE4-4BEB-99D3-17103D483D90}" type="presParOf" srcId="{4A5DC71B-81CB-4755-BAC3-41D8D58F42A2}" destId="{1FAF0CBD-363E-486E-82AE-E36781B40A00}" srcOrd="1" destOrd="0" presId="urn:microsoft.com/office/officeart/2005/8/layout/vList2"/>
    <dgm:cxn modelId="{AA13A363-9DC4-4BB5-A881-6D4DF03E88F2}" type="presParOf" srcId="{4A5DC71B-81CB-4755-BAC3-41D8D58F42A2}" destId="{81332BDB-7088-47AD-A221-0824FF5D0B43}" srcOrd="2" destOrd="0" presId="urn:microsoft.com/office/officeart/2005/8/layout/vList2"/>
    <dgm:cxn modelId="{76B065D2-5D81-4610-8534-0F2D2CAA3728}" type="presParOf" srcId="{4A5DC71B-81CB-4755-BAC3-41D8D58F42A2}" destId="{3AE1D618-EC49-4341-8847-9BD23B076FFE}" srcOrd="3" destOrd="0" presId="urn:microsoft.com/office/officeart/2005/8/layout/vList2"/>
    <dgm:cxn modelId="{5E94CE0C-AF36-4387-96EE-A8D2587D5ED5}" type="presParOf" srcId="{4A5DC71B-81CB-4755-BAC3-41D8D58F42A2}" destId="{999ADD3C-1530-409A-98B5-FFE24CEA8333}" srcOrd="4" destOrd="0" presId="urn:microsoft.com/office/officeart/2005/8/layout/vList2"/>
    <dgm:cxn modelId="{50236280-9842-42BC-B446-47E9EFD6F58F}" type="presParOf" srcId="{4A5DC71B-81CB-4755-BAC3-41D8D58F42A2}" destId="{9BC11BE3-913F-4214-A457-4DE0A045673B}" srcOrd="5" destOrd="0" presId="urn:microsoft.com/office/officeart/2005/8/layout/vList2"/>
    <dgm:cxn modelId="{EDDA577A-7622-4A53-A04E-B072A91532D7}" type="presParOf" srcId="{4A5DC71B-81CB-4755-BAC3-41D8D58F42A2}" destId="{3286033D-6435-445B-8E2D-63BC0DB14A0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F9BE1A9-B261-4CD2-8A22-79685B7E344C}" type="doc">
      <dgm:prSet loTypeId="urn:microsoft.com/office/officeart/2005/8/layout/default" loCatId="list" qsTypeId="urn:microsoft.com/office/officeart/2005/8/quickstyle/simple1#9" qsCatId="simple" csTypeId="urn:microsoft.com/office/officeart/2005/8/colors/colorful1#4" csCatId="colorful"/>
      <dgm:spPr/>
      <dgm:t>
        <a:bodyPr/>
        <a:lstStyle/>
        <a:p>
          <a:endParaRPr lang="en-US"/>
        </a:p>
      </dgm:t>
    </dgm:pt>
    <dgm:pt modelId="{0F9A208F-D2CA-450C-BD06-9448E7B8B5FF}">
      <dgm:prSet/>
      <dgm:spPr/>
      <dgm:t>
        <a:bodyPr/>
        <a:lstStyle/>
        <a:p>
          <a:r>
            <a:rPr lang="en-US"/>
            <a:t>Child development unit in SMC. </a:t>
          </a:r>
        </a:p>
      </dgm:t>
    </dgm:pt>
    <dgm:pt modelId="{73DED913-66AC-4B1D-9279-F2390817CF18}" type="parTrans" cxnId="{4DB9B52A-488F-4AB0-A179-878BCC642542}">
      <dgm:prSet/>
      <dgm:spPr/>
      <dgm:t>
        <a:bodyPr/>
        <a:lstStyle/>
        <a:p>
          <a:endParaRPr lang="en-US"/>
        </a:p>
      </dgm:t>
    </dgm:pt>
    <dgm:pt modelId="{F39BA264-86A8-49D7-8F10-9F22AC151F8A}" type="sibTrans" cxnId="{4DB9B52A-488F-4AB0-A179-878BCC642542}">
      <dgm:prSet/>
      <dgm:spPr/>
      <dgm:t>
        <a:bodyPr/>
        <a:lstStyle/>
        <a:p>
          <a:endParaRPr lang="en-US"/>
        </a:p>
      </dgm:t>
    </dgm:pt>
    <dgm:pt modelId="{A6548CC2-0E2A-41FA-9A5C-FB073CF3B9C7}">
      <dgm:prSet/>
      <dgm:spPr/>
      <dgm:t>
        <a:bodyPr/>
        <a:lstStyle/>
        <a:p>
          <a:r>
            <a:rPr lang="en-US"/>
            <a:t>Specialized clinics in secondary care </a:t>
          </a:r>
        </a:p>
      </dgm:t>
    </dgm:pt>
    <dgm:pt modelId="{CEE4052C-EE13-4107-ACAE-7201059CA7E5}" type="parTrans" cxnId="{D14BED7B-90F4-4EA6-BBF4-F849B6BAC3E2}">
      <dgm:prSet/>
      <dgm:spPr/>
      <dgm:t>
        <a:bodyPr/>
        <a:lstStyle/>
        <a:p>
          <a:endParaRPr lang="en-US"/>
        </a:p>
      </dgm:t>
    </dgm:pt>
    <dgm:pt modelId="{2B4A74FD-0FEE-462E-8A0B-3A9ABD0B649B}" type="sibTrans" cxnId="{D14BED7B-90F4-4EA6-BBF4-F849B6BAC3E2}">
      <dgm:prSet/>
      <dgm:spPr/>
      <dgm:t>
        <a:bodyPr/>
        <a:lstStyle/>
        <a:p>
          <a:endParaRPr lang="en-US"/>
        </a:p>
      </dgm:t>
    </dgm:pt>
    <dgm:pt modelId="{F3A38804-C05B-47EC-84A5-E367061D689C}">
      <dgm:prSet/>
      <dgm:spPr/>
      <dgm:t>
        <a:bodyPr/>
        <a:lstStyle/>
        <a:p>
          <a:r>
            <a:rPr lang="en-US"/>
            <a:t>Child and adolescent unit in the psychiatric hospital </a:t>
          </a:r>
        </a:p>
      </dgm:t>
    </dgm:pt>
    <dgm:pt modelId="{BC9AE229-B4AE-4F2A-BAD7-84525E0E3AC0}" type="parTrans" cxnId="{F7016B50-F17F-42B8-B6A5-0B35004C5237}">
      <dgm:prSet/>
      <dgm:spPr/>
      <dgm:t>
        <a:bodyPr/>
        <a:lstStyle/>
        <a:p>
          <a:endParaRPr lang="en-US"/>
        </a:p>
      </dgm:t>
    </dgm:pt>
    <dgm:pt modelId="{A0A09FC5-9016-400A-9062-F0FB5744F8F4}" type="sibTrans" cxnId="{F7016B50-F17F-42B8-B6A5-0B35004C5237}">
      <dgm:prSet/>
      <dgm:spPr/>
      <dgm:t>
        <a:bodyPr/>
        <a:lstStyle/>
        <a:p>
          <a:endParaRPr lang="en-US"/>
        </a:p>
      </dgm:t>
    </dgm:pt>
    <dgm:pt modelId="{8790DDEA-45E6-47BE-854B-8F703D3C6578}">
      <dgm:prSet/>
      <dgm:spPr/>
      <dgm:t>
        <a:bodyPr/>
        <a:lstStyle/>
        <a:p>
          <a:r>
            <a:rPr lang="en-US"/>
            <a:t>Physiotherapy and occupational therapy. </a:t>
          </a:r>
        </a:p>
      </dgm:t>
    </dgm:pt>
    <dgm:pt modelId="{7A3D7920-337E-419A-B73C-D06E56D4D0C2}" type="parTrans" cxnId="{AD24F277-00D4-43F9-AAFA-B8B7E4FFB01F}">
      <dgm:prSet/>
      <dgm:spPr/>
      <dgm:t>
        <a:bodyPr/>
        <a:lstStyle/>
        <a:p>
          <a:endParaRPr lang="en-US"/>
        </a:p>
      </dgm:t>
    </dgm:pt>
    <dgm:pt modelId="{9F1D4A93-D8ED-41D3-9A06-56AA7FF8BCE0}" type="sibTrans" cxnId="{AD24F277-00D4-43F9-AAFA-B8B7E4FFB01F}">
      <dgm:prSet/>
      <dgm:spPr/>
      <dgm:t>
        <a:bodyPr/>
        <a:lstStyle/>
        <a:p>
          <a:endParaRPr lang="en-US"/>
        </a:p>
      </dgm:t>
    </dgm:pt>
    <dgm:pt modelId="{819D3483-C512-4ACE-AE2D-6EAFACD3C1F1}">
      <dgm:prSet/>
      <dgm:spPr/>
      <dgm:t>
        <a:bodyPr/>
        <a:lstStyle/>
        <a:p>
          <a:r>
            <a:rPr lang="en-US"/>
            <a:t>Speech therapy unit. </a:t>
          </a:r>
        </a:p>
      </dgm:t>
    </dgm:pt>
    <dgm:pt modelId="{FAB3B712-01BA-4D1A-9840-693B74C9478B}" type="parTrans" cxnId="{4654EBA1-832D-4990-912C-ACA83DFC07BE}">
      <dgm:prSet/>
      <dgm:spPr/>
      <dgm:t>
        <a:bodyPr/>
        <a:lstStyle/>
        <a:p>
          <a:endParaRPr lang="en-US"/>
        </a:p>
      </dgm:t>
    </dgm:pt>
    <dgm:pt modelId="{AB7F3263-F3D8-4D46-8314-D3D2B35C84F9}" type="sibTrans" cxnId="{4654EBA1-832D-4990-912C-ACA83DFC07BE}">
      <dgm:prSet/>
      <dgm:spPr/>
      <dgm:t>
        <a:bodyPr/>
        <a:lstStyle/>
        <a:p>
          <a:endParaRPr lang="en-US"/>
        </a:p>
      </dgm:t>
    </dgm:pt>
    <dgm:pt modelId="{68AC8556-0E91-4E6E-995F-513762E9439E}">
      <dgm:prSet/>
      <dgm:spPr/>
      <dgm:t>
        <a:bodyPr/>
        <a:lstStyle/>
        <a:p>
          <a:r>
            <a:rPr lang="en-US"/>
            <a:t>Cochlear implant program. </a:t>
          </a:r>
        </a:p>
      </dgm:t>
    </dgm:pt>
    <dgm:pt modelId="{53C746DF-7933-45E9-AC43-7F3731F5BF1B}" type="parTrans" cxnId="{D2076A65-29B3-4A48-9474-54693894762E}">
      <dgm:prSet/>
      <dgm:spPr/>
      <dgm:t>
        <a:bodyPr/>
        <a:lstStyle/>
        <a:p>
          <a:endParaRPr lang="en-US"/>
        </a:p>
      </dgm:t>
    </dgm:pt>
    <dgm:pt modelId="{8176A099-CD34-4720-A848-45EF4C454B32}" type="sibTrans" cxnId="{D2076A65-29B3-4A48-9474-54693894762E}">
      <dgm:prSet/>
      <dgm:spPr/>
      <dgm:t>
        <a:bodyPr/>
        <a:lstStyle/>
        <a:p>
          <a:endParaRPr lang="en-US"/>
        </a:p>
      </dgm:t>
    </dgm:pt>
    <dgm:pt modelId="{DD6171AC-940C-45B9-8E0D-314D4BED9A21}" type="pres">
      <dgm:prSet presAssocID="{9F9BE1A9-B261-4CD2-8A22-79685B7E344C}" presName="diagram" presStyleCnt="0">
        <dgm:presLayoutVars>
          <dgm:dir/>
          <dgm:resizeHandles val="exact"/>
        </dgm:presLayoutVars>
      </dgm:prSet>
      <dgm:spPr/>
    </dgm:pt>
    <dgm:pt modelId="{2D4504C4-090E-4434-BFED-28FC35BF88C4}" type="pres">
      <dgm:prSet presAssocID="{0F9A208F-D2CA-450C-BD06-9448E7B8B5FF}" presName="node" presStyleLbl="node1" presStyleIdx="0" presStyleCnt="6">
        <dgm:presLayoutVars>
          <dgm:bulletEnabled val="1"/>
        </dgm:presLayoutVars>
      </dgm:prSet>
      <dgm:spPr/>
    </dgm:pt>
    <dgm:pt modelId="{157BC7D3-5545-4A6B-9E75-B3EE37896230}" type="pres">
      <dgm:prSet presAssocID="{F39BA264-86A8-49D7-8F10-9F22AC151F8A}" presName="sibTrans" presStyleCnt="0"/>
      <dgm:spPr/>
    </dgm:pt>
    <dgm:pt modelId="{CF7B093A-5C60-432A-BBF3-6A4C525852C0}" type="pres">
      <dgm:prSet presAssocID="{A6548CC2-0E2A-41FA-9A5C-FB073CF3B9C7}" presName="node" presStyleLbl="node1" presStyleIdx="1" presStyleCnt="6">
        <dgm:presLayoutVars>
          <dgm:bulletEnabled val="1"/>
        </dgm:presLayoutVars>
      </dgm:prSet>
      <dgm:spPr/>
    </dgm:pt>
    <dgm:pt modelId="{9B03ACA5-74C2-4B99-B29A-2B8B15913CF0}" type="pres">
      <dgm:prSet presAssocID="{2B4A74FD-0FEE-462E-8A0B-3A9ABD0B649B}" presName="sibTrans" presStyleCnt="0"/>
      <dgm:spPr/>
    </dgm:pt>
    <dgm:pt modelId="{33994270-5632-4E87-94DF-C0A4300E2B0A}" type="pres">
      <dgm:prSet presAssocID="{F3A38804-C05B-47EC-84A5-E367061D689C}" presName="node" presStyleLbl="node1" presStyleIdx="2" presStyleCnt="6">
        <dgm:presLayoutVars>
          <dgm:bulletEnabled val="1"/>
        </dgm:presLayoutVars>
      </dgm:prSet>
      <dgm:spPr/>
    </dgm:pt>
    <dgm:pt modelId="{0BB7B8C8-ABAD-480F-A78B-89F4CE151C84}" type="pres">
      <dgm:prSet presAssocID="{A0A09FC5-9016-400A-9062-F0FB5744F8F4}" presName="sibTrans" presStyleCnt="0"/>
      <dgm:spPr/>
    </dgm:pt>
    <dgm:pt modelId="{B81BAE71-3547-49B1-A070-17BF726678B7}" type="pres">
      <dgm:prSet presAssocID="{8790DDEA-45E6-47BE-854B-8F703D3C6578}" presName="node" presStyleLbl="node1" presStyleIdx="3" presStyleCnt="6">
        <dgm:presLayoutVars>
          <dgm:bulletEnabled val="1"/>
        </dgm:presLayoutVars>
      </dgm:prSet>
      <dgm:spPr/>
    </dgm:pt>
    <dgm:pt modelId="{188537D1-8CBB-4EEE-941C-7A67417ABC2F}" type="pres">
      <dgm:prSet presAssocID="{9F1D4A93-D8ED-41D3-9A06-56AA7FF8BCE0}" presName="sibTrans" presStyleCnt="0"/>
      <dgm:spPr/>
    </dgm:pt>
    <dgm:pt modelId="{C101641C-3D63-4221-A6B3-5808B54DE143}" type="pres">
      <dgm:prSet presAssocID="{819D3483-C512-4ACE-AE2D-6EAFACD3C1F1}" presName="node" presStyleLbl="node1" presStyleIdx="4" presStyleCnt="6">
        <dgm:presLayoutVars>
          <dgm:bulletEnabled val="1"/>
        </dgm:presLayoutVars>
      </dgm:prSet>
      <dgm:spPr/>
    </dgm:pt>
    <dgm:pt modelId="{2EC68163-762B-4F12-8A84-8CB4ACFA5C65}" type="pres">
      <dgm:prSet presAssocID="{AB7F3263-F3D8-4D46-8314-D3D2B35C84F9}" presName="sibTrans" presStyleCnt="0"/>
      <dgm:spPr/>
    </dgm:pt>
    <dgm:pt modelId="{03774A4F-6A8B-4083-8227-3E243016C318}" type="pres">
      <dgm:prSet presAssocID="{68AC8556-0E91-4E6E-995F-513762E9439E}" presName="node" presStyleLbl="node1" presStyleIdx="5" presStyleCnt="6">
        <dgm:presLayoutVars>
          <dgm:bulletEnabled val="1"/>
        </dgm:presLayoutVars>
      </dgm:prSet>
      <dgm:spPr/>
    </dgm:pt>
  </dgm:ptLst>
  <dgm:cxnLst>
    <dgm:cxn modelId="{A2E23D19-A0F5-4A53-B537-0F7F97D64526}" type="presOf" srcId="{8790DDEA-45E6-47BE-854B-8F703D3C6578}" destId="{B81BAE71-3547-49B1-A070-17BF726678B7}" srcOrd="0" destOrd="0" presId="urn:microsoft.com/office/officeart/2005/8/layout/default"/>
    <dgm:cxn modelId="{5969951A-1D04-4225-B66B-F432865CEFF2}" type="presOf" srcId="{A6548CC2-0E2A-41FA-9A5C-FB073CF3B9C7}" destId="{CF7B093A-5C60-432A-BBF3-6A4C525852C0}" srcOrd="0" destOrd="0" presId="urn:microsoft.com/office/officeart/2005/8/layout/default"/>
    <dgm:cxn modelId="{4DB9B52A-488F-4AB0-A179-878BCC642542}" srcId="{9F9BE1A9-B261-4CD2-8A22-79685B7E344C}" destId="{0F9A208F-D2CA-450C-BD06-9448E7B8B5FF}" srcOrd="0" destOrd="0" parTransId="{73DED913-66AC-4B1D-9279-F2390817CF18}" sibTransId="{F39BA264-86A8-49D7-8F10-9F22AC151F8A}"/>
    <dgm:cxn modelId="{83F8505C-7FE4-4C60-84DA-FC98B2C753EE}" type="presOf" srcId="{68AC8556-0E91-4E6E-995F-513762E9439E}" destId="{03774A4F-6A8B-4083-8227-3E243016C318}" srcOrd="0" destOrd="0" presId="urn:microsoft.com/office/officeart/2005/8/layout/default"/>
    <dgm:cxn modelId="{D2076A65-29B3-4A48-9474-54693894762E}" srcId="{9F9BE1A9-B261-4CD2-8A22-79685B7E344C}" destId="{68AC8556-0E91-4E6E-995F-513762E9439E}" srcOrd="5" destOrd="0" parTransId="{53C746DF-7933-45E9-AC43-7F3731F5BF1B}" sibTransId="{8176A099-CD34-4720-A848-45EF4C454B32}"/>
    <dgm:cxn modelId="{F7016B50-F17F-42B8-B6A5-0B35004C5237}" srcId="{9F9BE1A9-B261-4CD2-8A22-79685B7E344C}" destId="{F3A38804-C05B-47EC-84A5-E367061D689C}" srcOrd="2" destOrd="0" parTransId="{BC9AE229-B4AE-4F2A-BAD7-84525E0E3AC0}" sibTransId="{A0A09FC5-9016-400A-9062-F0FB5744F8F4}"/>
    <dgm:cxn modelId="{AD24F277-00D4-43F9-AAFA-B8B7E4FFB01F}" srcId="{9F9BE1A9-B261-4CD2-8A22-79685B7E344C}" destId="{8790DDEA-45E6-47BE-854B-8F703D3C6578}" srcOrd="3" destOrd="0" parTransId="{7A3D7920-337E-419A-B73C-D06E56D4D0C2}" sibTransId="{9F1D4A93-D8ED-41D3-9A06-56AA7FF8BCE0}"/>
    <dgm:cxn modelId="{D14BED7B-90F4-4EA6-BBF4-F849B6BAC3E2}" srcId="{9F9BE1A9-B261-4CD2-8A22-79685B7E344C}" destId="{A6548CC2-0E2A-41FA-9A5C-FB073CF3B9C7}" srcOrd="1" destOrd="0" parTransId="{CEE4052C-EE13-4107-ACAE-7201059CA7E5}" sibTransId="{2B4A74FD-0FEE-462E-8A0B-3A9ABD0B649B}"/>
    <dgm:cxn modelId="{4654EBA1-832D-4990-912C-ACA83DFC07BE}" srcId="{9F9BE1A9-B261-4CD2-8A22-79685B7E344C}" destId="{819D3483-C512-4ACE-AE2D-6EAFACD3C1F1}" srcOrd="4" destOrd="0" parTransId="{FAB3B712-01BA-4D1A-9840-693B74C9478B}" sibTransId="{AB7F3263-F3D8-4D46-8314-D3D2B35C84F9}"/>
    <dgm:cxn modelId="{1D393EA7-5B59-4133-84AB-1908058CB663}" type="presOf" srcId="{0F9A208F-D2CA-450C-BD06-9448E7B8B5FF}" destId="{2D4504C4-090E-4434-BFED-28FC35BF88C4}" srcOrd="0" destOrd="0" presId="urn:microsoft.com/office/officeart/2005/8/layout/default"/>
    <dgm:cxn modelId="{39D7DCAC-263E-41F0-BBC6-0F576EC441D7}" type="presOf" srcId="{819D3483-C512-4ACE-AE2D-6EAFACD3C1F1}" destId="{C101641C-3D63-4221-A6B3-5808B54DE143}" srcOrd="0" destOrd="0" presId="urn:microsoft.com/office/officeart/2005/8/layout/default"/>
    <dgm:cxn modelId="{33A92DB4-218C-4640-9A40-0A427D4852E0}" type="presOf" srcId="{F3A38804-C05B-47EC-84A5-E367061D689C}" destId="{33994270-5632-4E87-94DF-C0A4300E2B0A}" srcOrd="0" destOrd="0" presId="urn:microsoft.com/office/officeart/2005/8/layout/default"/>
    <dgm:cxn modelId="{762739DE-7960-4150-88F3-A6B9E03A9AD3}" type="presOf" srcId="{9F9BE1A9-B261-4CD2-8A22-79685B7E344C}" destId="{DD6171AC-940C-45B9-8E0D-314D4BED9A21}" srcOrd="0" destOrd="0" presId="urn:microsoft.com/office/officeart/2005/8/layout/default"/>
    <dgm:cxn modelId="{577313BF-C01D-4FC1-84EF-D0C17DF2C27C}" type="presParOf" srcId="{DD6171AC-940C-45B9-8E0D-314D4BED9A21}" destId="{2D4504C4-090E-4434-BFED-28FC35BF88C4}" srcOrd="0" destOrd="0" presId="urn:microsoft.com/office/officeart/2005/8/layout/default"/>
    <dgm:cxn modelId="{1FE8E582-6A9F-4C1A-821A-78CE29D9864F}" type="presParOf" srcId="{DD6171AC-940C-45B9-8E0D-314D4BED9A21}" destId="{157BC7D3-5545-4A6B-9E75-B3EE37896230}" srcOrd="1" destOrd="0" presId="urn:microsoft.com/office/officeart/2005/8/layout/default"/>
    <dgm:cxn modelId="{DB1541A4-75B6-4BCE-9D98-72DEDDDC7F7E}" type="presParOf" srcId="{DD6171AC-940C-45B9-8E0D-314D4BED9A21}" destId="{CF7B093A-5C60-432A-BBF3-6A4C525852C0}" srcOrd="2" destOrd="0" presId="urn:microsoft.com/office/officeart/2005/8/layout/default"/>
    <dgm:cxn modelId="{A2726766-699F-41D6-B1DF-4D8A2E4D3C56}" type="presParOf" srcId="{DD6171AC-940C-45B9-8E0D-314D4BED9A21}" destId="{9B03ACA5-74C2-4B99-B29A-2B8B15913CF0}" srcOrd="3" destOrd="0" presId="urn:microsoft.com/office/officeart/2005/8/layout/default"/>
    <dgm:cxn modelId="{6E6E861D-AE94-4528-81AE-84ED5039C07E}" type="presParOf" srcId="{DD6171AC-940C-45B9-8E0D-314D4BED9A21}" destId="{33994270-5632-4E87-94DF-C0A4300E2B0A}" srcOrd="4" destOrd="0" presId="urn:microsoft.com/office/officeart/2005/8/layout/default"/>
    <dgm:cxn modelId="{7F4040B7-9C84-4F91-B01A-38D37B888627}" type="presParOf" srcId="{DD6171AC-940C-45B9-8E0D-314D4BED9A21}" destId="{0BB7B8C8-ABAD-480F-A78B-89F4CE151C84}" srcOrd="5" destOrd="0" presId="urn:microsoft.com/office/officeart/2005/8/layout/default"/>
    <dgm:cxn modelId="{22FC8B6C-7A7D-4619-9853-8BCC357908FE}" type="presParOf" srcId="{DD6171AC-940C-45B9-8E0D-314D4BED9A21}" destId="{B81BAE71-3547-49B1-A070-17BF726678B7}" srcOrd="6" destOrd="0" presId="urn:microsoft.com/office/officeart/2005/8/layout/default"/>
    <dgm:cxn modelId="{1B74819E-B712-458B-8D9F-02CB319CF2A4}" type="presParOf" srcId="{DD6171AC-940C-45B9-8E0D-314D4BED9A21}" destId="{188537D1-8CBB-4EEE-941C-7A67417ABC2F}" srcOrd="7" destOrd="0" presId="urn:microsoft.com/office/officeart/2005/8/layout/default"/>
    <dgm:cxn modelId="{C5D05286-9CF0-4999-B865-73D3F048E674}" type="presParOf" srcId="{DD6171AC-940C-45B9-8E0D-314D4BED9A21}" destId="{C101641C-3D63-4221-A6B3-5808B54DE143}" srcOrd="8" destOrd="0" presId="urn:microsoft.com/office/officeart/2005/8/layout/default"/>
    <dgm:cxn modelId="{0A10D47A-F7FD-47F4-9AF7-5A456E6BF070}" type="presParOf" srcId="{DD6171AC-940C-45B9-8E0D-314D4BED9A21}" destId="{2EC68163-762B-4F12-8A84-8CB4ACFA5C65}" srcOrd="9" destOrd="0" presId="urn:microsoft.com/office/officeart/2005/8/layout/default"/>
    <dgm:cxn modelId="{E73FD31D-8105-46D7-8664-20E97E3469B5}" type="presParOf" srcId="{DD6171AC-940C-45B9-8E0D-314D4BED9A21}" destId="{03774A4F-6A8B-4083-8227-3E243016C318}"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E18789-3DCE-42BF-9417-4567B2555B97}">
      <dsp:nvSpPr>
        <dsp:cNvPr id="0" name=""/>
        <dsp:cNvSpPr/>
      </dsp:nvSpPr>
      <dsp:spPr>
        <a:xfrm>
          <a:off x="0" y="57046"/>
          <a:ext cx="7200900" cy="70726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These subpopulations may have: </a:t>
          </a:r>
        </a:p>
      </dsp:txBody>
      <dsp:txXfrm>
        <a:off x="34526" y="91572"/>
        <a:ext cx="7131848" cy="638212"/>
      </dsp:txXfrm>
    </dsp:sp>
    <dsp:sp modelId="{A0CFF1D1-FEB0-408A-BFDB-FA92FD2D9ED9}">
      <dsp:nvSpPr>
        <dsp:cNvPr id="0" name=""/>
        <dsp:cNvSpPr/>
      </dsp:nvSpPr>
      <dsp:spPr>
        <a:xfrm>
          <a:off x="0" y="764311"/>
          <a:ext cx="7200900" cy="2502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29"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risk of adverse health outcomes</a:t>
          </a:r>
        </a:p>
        <a:p>
          <a:pPr marL="228600" lvl="1" indent="-228600" algn="l" defTabSz="1066800">
            <a:lnSpc>
              <a:spcPct val="90000"/>
            </a:lnSpc>
            <a:spcBef>
              <a:spcPct val="0"/>
            </a:spcBef>
            <a:spcAft>
              <a:spcPct val="20000"/>
            </a:spcAft>
            <a:buChar char="•"/>
          </a:pPr>
          <a:r>
            <a:rPr lang="en-US" sz="2400" kern="1200"/>
            <a:t>higher mortality rates</a:t>
          </a:r>
        </a:p>
        <a:p>
          <a:pPr marL="228600" lvl="1" indent="-228600" algn="l" defTabSz="1066800">
            <a:lnSpc>
              <a:spcPct val="90000"/>
            </a:lnSpc>
            <a:spcBef>
              <a:spcPct val="0"/>
            </a:spcBef>
            <a:spcAft>
              <a:spcPct val="20000"/>
            </a:spcAft>
            <a:buChar char="•"/>
          </a:pPr>
          <a:r>
            <a:rPr lang="en-US" sz="2400" kern="1200"/>
            <a:t>less access to health care; disparities in quality of care</a:t>
          </a:r>
        </a:p>
        <a:p>
          <a:pPr marL="228600" lvl="1" indent="-228600" algn="l" defTabSz="1066800">
            <a:lnSpc>
              <a:spcPct val="90000"/>
            </a:lnSpc>
            <a:spcBef>
              <a:spcPct val="0"/>
            </a:spcBef>
            <a:spcAft>
              <a:spcPct val="20000"/>
            </a:spcAft>
            <a:buChar char="•"/>
          </a:pPr>
          <a:r>
            <a:rPr lang="en-US" sz="2400" kern="1200"/>
            <a:t>uninsured or underinsured</a:t>
          </a:r>
        </a:p>
        <a:p>
          <a:pPr marL="228600" lvl="1" indent="-228600" algn="l" defTabSz="1066800">
            <a:lnSpc>
              <a:spcPct val="90000"/>
            </a:lnSpc>
            <a:spcBef>
              <a:spcPct val="0"/>
            </a:spcBef>
            <a:spcAft>
              <a:spcPct val="20000"/>
            </a:spcAft>
            <a:buChar char="•"/>
          </a:pPr>
          <a:r>
            <a:rPr lang="en-US" sz="2400" kern="1200"/>
            <a:t>lower life expectancy</a:t>
          </a:r>
        </a:p>
        <a:p>
          <a:pPr marL="228600" lvl="1" indent="-228600" algn="l" defTabSz="1066800">
            <a:lnSpc>
              <a:spcPct val="90000"/>
            </a:lnSpc>
            <a:spcBef>
              <a:spcPct val="0"/>
            </a:spcBef>
            <a:spcAft>
              <a:spcPct val="20000"/>
            </a:spcAft>
            <a:buChar char="•"/>
          </a:pPr>
          <a:r>
            <a:rPr lang="en-US" sz="2400" kern="1200" dirty="0"/>
            <a:t>overall diminished quality of life</a:t>
          </a:r>
        </a:p>
      </dsp:txBody>
      <dsp:txXfrm>
        <a:off x="0" y="764311"/>
        <a:ext cx="7200900" cy="25026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75DBB5-958A-4723-BA0C-6E9FA30D8417}">
      <dsp:nvSpPr>
        <dsp:cNvPr id="0" name=""/>
        <dsp:cNvSpPr/>
      </dsp:nvSpPr>
      <dsp:spPr>
        <a:xfrm>
          <a:off x="442199" y="239"/>
          <a:ext cx="1489720" cy="893832"/>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Income and Education</a:t>
          </a:r>
        </a:p>
      </dsp:txBody>
      <dsp:txXfrm>
        <a:off x="442199" y="239"/>
        <a:ext cx="1489720" cy="893832"/>
      </dsp:txXfrm>
    </dsp:sp>
    <dsp:sp modelId="{8C1D4063-96A3-4E2F-BD80-F9E66A65EE4A}">
      <dsp:nvSpPr>
        <dsp:cNvPr id="0" name=""/>
        <dsp:cNvSpPr/>
      </dsp:nvSpPr>
      <dsp:spPr>
        <a:xfrm>
          <a:off x="2080892" y="239"/>
          <a:ext cx="1489720" cy="893832"/>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Age and Gender </a:t>
          </a:r>
        </a:p>
      </dsp:txBody>
      <dsp:txXfrm>
        <a:off x="2080892" y="239"/>
        <a:ext cx="1489720" cy="893832"/>
      </dsp:txXfrm>
    </dsp:sp>
    <dsp:sp modelId="{32A0DA6B-E576-46C2-B2E3-85420E467303}">
      <dsp:nvSpPr>
        <dsp:cNvPr id="0" name=""/>
        <dsp:cNvSpPr/>
      </dsp:nvSpPr>
      <dsp:spPr>
        <a:xfrm>
          <a:off x="3719584" y="239"/>
          <a:ext cx="1489720" cy="893832"/>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Race and ethnicity </a:t>
          </a:r>
        </a:p>
      </dsp:txBody>
      <dsp:txXfrm>
        <a:off x="3719584" y="239"/>
        <a:ext cx="1489720" cy="893832"/>
      </dsp:txXfrm>
    </dsp:sp>
    <dsp:sp modelId="{7D7528EE-9B69-424F-BB6C-DC4F545BA7F9}">
      <dsp:nvSpPr>
        <dsp:cNvPr id="0" name=""/>
        <dsp:cNvSpPr/>
      </dsp:nvSpPr>
      <dsp:spPr>
        <a:xfrm>
          <a:off x="5358276" y="239"/>
          <a:ext cx="1489720" cy="893832"/>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Disability</a:t>
          </a:r>
        </a:p>
      </dsp:txBody>
      <dsp:txXfrm>
        <a:off x="5358276" y="239"/>
        <a:ext cx="1489720" cy="893832"/>
      </dsp:txXfrm>
    </dsp:sp>
    <dsp:sp modelId="{3285E7CA-A390-4123-92A8-2C2E299D3D19}">
      <dsp:nvSpPr>
        <dsp:cNvPr id="0" name=""/>
        <dsp:cNvSpPr/>
      </dsp:nvSpPr>
      <dsp:spPr>
        <a:xfrm>
          <a:off x="442199" y="1043044"/>
          <a:ext cx="1489720" cy="893832"/>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HIV/AIDS</a:t>
          </a:r>
        </a:p>
      </dsp:txBody>
      <dsp:txXfrm>
        <a:off x="442199" y="1043044"/>
        <a:ext cx="1489720" cy="893832"/>
      </dsp:txXfrm>
    </dsp:sp>
    <dsp:sp modelId="{78C0C4EA-469C-47BD-8079-719E4B166789}">
      <dsp:nvSpPr>
        <dsp:cNvPr id="0" name=""/>
        <dsp:cNvSpPr/>
      </dsp:nvSpPr>
      <dsp:spPr>
        <a:xfrm>
          <a:off x="2080892" y="1043044"/>
          <a:ext cx="1489720" cy="893832"/>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Mental illness and disability</a:t>
          </a:r>
        </a:p>
      </dsp:txBody>
      <dsp:txXfrm>
        <a:off x="2080892" y="1043044"/>
        <a:ext cx="1489720" cy="893832"/>
      </dsp:txXfrm>
    </dsp:sp>
    <dsp:sp modelId="{1526B9C0-98EF-44E1-B971-DD9BF6A597E1}">
      <dsp:nvSpPr>
        <dsp:cNvPr id="0" name=""/>
        <dsp:cNvSpPr/>
      </dsp:nvSpPr>
      <dsp:spPr>
        <a:xfrm>
          <a:off x="3719584" y="1043044"/>
          <a:ext cx="1489720" cy="893832"/>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Alcohol and substance</a:t>
          </a:r>
        </a:p>
      </dsp:txBody>
      <dsp:txXfrm>
        <a:off x="3719584" y="1043044"/>
        <a:ext cx="1489720" cy="893832"/>
      </dsp:txXfrm>
    </dsp:sp>
    <dsp:sp modelId="{AE636997-376F-4F88-BE3C-BC736F56FC5C}">
      <dsp:nvSpPr>
        <dsp:cNvPr id="0" name=""/>
        <dsp:cNvSpPr/>
      </dsp:nvSpPr>
      <dsp:spPr>
        <a:xfrm>
          <a:off x="5358276" y="1043044"/>
          <a:ext cx="1489720" cy="893832"/>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Familial abuse</a:t>
          </a:r>
        </a:p>
      </dsp:txBody>
      <dsp:txXfrm>
        <a:off x="5358276" y="1043044"/>
        <a:ext cx="1489720" cy="893832"/>
      </dsp:txXfrm>
    </dsp:sp>
    <dsp:sp modelId="{B2F150B9-8A6C-4A46-84EE-329C05CCFB94}">
      <dsp:nvSpPr>
        <dsp:cNvPr id="0" name=""/>
        <dsp:cNvSpPr/>
      </dsp:nvSpPr>
      <dsp:spPr>
        <a:xfrm>
          <a:off x="442199" y="2085848"/>
          <a:ext cx="1489720" cy="893832"/>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Homelessness</a:t>
          </a:r>
        </a:p>
      </dsp:txBody>
      <dsp:txXfrm>
        <a:off x="442199" y="2085848"/>
        <a:ext cx="1489720" cy="893832"/>
      </dsp:txXfrm>
    </dsp:sp>
    <dsp:sp modelId="{95147D2D-927F-45FC-9694-36A2AA7AEACC}">
      <dsp:nvSpPr>
        <dsp:cNvPr id="0" name=""/>
        <dsp:cNvSpPr/>
      </dsp:nvSpPr>
      <dsp:spPr>
        <a:xfrm>
          <a:off x="2080892" y="2085848"/>
          <a:ext cx="1489720" cy="893832"/>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Suicide and homicide risk</a:t>
          </a:r>
        </a:p>
      </dsp:txBody>
      <dsp:txXfrm>
        <a:off x="2080892" y="2085848"/>
        <a:ext cx="1489720" cy="893832"/>
      </dsp:txXfrm>
    </dsp:sp>
    <dsp:sp modelId="{7CDB761E-6394-4439-8874-489638D9B894}">
      <dsp:nvSpPr>
        <dsp:cNvPr id="0" name=""/>
        <dsp:cNvSpPr/>
      </dsp:nvSpPr>
      <dsp:spPr>
        <a:xfrm>
          <a:off x="3719584" y="2085848"/>
          <a:ext cx="1489720" cy="893832"/>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High-risk mother and infants</a:t>
          </a:r>
        </a:p>
      </dsp:txBody>
      <dsp:txXfrm>
        <a:off x="3719584" y="2085848"/>
        <a:ext cx="1489720" cy="893832"/>
      </dsp:txXfrm>
    </dsp:sp>
    <dsp:sp modelId="{81C33FF7-8DDE-443D-AA19-250EA32D2525}">
      <dsp:nvSpPr>
        <dsp:cNvPr id="0" name=""/>
        <dsp:cNvSpPr/>
      </dsp:nvSpPr>
      <dsp:spPr>
        <a:xfrm>
          <a:off x="5358276" y="2085848"/>
          <a:ext cx="1489720" cy="893832"/>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Immigrants</a:t>
          </a:r>
        </a:p>
      </dsp:txBody>
      <dsp:txXfrm>
        <a:off x="5358276" y="2085848"/>
        <a:ext cx="1489720" cy="893832"/>
      </dsp:txXfrm>
    </dsp:sp>
    <dsp:sp modelId="{CBB9DFA7-D7E6-4203-82DE-F9FB72B9581B}">
      <dsp:nvSpPr>
        <dsp:cNvPr id="0" name=""/>
        <dsp:cNvSpPr/>
      </dsp:nvSpPr>
      <dsp:spPr>
        <a:xfrm>
          <a:off x="2900238" y="3128652"/>
          <a:ext cx="1489720" cy="893832"/>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Chronic illness </a:t>
          </a:r>
        </a:p>
      </dsp:txBody>
      <dsp:txXfrm>
        <a:off x="2900238" y="3128652"/>
        <a:ext cx="1489720" cy="8938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E1054C-6597-4F3B-897D-E9E272422EA0}">
      <dsp:nvSpPr>
        <dsp:cNvPr id="0" name=""/>
        <dsp:cNvSpPr/>
      </dsp:nvSpPr>
      <dsp:spPr>
        <a:xfrm>
          <a:off x="0" y="491"/>
          <a:ext cx="7290197" cy="114906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FB248C-6D41-4D47-A0EF-8651D82B5B1D}">
      <dsp:nvSpPr>
        <dsp:cNvPr id="0" name=""/>
        <dsp:cNvSpPr/>
      </dsp:nvSpPr>
      <dsp:spPr>
        <a:xfrm>
          <a:off x="347593" y="259031"/>
          <a:ext cx="631988" cy="6319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A0C672-C488-4C4F-962B-0FD7D9200E2B}">
      <dsp:nvSpPr>
        <dsp:cNvPr id="0" name=""/>
        <dsp:cNvSpPr/>
      </dsp:nvSpPr>
      <dsp:spPr>
        <a:xfrm>
          <a:off x="1327175" y="491"/>
          <a:ext cx="5963021" cy="1149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610" tIns="121610" rIns="121610" bIns="121610" numCol="1" spcCol="1270" anchor="ctr" anchorCtr="0">
          <a:noAutofit/>
        </a:bodyPr>
        <a:lstStyle/>
        <a:p>
          <a:pPr marL="0" lvl="0" indent="0" algn="l" defTabSz="1022350">
            <a:lnSpc>
              <a:spcPct val="90000"/>
            </a:lnSpc>
            <a:spcBef>
              <a:spcPct val="0"/>
            </a:spcBef>
            <a:spcAft>
              <a:spcPct val="35000"/>
            </a:spcAft>
            <a:buNone/>
          </a:pPr>
          <a:r>
            <a:rPr lang="en-US" sz="2300" kern="1200"/>
            <a:t>Diseases that are of long duration, progress slowly, and are generally not curable but manageable. </a:t>
          </a:r>
        </a:p>
      </dsp:txBody>
      <dsp:txXfrm>
        <a:off x="1327175" y="491"/>
        <a:ext cx="5963021" cy="1149069"/>
      </dsp:txXfrm>
    </dsp:sp>
    <dsp:sp modelId="{1AEE0E87-743E-4C41-8952-99FD8E4B076D}">
      <dsp:nvSpPr>
        <dsp:cNvPr id="0" name=""/>
        <dsp:cNvSpPr/>
      </dsp:nvSpPr>
      <dsp:spPr>
        <a:xfrm>
          <a:off x="0" y="1436827"/>
          <a:ext cx="7290197" cy="114906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CAF708-01DF-4021-A58B-DF37C82F4B39}">
      <dsp:nvSpPr>
        <dsp:cNvPr id="0" name=""/>
        <dsp:cNvSpPr/>
      </dsp:nvSpPr>
      <dsp:spPr>
        <a:xfrm>
          <a:off x="347593" y="1695368"/>
          <a:ext cx="631988" cy="6319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945806-5A22-4D35-B7E4-AC8E8C81B778}">
      <dsp:nvSpPr>
        <dsp:cNvPr id="0" name=""/>
        <dsp:cNvSpPr/>
      </dsp:nvSpPr>
      <dsp:spPr>
        <a:xfrm>
          <a:off x="1327175" y="1436827"/>
          <a:ext cx="5963021" cy="1149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610" tIns="121610" rIns="121610" bIns="121610" numCol="1" spcCol="1270" anchor="ctr" anchorCtr="0">
          <a:noAutofit/>
        </a:bodyPr>
        <a:lstStyle/>
        <a:p>
          <a:pPr marL="0" lvl="0" indent="0" algn="l" defTabSz="1022350">
            <a:lnSpc>
              <a:spcPct val="90000"/>
            </a:lnSpc>
            <a:spcBef>
              <a:spcPct val="0"/>
            </a:spcBef>
            <a:spcAft>
              <a:spcPct val="35000"/>
            </a:spcAft>
            <a:buNone/>
          </a:pPr>
          <a:r>
            <a:rPr lang="en-US" sz="2300" kern="1200"/>
            <a:t>These include noncommunicable diseases (NCDs) such as cardiovascular diseases, diabetes, chronic respiratory diseases, and cancer.</a:t>
          </a:r>
        </a:p>
      </dsp:txBody>
      <dsp:txXfrm>
        <a:off x="1327175" y="1436827"/>
        <a:ext cx="5963021" cy="1149069"/>
      </dsp:txXfrm>
    </dsp:sp>
    <dsp:sp modelId="{5C480507-FBD8-4642-AFE3-B2A4D792AC3D}">
      <dsp:nvSpPr>
        <dsp:cNvPr id="0" name=""/>
        <dsp:cNvSpPr/>
      </dsp:nvSpPr>
      <dsp:spPr>
        <a:xfrm>
          <a:off x="0" y="2873164"/>
          <a:ext cx="7290197" cy="114906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C023E6-BFF5-4D22-956A-9391629ADEB5}">
      <dsp:nvSpPr>
        <dsp:cNvPr id="0" name=""/>
        <dsp:cNvSpPr/>
      </dsp:nvSpPr>
      <dsp:spPr>
        <a:xfrm>
          <a:off x="347593" y="3131705"/>
          <a:ext cx="631988" cy="6319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DCC00F-398E-44D5-8D4E-23A689BC92A8}">
      <dsp:nvSpPr>
        <dsp:cNvPr id="0" name=""/>
        <dsp:cNvSpPr/>
      </dsp:nvSpPr>
      <dsp:spPr>
        <a:xfrm>
          <a:off x="1327175" y="2873164"/>
          <a:ext cx="5963021" cy="1149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610" tIns="121610" rIns="121610" bIns="121610" numCol="1" spcCol="1270" anchor="ctr" anchorCtr="0">
          <a:noAutofit/>
        </a:bodyPr>
        <a:lstStyle/>
        <a:p>
          <a:pPr marL="0" lvl="0" indent="0" algn="l" defTabSz="1022350">
            <a:lnSpc>
              <a:spcPct val="90000"/>
            </a:lnSpc>
            <a:spcBef>
              <a:spcPct val="0"/>
            </a:spcBef>
            <a:spcAft>
              <a:spcPct val="35000"/>
            </a:spcAft>
            <a:buNone/>
          </a:pPr>
          <a:r>
            <a:rPr lang="en-US" sz="2300" kern="1200"/>
            <a:t>They often lead to significant health burdens, reduced quality of life, and increased healthcare costs.</a:t>
          </a:r>
        </a:p>
      </dsp:txBody>
      <dsp:txXfrm>
        <a:off x="1327175" y="2873164"/>
        <a:ext cx="5963021" cy="11490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F3DF6-C4FD-4DDE-8B3A-959C972D4615}">
      <dsp:nvSpPr>
        <dsp:cNvPr id="0" name=""/>
        <dsp:cNvSpPr/>
      </dsp:nvSpPr>
      <dsp:spPr>
        <a:xfrm>
          <a:off x="0" y="1669"/>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3554AD-7231-46A8-A26B-8F6A7F47D552}">
      <dsp:nvSpPr>
        <dsp:cNvPr id="0" name=""/>
        <dsp:cNvSpPr/>
      </dsp:nvSpPr>
      <dsp:spPr>
        <a:xfrm>
          <a:off x="255971" y="192061"/>
          <a:ext cx="465402" cy="465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46F963-0953-4870-8FFA-22AD4E55F7E7}">
      <dsp:nvSpPr>
        <dsp:cNvPr id="0" name=""/>
        <dsp:cNvSpPr/>
      </dsp:nvSpPr>
      <dsp:spPr>
        <a:xfrm>
          <a:off x="977345" y="1669"/>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844550">
            <a:lnSpc>
              <a:spcPct val="90000"/>
            </a:lnSpc>
            <a:spcBef>
              <a:spcPct val="0"/>
            </a:spcBef>
            <a:spcAft>
              <a:spcPct val="35000"/>
            </a:spcAft>
            <a:buNone/>
          </a:pPr>
          <a:r>
            <a:rPr lang="en-US" sz="1900" b="1" kern="1200"/>
            <a:t>Prolonged Duration</a:t>
          </a:r>
          <a:r>
            <a:rPr lang="en-US" sz="1900" kern="1200"/>
            <a:t>: Lasting months to years.</a:t>
          </a:r>
        </a:p>
      </dsp:txBody>
      <dsp:txXfrm>
        <a:off x="977345" y="1669"/>
        <a:ext cx="6312851" cy="846186"/>
      </dsp:txXfrm>
    </dsp:sp>
    <dsp:sp modelId="{01219F0F-F14C-43B0-A319-757AF1355959}">
      <dsp:nvSpPr>
        <dsp:cNvPr id="0" name=""/>
        <dsp:cNvSpPr/>
      </dsp:nvSpPr>
      <dsp:spPr>
        <a:xfrm>
          <a:off x="0" y="1059402"/>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A42468-03A7-4043-AA94-02683D954AB3}">
      <dsp:nvSpPr>
        <dsp:cNvPr id="0" name=""/>
        <dsp:cNvSpPr/>
      </dsp:nvSpPr>
      <dsp:spPr>
        <a:xfrm>
          <a:off x="255971" y="1249794"/>
          <a:ext cx="465402" cy="465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99197F-DFBC-407D-94D9-8C5B7C9BA638}">
      <dsp:nvSpPr>
        <dsp:cNvPr id="0" name=""/>
        <dsp:cNvSpPr/>
      </dsp:nvSpPr>
      <dsp:spPr>
        <a:xfrm>
          <a:off x="977345" y="1059402"/>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844550">
            <a:lnSpc>
              <a:spcPct val="90000"/>
            </a:lnSpc>
            <a:spcBef>
              <a:spcPct val="0"/>
            </a:spcBef>
            <a:spcAft>
              <a:spcPct val="35000"/>
            </a:spcAft>
            <a:buNone/>
          </a:pPr>
          <a:r>
            <a:rPr lang="en-US" sz="1900" b="1" kern="1200"/>
            <a:t>Complex Etiology</a:t>
          </a:r>
          <a:r>
            <a:rPr lang="en-US" sz="1900" kern="1200"/>
            <a:t>: Often caused by a combination of genetic, physiological, environmental, and behavioral factors.</a:t>
          </a:r>
        </a:p>
      </dsp:txBody>
      <dsp:txXfrm>
        <a:off x="977345" y="1059402"/>
        <a:ext cx="6312851" cy="846186"/>
      </dsp:txXfrm>
    </dsp:sp>
    <dsp:sp modelId="{0E4DF3B5-3598-482A-B490-633949126708}">
      <dsp:nvSpPr>
        <dsp:cNvPr id="0" name=""/>
        <dsp:cNvSpPr/>
      </dsp:nvSpPr>
      <dsp:spPr>
        <a:xfrm>
          <a:off x="0" y="2117135"/>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605F0D-2EB3-496B-9BF6-78DF79901AAF}">
      <dsp:nvSpPr>
        <dsp:cNvPr id="0" name=""/>
        <dsp:cNvSpPr/>
      </dsp:nvSpPr>
      <dsp:spPr>
        <a:xfrm>
          <a:off x="255971" y="2307527"/>
          <a:ext cx="465402" cy="465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F06103D-8651-4818-9D2A-A20D9F81F38F}">
      <dsp:nvSpPr>
        <dsp:cNvPr id="0" name=""/>
        <dsp:cNvSpPr/>
      </dsp:nvSpPr>
      <dsp:spPr>
        <a:xfrm>
          <a:off x="977345" y="2117135"/>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844550">
            <a:lnSpc>
              <a:spcPct val="90000"/>
            </a:lnSpc>
            <a:spcBef>
              <a:spcPct val="0"/>
            </a:spcBef>
            <a:spcAft>
              <a:spcPct val="35000"/>
            </a:spcAft>
            <a:buNone/>
          </a:pPr>
          <a:r>
            <a:rPr lang="en-US" sz="1900" b="1" kern="1200"/>
            <a:t>Impact on Quality of Life</a:t>
          </a:r>
          <a:r>
            <a:rPr lang="en-US" sz="1900" kern="1200"/>
            <a:t>: They can impair daily functioning and productivity.</a:t>
          </a:r>
        </a:p>
      </dsp:txBody>
      <dsp:txXfrm>
        <a:off x="977345" y="2117135"/>
        <a:ext cx="6312851" cy="846186"/>
      </dsp:txXfrm>
    </dsp:sp>
    <dsp:sp modelId="{AAE4AC1D-F830-49F4-984A-8DE6602070B0}">
      <dsp:nvSpPr>
        <dsp:cNvPr id="0" name=""/>
        <dsp:cNvSpPr/>
      </dsp:nvSpPr>
      <dsp:spPr>
        <a:xfrm>
          <a:off x="0" y="3174868"/>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77A8FA-FBFE-4508-82E2-6B3590EA64D2}">
      <dsp:nvSpPr>
        <dsp:cNvPr id="0" name=""/>
        <dsp:cNvSpPr/>
      </dsp:nvSpPr>
      <dsp:spPr>
        <a:xfrm>
          <a:off x="255971" y="3365260"/>
          <a:ext cx="465402" cy="465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EDF371-0A26-469D-9890-1350B87C4386}">
      <dsp:nvSpPr>
        <dsp:cNvPr id="0" name=""/>
        <dsp:cNvSpPr/>
      </dsp:nvSpPr>
      <dsp:spPr>
        <a:xfrm>
          <a:off x="977345" y="3174868"/>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844550">
            <a:lnSpc>
              <a:spcPct val="90000"/>
            </a:lnSpc>
            <a:spcBef>
              <a:spcPct val="0"/>
            </a:spcBef>
            <a:spcAft>
              <a:spcPct val="35000"/>
            </a:spcAft>
            <a:buNone/>
          </a:pPr>
          <a:r>
            <a:rPr lang="en-US" sz="1900" b="1" kern="1200"/>
            <a:t>Management</a:t>
          </a:r>
          <a:r>
            <a:rPr lang="en-US" sz="1900" kern="1200"/>
            <a:t> </a:t>
          </a:r>
          <a:r>
            <a:rPr lang="en-US" sz="1900" b="1" kern="1200"/>
            <a:t>Focus</a:t>
          </a:r>
          <a:r>
            <a:rPr lang="en-US" sz="1900" kern="1200"/>
            <a:t>: Emphasis is on prevention, early detection, and effective management rather than a cure.</a:t>
          </a:r>
        </a:p>
      </dsp:txBody>
      <dsp:txXfrm>
        <a:off x="977345" y="3174868"/>
        <a:ext cx="6312851" cy="8461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7C90C-5DC6-4429-BAC7-CDECE1C5BEF5}">
      <dsp:nvSpPr>
        <dsp:cNvPr id="0" name=""/>
        <dsp:cNvSpPr/>
      </dsp:nvSpPr>
      <dsp:spPr>
        <a:xfrm>
          <a:off x="2615" y="673113"/>
          <a:ext cx="2075293" cy="1245175"/>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Respect for inherent dignity and individual autonomy </a:t>
          </a:r>
        </a:p>
      </dsp:txBody>
      <dsp:txXfrm>
        <a:off x="2615" y="673113"/>
        <a:ext cx="2075293" cy="1245175"/>
      </dsp:txXfrm>
    </dsp:sp>
    <dsp:sp modelId="{37772530-345F-4FD8-88C9-F1975AC2A244}">
      <dsp:nvSpPr>
        <dsp:cNvPr id="0" name=""/>
        <dsp:cNvSpPr/>
      </dsp:nvSpPr>
      <dsp:spPr>
        <a:xfrm>
          <a:off x="2285438" y="673113"/>
          <a:ext cx="2075293" cy="1245175"/>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Nondiscrimination </a:t>
          </a:r>
        </a:p>
      </dsp:txBody>
      <dsp:txXfrm>
        <a:off x="2285438" y="673113"/>
        <a:ext cx="2075293" cy="1245175"/>
      </dsp:txXfrm>
    </dsp:sp>
    <dsp:sp modelId="{2E07067E-F17F-415D-8339-D556AED95A4D}">
      <dsp:nvSpPr>
        <dsp:cNvPr id="0" name=""/>
        <dsp:cNvSpPr/>
      </dsp:nvSpPr>
      <dsp:spPr>
        <a:xfrm>
          <a:off x="4568260" y="673113"/>
          <a:ext cx="2075293" cy="1245175"/>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Full and effective participation and inclusion in society </a:t>
          </a:r>
        </a:p>
      </dsp:txBody>
      <dsp:txXfrm>
        <a:off x="4568260" y="673113"/>
        <a:ext cx="2075293" cy="1245175"/>
      </dsp:txXfrm>
    </dsp:sp>
    <dsp:sp modelId="{B11FB7C2-FD5A-42CC-817B-7A69548D4838}">
      <dsp:nvSpPr>
        <dsp:cNvPr id="0" name=""/>
        <dsp:cNvSpPr/>
      </dsp:nvSpPr>
      <dsp:spPr>
        <a:xfrm>
          <a:off x="6851083" y="673113"/>
          <a:ext cx="2075293" cy="1245175"/>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Respect for difference and acceptance of persons with disabilities as part of human diversity and humanity </a:t>
          </a:r>
        </a:p>
      </dsp:txBody>
      <dsp:txXfrm>
        <a:off x="6851083" y="673113"/>
        <a:ext cx="2075293" cy="1245175"/>
      </dsp:txXfrm>
    </dsp:sp>
    <dsp:sp modelId="{495897BB-D1DB-4CE3-AAC5-A99A2EE04CDC}">
      <dsp:nvSpPr>
        <dsp:cNvPr id="0" name=""/>
        <dsp:cNvSpPr/>
      </dsp:nvSpPr>
      <dsp:spPr>
        <a:xfrm>
          <a:off x="2615" y="2125818"/>
          <a:ext cx="2075293" cy="1245175"/>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Equality of opportunity </a:t>
          </a:r>
        </a:p>
      </dsp:txBody>
      <dsp:txXfrm>
        <a:off x="2615" y="2125818"/>
        <a:ext cx="2075293" cy="1245175"/>
      </dsp:txXfrm>
    </dsp:sp>
    <dsp:sp modelId="{D532C03F-DA0A-403F-AB3D-ECC14123F678}">
      <dsp:nvSpPr>
        <dsp:cNvPr id="0" name=""/>
        <dsp:cNvSpPr/>
      </dsp:nvSpPr>
      <dsp:spPr>
        <a:xfrm>
          <a:off x="2285438" y="2125818"/>
          <a:ext cx="2075293" cy="1245175"/>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Accessibility </a:t>
          </a:r>
        </a:p>
      </dsp:txBody>
      <dsp:txXfrm>
        <a:off x="2285438" y="2125818"/>
        <a:ext cx="2075293" cy="1245175"/>
      </dsp:txXfrm>
    </dsp:sp>
    <dsp:sp modelId="{D7C37F64-B855-4C10-9295-B85B6909F7FD}">
      <dsp:nvSpPr>
        <dsp:cNvPr id="0" name=""/>
        <dsp:cNvSpPr/>
      </dsp:nvSpPr>
      <dsp:spPr>
        <a:xfrm>
          <a:off x="4568260" y="2125818"/>
          <a:ext cx="2075293" cy="1245175"/>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Equality between men and women </a:t>
          </a:r>
        </a:p>
      </dsp:txBody>
      <dsp:txXfrm>
        <a:off x="4568260" y="2125818"/>
        <a:ext cx="2075293" cy="1245175"/>
      </dsp:txXfrm>
    </dsp:sp>
    <dsp:sp modelId="{A8A46E95-F5AD-45C9-9EA7-4CAEB530C7ED}">
      <dsp:nvSpPr>
        <dsp:cNvPr id="0" name=""/>
        <dsp:cNvSpPr/>
      </dsp:nvSpPr>
      <dsp:spPr>
        <a:xfrm>
          <a:off x="6851083" y="2125818"/>
          <a:ext cx="2075293" cy="1245175"/>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Respect for evolving capacities of children with disabilities and the right of children with disabilities to preserve their identities </a:t>
          </a:r>
        </a:p>
      </dsp:txBody>
      <dsp:txXfrm>
        <a:off x="6851083" y="2125818"/>
        <a:ext cx="2075293" cy="12451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3A3EF3-9550-4F2B-BB1D-11D86170CEB3}">
      <dsp:nvSpPr>
        <dsp:cNvPr id="0" name=""/>
        <dsp:cNvSpPr/>
      </dsp:nvSpPr>
      <dsp:spPr>
        <a:xfrm>
          <a:off x="0" y="0"/>
          <a:ext cx="6624736"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2B9F99-915F-45C3-9EA1-B1DCB2182286}">
      <dsp:nvSpPr>
        <dsp:cNvPr id="0" name=""/>
        <dsp:cNvSpPr/>
      </dsp:nvSpPr>
      <dsp:spPr>
        <a:xfrm>
          <a:off x="0" y="0"/>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i="0" u="sng" kern="1200" baseline="0" dirty="0">
              <a:solidFill>
                <a:srgbClr val="C00000"/>
              </a:solidFill>
            </a:rPr>
            <a:t>Preventative &amp;Early detection services: </a:t>
          </a:r>
          <a:endParaRPr lang="en-US" sz="2000" kern="1200" dirty="0">
            <a:solidFill>
              <a:srgbClr val="C00000"/>
            </a:solidFill>
          </a:endParaRPr>
        </a:p>
      </dsp:txBody>
      <dsp:txXfrm>
        <a:off x="0" y="0"/>
        <a:ext cx="6624736" cy="378041"/>
      </dsp:txXfrm>
    </dsp:sp>
    <dsp:sp modelId="{BBD09467-7067-408A-8EA2-D64F5304B5B4}">
      <dsp:nvSpPr>
        <dsp:cNvPr id="0" name=""/>
        <dsp:cNvSpPr/>
      </dsp:nvSpPr>
      <dsp:spPr>
        <a:xfrm>
          <a:off x="0" y="378042"/>
          <a:ext cx="6624736" cy="0"/>
        </a:xfrm>
        <a:prstGeom prst="line">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A7DA70-21C0-4637-9B73-370C0DE69502}">
      <dsp:nvSpPr>
        <dsp:cNvPr id="0" name=""/>
        <dsp:cNvSpPr/>
      </dsp:nvSpPr>
      <dsp:spPr>
        <a:xfrm>
          <a:off x="0" y="378041"/>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Newborns screening for hereditary blood diseases and hearing impairments </a:t>
          </a:r>
          <a:endParaRPr lang="en-US" sz="1600" kern="1200" dirty="0"/>
        </a:p>
      </dsp:txBody>
      <dsp:txXfrm>
        <a:off x="0" y="378041"/>
        <a:ext cx="6624736" cy="378041"/>
      </dsp:txXfrm>
    </dsp:sp>
    <dsp:sp modelId="{F7A2B53F-239B-495B-89F3-B6D418DA1DFD}">
      <dsp:nvSpPr>
        <dsp:cNvPr id="0" name=""/>
        <dsp:cNvSpPr/>
      </dsp:nvSpPr>
      <dsp:spPr>
        <a:xfrm>
          <a:off x="0" y="756084"/>
          <a:ext cx="6624736" cy="0"/>
        </a:xfrm>
        <a:prstGeom prst="line">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E124AF-91BE-4D90-82ED-92FE17A06283}">
      <dsp:nvSpPr>
        <dsp:cNvPr id="0" name=""/>
        <dsp:cNvSpPr/>
      </dsp:nvSpPr>
      <dsp:spPr>
        <a:xfrm>
          <a:off x="0" y="756083"/>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Baby friendly hospitals </a:t>
          </a:r>
          <a:endParaRPr lang="en-US" sz="1600" kern="1200" dirty="0"/>
        </a:p>
      </dsp:txBody>
      <dsp:txXfrm>
        <a:off x="0" y="756083"/>
        <a:ext cx="6624736" cy="378041"/>
      </dsp:txXfrm>
    </dsp:sp>
    <dsp:sp modelId="{09F491BC-A56C-47F5-A3BC-FBBD5B80C6F2}">
      <dsp:nvSpPr>
        <dsp:cNvPr id="0" name=""/>
        <dsp:cNvSpPr/>
      </dsp:nvSpPr>
      <dsp:spPr>
        <a:xfrm>
          <a:off x="0" y="1134125"/>
          <a:ext cx="6624736"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A88CBE-2846-401C-B406-C7468B6CDDD4}">
      <dsp:nvSpPr>
        <dsp:cNvPr id="0" name=""/>
        <dsp:cNvSpPr/>
      </dsp:nvSpPr>
      <dsp:spPr>
        <a:xfrm>
          <a:off x="0" y="1134125"/>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Periodic child screening/well baby clinics </a:t>
          </a:r>
          <a:endParaRPr lang="en-US" sz="1600" kern="1200" dirty="0"/>
        </a:p>
      </dsp:txBody>
      <dsp:txXfrm>
        <a:off x="0" y="1134125"/>
        <a:ext cx="6624736" cy="378041"/>
      </dsp:txXfrm>
    </dsp:sp>
    <dsp:sp modelId="{6D4D2DAC-EC48-43B3-897F-061F41B60A83}">
      <dsp:nvSpPr>
        <dsp:cNvPr id="0" name=""/>
        <dsp:cNvSpPr/>
      </dsp:nvSpPr>
      <dsp:spPr>
        <a:xfrm>
          <a:off x="0" y="1512168"/>
          <a:ext cx="6624736" cy="0"/>
        </a:xfrm>
        <a:prstGeom prst="line">
          <a:avLst/>
        </a:prstGeom>
        <a:solidFill>
          <a:schemeClr val="accent6">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33B4D7-F8C7-496B-BFC2-C8B4555DE0DB}">
      <dsp:nvSpPr>
        <dsp:cNvPr id="0" name=""/>
        <dsp:cNvSpPr/>
      </dsp:nvSpPr>
      <dsp:spPr>
        <a:xfrm>
          <a:off x="0" y="1512167"/>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Extended immunization program </a:t>
          </a:r>
          <a:endParaRPr lang="en-US" sz="1600" kern="1200" dirty="0"/>
        </a:p>
      </dsp:txBody>
      <dsp:txXfrm>
        <a:off x="0" y="1512167"/>
        <a:ext cx="6624736" cy="378041"/>
      </dsp:txXfrm>
    </dsp:sp>
    <dsp:sp modelId="{3AE12350-D8D3-46A9-B5B5-A97DBD5121B9}">
      <dsp:nvSpPr>
        <dsp:cNvPr id="0" name=""/>
        <dsp:cNvSpPr/>
      </dsp:nvSpPr>
      <dsp:spPr>
        <a:xfrm>
          <a:off x="0" y="1890209"/>
          <a:ext cx="6624736"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5A4FF9-E97D-45C9-B6FD-0CCA9563F7CB}">
      <dsp:nvSpPr>
        <dsp:cNvPr id="0" name=""/>
        <dsp:cNvSpPr/>
      </dsp:nvSpPr>
      <dsp:spPr>
        <a:xfrm>
          <a:off x="0" y="1890209"/>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Antenatal, Postnatal and family planning services</a:t>
          </a:r>
          <a:endParaRPr lang="en-US" sz="1600" kern="1200" dirty="0"/>
        </a:p>
      </dsp:txBody>
      <dsp:txXfrm>
        <a:off x="0" y="1890209"/>
        <a:ext cx="6624736" cy="378041"/>
      </dsp:txXfrm>
    </dsp:sp>
    <dsp:sp modelId="{E8F0301C-F2B7-43D5-9AE4-882C156D1168}">
      <dsp:nvSpPr>
        <dsp:cNvPr id="0" name=""/>
        <dsp:cNvSpPr/>
      </dsp:nvSpPr>
      <dsp:spPr>
        <a:xfrm>
          <a:off x="0" y="2268251"/>
          <a:ext cx="6624736" cy="0"/>
        </a:xfrm>
        <a:prstGeom prst="line">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99BBCD-9FE0-4311-85ED-D4438B54C90B}">
      <dsp:nvSpPr>
        <dsp:cNvPr id="0" name=""/>
        <dsp:cNvSpPr/>
      </dsp:nvSpPr>
      <dsp:spPr>
        <a:xfrm>
          <a:off x="0" y="2268251"/>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Premarital counseling program </a:t>
          </a:r>
          <a:endParaRPr lang="en-US" sz="1600" kern="1200" dirty="0"/>
        </a:p>
      </dsp:txBody>
      <dsp:txXfrm>
        <a:off x="0" y="2268251"/>
        <a:ext cx="6624736" cy="378041"/>
      </dsp:txXfrm>
    </dsp:sp>
    <dsp:sp modelId="{DEC0A215-D56B-49A2-A883-B113412EBD0C}">
      <dsp:nvSpPr>
        <dsp:cNvPr id="0" name=""/>
        <dsp:cNvSpPr/>
      </dsp:nvSpPr>
      <dsp:spPr>
        <a:xfrm>
          <a:off x="0" y="2646294"/>
          <a:ext cx="6624736" cy="0"/>
        </a:xfrm>
        <a:prstGeom prst="line">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0E3C57-DD29-433D-955C-06A323470290}">
      <dsp:nvSpPr>
        <dsp:cNvPr id="0" name=""/>
        <dsp:cNvSpPr/>
      </dsp:nvSpPr>
      <dsp:spPr>
        <a:xfrm>
          <a:off x="0" y="2646293"/>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School health program</a:t>
          </a:r>
          <a:endParaRPr lang="en-US" sz="1600" kern="1200" dirty="0"/>
        </a:p>
      </dsp:txBody>
      <dsp:txXfrm>
        <a:off x="0" y="2646293"/>
        <a:ext cx="6624736" cy="378041"/>
      </dsp:txXfrm>
    </dsp:sp>
    <dsp:sp modelId="{7B458109-1DE8-48F9-8651-2E983D5F45C9}">
      <dsp:nvSpPr>
        <dsp:cNvPr id="0" name=""/>
        <dsp:cNvSpPr/>
      </dsp:nvSpPr>
      <dsp:spPr>
        <a:xfrm>
          <a:off x="0" y="3024336"/>
          <a:ext cx="6624736"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E0855C-85BB-419F-A585-F0F59CD10D51}">
      <dsp:nvSpPr>
        <dsp:cNvPr id="0" name=""/>
        <dsp:cNvSpPr/>
      </dsp:nvSpPr>
      <dsp:spPr>
        <a:xfrm>
          <a:off x="0" y="3024335"/>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a:t>Combating blindness program</a:t>
          </a:r>
          <a:endParaRPr lang="en-US" sz="1600" kern="1200"/>
        </a:p>
      </dsp:txBody>
      <dsp:txXfrm>
        <a:off x="0" y="3024335"/>
        <a:ext cx="6624736" cy="378041"/>
      </dsp:txXfrm>
    </dsp:sp>
    <dsp:sp modelId="{6FFBE872-050B-4B57-BB61-B6D62C5B5A6F}">
      <dsp:nvSpPr>
        <dsp:cNvPr id="0" name=""/>
        <dsp:cNvSpPr/>
      </dsp:nvSpPr>
      <dsp:spPr>
        <a:xfrm>
          <a:off x="0" y="3402377"/>
          <a:ext cx="6624736" cy="0"/>
        </a:xfrm>
        <a:prstGeom prst="line">
          <a:avLst/>
        </a:prstGeom>
        <a:solidFill>
          <a:schemeClr val="accent6">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3FA6AE-3FDA-416E-B212-D98E2CE36FC4}">
      <dsp:nvSpPr>
        <dsp:cNvPr id="0" name=""/>
        <dsp:cNvSpPr/>
      </dsp:nvSpPr>
      <dsp:spPr>
        <a:xfrm>
          <a:off x="0" y="3402377"/>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Retinal examination for all diabetic patients.</a:t>
          </a:r>
          <a:endParaRPr lang="en-US" sz="1600" kern="1200" dirty="0"/>
        </a:p>
      </dsp:txBody>
      <dsp:txXfrm>
        <a:off x="0" y="3402377"/>
        <a:ext cx="6624736" cy="378041"/>
      </dsp:txXfrm>
    </dsp:sp>
    <dsp:sp modelId="{1A751C7C-1D90-492E-9411-923273AB5E66}">
      <dsp:nvSpPr>
        <dsp:cNvPr id="0" name=""/>
        <dsp:cNvSpPr/>
      </dsp:nvSpPr>
      <dsp:spPr>
        <a:xfrm>
          <a:off x="0" y="3780419"/>
          <a:ext cx="6624736"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A872E5-3EBB-4DF4-845B-B549DE96DA72}">
      <dsp:nvSpPr>
        <dsp:cNvPr id="0" name=""/>
        <dsp:cNvSpPr/>
      </dsp:nvSpPr>
      <dsp:spPr>
        <a:xfrm>
          <a:off x="0" y="3780419"/>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Dental services</a:t>
          </a:r>
          <a:endParaRPr lang="en-US" sz="1600" kern="1200" dirty="0"/>
        </a:p>
      </dsp:txBody>
      <dsp:txXfrm>
        <a:off x="0" y="3780419"/>
        <a:ext cx="6624736" cy="378041"/>
      </dsp:txXfrm>
    </dsp:sp>
    <dsp:sp modelId="{890D597C-32FC-40D9-BD97-147043D3DE14}">
      <dsp:nvSpPr>
        <dsp:cNvPr id="0" name=""/>
        <dsp:cNvSpPr/>
      </dsp:nvSpPr>
      <dsp:spPr>
        <a:xfrm>
          <a:off x="0" y="4158461"/>
          <a:ext cx="6624736" cy="0"/>
        </a:xfrm>
        <a:prstGeom prst="line">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4D6ACC-B44F-4BF7-A15E-CB7E9B9D59F9}">
      <dsp:nvSpPr>
        <dsp:cNvPr id="0" name=""/>
        <dsp:cNvSpPr/>
      </dsp:nvSpPr>
      <dsp:spPr>
        <a:xfrm>
          <a:off x="0" y="4158461"/>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Specialized clinics: diabetic, chronic disease, obesity, mental health</a:t>
          </a:r>
          <a:endParaRPr lang="en-US" sz="1600" kern="1200" dirty="0"/>
        </a:p>
      </dsp:txBody>
      <dsp:txXfrm>
        <a:off x="0" y="4158461"/>
        <a:ext cx="6624736" cy="378041"/>
      </dsp:txXfrm>
    </dsp:sp>
    <dsp:sp modelId="{104761A9-1335-4F8B-994D-1C2AB73092CC}">
      <dsp:nvSpPr>
        <dsp:cNvPr id="0" name=""/>
        <dsp:cNvSpPr/>
      </dsp:nvSpPr>
      <dsp:spPr>
        <a:xfrm>
          <a:off x="0" y="4536503"/>
          <a:ext cx="6624736" cy="0"/>
        </a:xfrm>
        <a:prstGeom prst="line">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0A9A8D-EDB0-4C6F-B333-7F88F50D20F4}">
      <dsp:nvSpPr>
        <dsp:cNvPr id="0" name=""/>
        <dsp:cNvSpPr/>
      </dsp:nvSpPr>
      <dsp:spPr>
        <a:xfrm>
          <a:off x="0" y="4536503"/>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Community health nurses' services</a:t>
          </a:r>
          <a:endParaRPr lang="en-US" sz="1600" kern="1200" dirty="0"/>
        </a:p>
      </dsp:txBody>
      <dsp:txXfrm>
        <a:off x="0" y="4536503"/>
        <a:ext cx="6624736" cy="378041"/>
      </dsp:txXfrm>
    </dsp:sp>
    <dsp:sp modelId="{CC0F559B-9178-4EBE-83A3-1FE992B5FE8C}">
      <dsp:nvSpPr>
        <dsp:cNvPr id="0" name=""/>
        <dsp:cNvSpPr/>
      </dsp:nvSpPr>
      <dsp:spPr>
        <a:xfrm>
          <a:off x="0" y="4914545"/>
          <a:ext cx="6624736"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2D192D-8ACA-4505-9122-0FC7BC2FD67B}">
      <dsp:nvSpPr>
        <dsp:cNvPr id="0" name=""/>
        <dsp:cNvSpPr/>
      </dsp:nvSpPr>
      <dsp:spPr>
        <a:xfrm>
          <a:off x="0" y="4914545"/>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t>Social services</a:t>
          </a:r>
          <a:endParaRPr lang="en-US" sz="1600" kern="1200" dirty="0"/>
        </a:p>
      </dsp:txBody>
      <dsp:txXfrm>
        <a:off x="0" y="4914545"/>
        <a:ext cx="6624736" cy="378041"/>
      </dsp:txXfrm>
    </dsp:sp>
    <dsp:sp modelId="{B4E6CA45-2F58-4C9C-ADD2-2A7592769577}">
      <dsp:nvSpPr>
        <dsp:cNvPr id="0" name=""/>
        <dsp:cNvSpPr/>
      </dsp:nvSpPr>
      <dsp:spPr>
        <a:xfrm>
          <a:off x="0" y="5292588"/>
          <a:ext cx="6624736" cy="0"/>
        </a:xfrm>
        <a:prstGeom prst="line">
          <a:avLst/>
        </a:prstGeom>
        <a:solidFill>
          <a:schemeClr val="accent6">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D85CE7-7D38-4E3D-9BA0-FE9A7F05C736}">
      <dsp:nvSpPr>
        <dsp:cNvPr id="0" name=""/>
        <dsp:cNvSpPr/>
      </dsp:nvSpPr>
      <dsp:spPr>
        <a:xfrm>
          <a:off x="0" y="5292587"/>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a:t>Health education</a:t>
          </a:r>
          <a:endParaRPr lang="en-US" sz="1600" kern="1200"/>
        </a:p>
      </dsp:txBody>
      <dsp:txXfrm>
        <a:off x="0" y="5292587"/>
        <a:ext cx="6624736" cy="378041"/>
      </dsp:txXfrm>
    </dsp:sp>
    <dsp:sp modelId="{8A4D3985-3A37-4C46-A44B-A7DDB1ED7173}">
      <dsp:nvSpPr>
        <dsp:cNvPr id="0" name=""/>
        <dsp:cNvSpPr/>
      </dsp:nvSpPr>
      <dsp:spPr>
        <a:xfrm>
          <a:off x="0" y="5670629"/>
          <a:ext cx="6624736"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346C27-1707-4CAF-B68F-783C5BDF2112}">
      <dsp:nvSpPr>
        <dsp:cNvPr id="0" name=""/>
        <dsp:cNvSpPr/>
      </dsp:nvSpPr>
      <dsp:spPr>
        <a:xfrm>
          <a:off x="0" y="5670629"/>
          <a:ext cx="6624736" cy="378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a:t>Elderly mobile units</a:t>
          </a:r>
          <a:endParaRPr lang="en-US" sz="1600" kern="1200"/>
        </a:p>
      </dsp:txBody>
      <dsp:txXfrm>
        <a:off x="0" y="5670629"/>
        <a:ext cx="6624736" cy="37804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5334-2A46-44DF-9803-9F5720E2EE81}">
      <dsp:nvSpPr>
        <dsp:cNvPr id="0" name=""/>
        <dsp:cNvSpPr/>
      </dsp:nvSpPr>
      <dsp:spPr>
        <a:xfrm>
          <a:off x="0" y="3348"/>
          <a:ext cx="5617088"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F56029-7577-4591-AE09-3D2DAEC18291}">
      <dsp:nvSpPr>
        <dsp:cNvPr id="0" name=""/>
        <dsp:cNvSpPr/>
      </dsp:nvSpPr>
      <dsp:spPr>
        <a:xfrm>
          <a:off x="0" y="3348"/>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u="sng" kern="1200" dirty="0">
              <a:solidFill>
                <a:srgbClr val="0070C0"/>
              </a:solidFill>
            </a:rPr>
            <a:t>The comprehensive disability center: </a:t>
          </a:r>
          <a:endParaRPr lang="en-US" sz="2400" kern="1200" dirty="0">
            <a:solidFill>
              <a:srgbClr val="0070C0"/>
            </a:solidFill>
          </a:endParaRPr>
        </a:p>
      </dsp:txBody>
      <dsp:txXfrm>
        <a:off x="0" y="3348"/>
        <a:ext cx="5617088" cy="622845"/>
      </dsp:txXfrm>
    </dsp:sp>
    <dsp:sp modelId="{F2B2527E-5EE6-4327-975F-89221D49021F}">
      <dsp:nvSpPr>
        <dsp:cNvPr id="0" name=""/>
        <dsp:cNvSpPr/>
      </dsp:nvSpPr>
      <dsp:spPr>
        <a:xfrm>
          <a:off x="0" y="626194"/>
          <a:ext cx="5617088" cy="0"/>
        </a:xfrm>
        <a:prstGeom prst="line">
          <a:avLst/>
        </a:prstGeom>
        <a:solidFill>
          <a:schemeClr val="accent2">
            <a:hueOff val="-734113"/>
            <a:satOff val="3239"/>
            <a:lumOff val="-549"/>
            <a:alphaOff val="0"/>
          </a:schemeClr>
        </a:solidFill>
        <a:ln w="15875" cap="flat" cmpd="sng" algn="ctr">
          <a:solidFill>
            <a:schemeClr val="accent2">
              <a:hueOff val="-734113"/>
              <a:satOff val="3239"/>
              <a:lumOff val="-54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A233F4-062D-44B7-9C94-1D47C6B4B5DD}">
      <dsp:nvSpPr>
        <dsp:cNvPr id="0" name=""/>
        <dsp:cNvSpPr/>
      </dsp:nvSpPr>
      <dsp:spPr>
        <a:xfrm>
          <a:off x="0" y="626194"/>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Provide all types of services under one roof. </a:t>
          </a:r>
        </a:p>
      </dsp:txBody>
      <dsp:txXfrm>
        <a:off x="0" y="626194"/>
        <a:ext cx="5617088" cy="622845"/>
      </dsp:txXfrm>
    </dsp:sp>
    <dsp:sp modelId="{DAC2A5FE-D5BC-4305-8C2E-79BAC0BE9B41}">
      <dsp:nvSpPr>
        <dsp:cNvPr id="0" name=""/>
        <dsp:cNvSpPr/>
      </dsp:nvSpPr>
      <dsp:spPr>
        <a:xfrm>
          <a:off x="0" y="1249040"/>
          <a:ext cx="5617088" cy="0"/>
        </a:xfrm>
        <a:prstGeom prst="line">
          <a:avLst/>
        </a:prstGeom>
        <a:solidFill>
          <a:schemeClr val="accent2">
            <a:hueOff val="-1468225"/>
            <a:satOff val="6479"/>
            <a:lumOff val="-1098"/>
            <a:alphaOff val="0"/>
          </a:schemeClr>
        </a:solidFill>
        <a:ln w="15875" cap="flat" cmpd="sng" algn="ctr">
          <a:solidFill>
            <a:schemeClr val="accent2">
              <a:hueOff val="-1468225"/>
              <a:satOff val="6479"/>
              <a:lumOff val="-109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DE4AFC-0DAB-44BB-995B-8F05418489B4}">
      <dsp:nvSpPr>
        <dsp:cNvPr id="0" name=""/>
        <dsp:cNvSpPr/>
      </dsp:nvSpPr>
      <dsp:spPr>
        <a:xfrm>
          <a:off x="0" y="1249040"/>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It has the following sections: </a:t>
          </a:r>
        </a:p>
      </dsp:txBody>
      <dsp:txXfrm>
        <a:off x="0" y="1249040"/>
        <a:ext cx="5617088" cy="622845"/>
      </dsp:txXfrm>
    </dsp:sp>
    <dsp:sp modelId="{A6182EBC-232D-4B63-A5E4-3D79FEF44358}">
      <dsp:nvSpPr>
        <dsp:cNvPr id="0" name=""/>
        <dsp:cNvSpPr/>
      </dsp:nvSpPr>
      <dsp:spPr>
        <a:xfrm>
          <a:off x="0" y="1871885"/>
          <a:ext cx="5617088" cy="0"/>
        </a:xfrm>
        <a:prstGeom prst="line">
          <a:avLst/>
        </a:prstGeom>
        <a:solidFill>
          <a:schemeClr val="accent2">
            <a:hueOff val="-2202338"/>
            <a:satOff val="9718"/>
            <a:lumOff val="-1647"/>
            <a:alphaOff val="0"/>
          </a:schemeClr>
        </a:solidFill>
        <a:ln w="15875" cap="flat" cmpd="sng" algn="ctr">
          <a:solidFill>
            <a:schemeClr val="accent2">
              <a:hueOff val="-2202338"/>
              <a:satOff val="9718"/>
              <a:lumOff val="-164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CF17DC-B59B-4CC2-ACD2-44CCAD802F03}">
      <dsp:nvSpPr>
        <dsp:cNvPr id="0" name=""/>
        <dsp:cNvSpPr/>
      </dsp:nvSpPr>
      <dsp:spPr>
        <a:xfrm>
          <a:off x="0" y="1871885"/>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Diagnosis and assessment center </a:t>
          </a:r>
        </a:p>
      </dsp:txBody>
      <dsp:txXfrm>
        <a:off x="0" y="1871885"/>
        <a:ext cx="5617088" cy="622845"/>
      </dsp:txXfrm>
    </dsp:sp>
    <dsp:sp modelId="{3F04BFD5-DC7B-40FA-99BA-58D73BD3DE0F}">
      <dsp:nvSpPr>
        <dsp:cNvPr id="0" name=""/>
        <dsp:cNvSpPr/>
      </dsp:nvSpPr>
      <dsp:spPr>
        <a:xfrm>
          <a:off x="0" y="2494731"/>
          <a:ext cx="5617088" cy="0"/>
        </a:xfrm>
        <a:prstGeom prst="line">
          <a:avLst/>
        </a:prstGeom>
        <a:solidFill>
          <a:schemeClr val="accent2">
            <a:hueOff val="-2936450"/>
            <a:satOff val="12957"/>
            <a:lumOff val="-2196"/>
            <a:alphaOff val="0"/>
          </a:schemeClr>
        </a:solidFill>
        <a:ln w="15875" cap="flat" cmpd="sng" algn="ctr">
          <a:solidFill>
            <a:schemeClr val="accent2">
              <a:hueOff val="-2936450"/>
              <a:satOff val="12957"/>
              <a:lumOff val="-219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2B7E43-519A-4F7D-A2DA-AC744E90BC97}">
      <dsp:nvSpPr>
        <dsp:cNvPr id="0" name=""/>
        <dsp:cNvSpPr/>
      </dsp:nvSpPr>
      <dsp:spPr>
        <a:xfrm>
          <a:off x="0" y="2494731"/>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Physiotherapy section </a:t>
          </a:r>
        </a:p>
      </dsp:txBody>
      <dsp:txXfrm>
        <a:off x="0" y="2494731"/>
        <a:ext cx="5617088" cy="622845"/>
      </dsp:txXfrm>
    </dsp:sp>
    <dsp:sp modelId="{EF4ED1F9-F47C-48F2-AA00-BCC72380FA24}">
      <dsp:nvSpPr>
        <dsp:cNvPr id="0" name=""/>
        <dsp:cNvSpPr/>
      </dsp:nvSpPr>
      <dsp:spPr>
        <a:xfrm>
          <a:off x="0" y="3117577"/>
          <a:ext cx="5617088" cy="0"/>
        </a:xfrm>
        <a:prstGeom prst="line">
          <a:avLst/>
        </a:prstGeom>
        <a:solidFill>
          <a:schemeClr val="accent2">
            <a:hueOff val="-3670562"/>
            <a:satOff val="16196"/>
            <a:lumOff val="-2745"/>
            <a:alphaOff val="0"/>
          </a:schemeClr>
        </a:solidFill>
        <a:ln w="15875" cap="flat" cmpd="sng" algn="ctr">
          <a:solidFill>
            <a:schemeClr val="accent2">
              <a:hueOff val="-3670562"/>
              <a:satOff val="16196"/>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4CAB7D-E38F-4217-B2B5-E22410F6A829}">
      <dsp:nvSpPr>
        <dsp:cNvPr id="0" name=""/>
        <dsp:cNvSpPr/>
      </dsp:nvSpPr>
      <dsp:spPr>
        <a:xfrm>
          <a:off x="0" y="3117577"/>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Psychological and family treatment section </a:t>
          </a:r>
        </a:p>
      </dsp:txBody>
      <dsp:txXfrm>
        <a:off x="0" y="3117577"/>
        <a:ext cx="5617088" cy="622845"/>
      </dsp:txXfrm>
    </dsp:sp>
    <dsp:sp modelId="{4B6C9D5A-A037-4960-B60D-490BC73E2E6F}">
      <dsp:nvSpPr>
        <dsp:cNvPr id="0" name=""/>
        <dsp:cNvSpPr/>
      </dsp:nvSpPr>
      <dsp:spPr>
        <a:xfrm>
          <a:off x="0" y="3740422"/>
          <a:ext cx="5617088" cy="0"/>
        </a:xfrm>
        <a:prstGeom prst="line">
          <a:avLst/>
        </a:prstGeom>
        <a:solidFill>
          <a:schemeClr val="accent2">
            <a:hueOff val="-4404675"/>
            <a:satOff val="19436"/>
            <a:lumOff val="-3294"/>
            <a:alphaOff val="0"/>
          </a:schemeClr>
        </a:solidFill>
        <a:ln w="15875" cap="flat" cmpd="sng" algn="ctr">
          <a:solidFill>
            <a:schemeClr val="accent2">
              <a:hueOff val="-4404675"/>
              <a:satOff val="19436"/>
              <a:lumOff val="-329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5A5455-1EE8-4CFC-8048-018AF12CD1F9}">
      <dsp:nvSpPr>
        <dsp:cNvPr id="0" name=""/>
        <dsp:cNvSpPr/>
      </dsp:nvSpPr>
      <dsp:spPr>
        <a:xfrm>
          <a:off x="0" y="3740422"/>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Multiple disability center (auditory and mental) </a:t>
          </a:r>
        </a:p>
      </dsp:txBody>
      <dsp:txXfrm>
        <a:off x="0" y="3740422"/>
        <a:ext cx="5617088" cy="622845"/>
      </dsp:txXfrm>
    </dsp:sp>
    <dsp:sp modelId="{DBFF333B-F162-4111-B439-408FE86E3C28}">
      <dsp:nvSpPr>
        <dsp:cNvPr id="0" name=""/>
        <dsp:cNvSpPr/>
      </dsp:nvSpPr>
      <dsp:spPr>
        <a:xfrm>
          <a:off x="0" y="4363268"/>
          <a:ext cx="5617088" cy="0"/>
        </a:xfrm>
        <a:prstGeom prst="line">
          <a:avLst/>
        </a:prstGeom>
        <a:solidFill>
          <a:schemeClr val="accent2">
            <a:hueOff val="-5138787"/>
            <a:satOff val="22675"/>
            <a:lumOff val="-3843"/>
            <a:alphaOff val="0"/>
          </a:schemeClr>
        </a:solidFill>
        <a:ln w="15875" cap="flat" cmpd="sng" algn="ctr">
          <a:solidFill>
            <a:schemeClr val="accent2">
              <a:hueOff val="-5138787"/>
              <a:satOff val="22675"/>
              <a:lumOff val="-384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D14F4D-0CE7-4DBD-9798-ECF2F2781092}">
      <dsp:nvSpPr>
        <dsp:cNvPr id="0" name=""/>
        <dsp:cNvSpPr/>
      </dsp:nvSpPr>
      <dsp:spPr>
        <a:xfrm>
          <a:off x="0" y="4363268"/>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Cerebral palsy center </a:t>
          </a:r>
        </a:p>
      </dsp:txBody>
      <dsp:txXfrm>
        <a:off x="0" y="4363268"/>
        <a:ext cx="5617088" cy="622845"/>
      </dsp:txXfrm>
    </dsp:sp>
    <dsp:sp modelId="{4CB105E3-8EAE-4AA7-A5E6-BCD94DF680ED}">
      <dsp:nvSpPr>
        <dsp:cNvPr id="0" name=""/>
        <dsp:cNvSpPr/>
      </dsp:nvSpPr>
      <dsp:spPr>
        <a:xfrm>
          <a:off x="0" y="4986114"/>
          <a:ext cx="5617088" cy="0"/>
        </a:xfrm>
        <a:prstGeom prst="line">
          <a:avLst/>
        </a:prstGeom>
        <a:solidFill>
          <a:schemeClr val="accent2">
            <a:hueOff val="-5872900"/>
            <a:satOff val="25914"/>
            <a:lumOff val="-4392"/>
            <a:alphaOff val="0"/>
          </a:schemeClr>
        </a:solidFill>
        <a:ln w="15875" cap="flat" cmpd="sng" algn="ctr">
          <a:solidFill>
            <a:schemeClr val="accent2">
              <a:hueOff val="-5872900"/>
              <a:satOff val="25914"/>
              <a:lumOff val="-439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BE6DB5-7D62-4C25-A640-DE83645ED4DE}">
      <dsp:nvSpPr>
        <dsp:cNvPr id="0" name=""/>
        <dsp:cNvSpPr/>
      </dsp:nvSpPr>
      <dsp:spPr>
        <a:xfrm>
          <a:off x="0" y="4986114"/>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Education and training center </a:t>
          </a:r>
        </a:p>
      </dsp:txBody>
      <dsp:txXfrm>
        <a:off x="0" y="4986114"/>
        <a:ext cx="5617088" cy="622845"/>
      </dsp:txXfrm>
    </dsp:sp>
    <dsp:sp modelId="{60D3B63F-4DEA-4978-A191-D46459EC821E}">
      <dsp:nvSpPr>
        <dsp:cNvPr id="0" name=""/>
        <dsp:cNvSpPr/>
      </dsp:nvSpPr>
      <dsp:spPr>
        <a:xfrm>
          <a:off x="0" y="5608959"/>
          <a:ext cx="5617088" cy="0"/>
        </a:xfrm>
        <a:prstGeom prst="line">
          <a:avLst/>
        </a:prstGeom>
        <a:solidFill>
          <a:schemeClr val="accent2">
            <a:hueOff val="-6607012"/>
            <a:satOff val="29154"/>
            <a:lumOff val="-4941"/>
            <a:alphaOff val="0"/>
          </a:schemeClr>
        </a:solidFill>
        <a:ln w="15875" cap="flat" cmpd="sng" algn="ctr">
          <a:solidFill>
            <a:schemeClr val="accent2">
              <a:hueOff val="-6607012"/>
              <a:satOff val="29154"/>
              <a:lumOff val="-494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BB3B64-ADA1-49A4-AA25-D93C8BBDCFF4}">
      <dsp:nvSpPr>
        <dsp:cNvPr id="0" name=""/>
        <dsp:cNvSpPr/>
      </dsp:nvSpPr>
      <dsp:spPr>
        <a:xfrm>
          <a:off x="0" y="5608959"/>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Exhibition center for disabled products and equipment related to disability </a:t>
          </a:r>
        </a:p>
      </dsp:txBody>
      <dsp:txXfrm>
        <a:off x="0" y="5608959"/>
        <a:ext cx="5617088" cy="622845"/>
      </dsp:txXfrm>
    </dsp:sp>
    <dsp:sp modelId="{8D44F13C-1856-4AC7-A452-5A998DD9D42C}">
      <dsp:nvSpPr>
        <dsp:cNvPr id="0" name=""/>
        <dsp:cNvSpPr/>
      </dsp:nvSpPr>
      <dsp:spPr>
        <a:xfrm>
          <a:off x="0" y="6231805"/>
          <a:ext cx="5617088" cy="0"/>
        </a:xfrm>
        <a:prstGeom prst="line">
          <a:avLst/>
        </a:prstGeom>
        <a:solidFill>
          <a:schemeClr val="accent2">
            <a:hueOff val="-7341125"/>
            <a:satOff val="32393"/>
            <a:lumOff val="-5490"/>
            <a:alphaOff val="0"/>
          </a:schemeClr>
        </a:solidFill>
        <a:ln w="15875" cap="flat" cmpd="sng" algn="ctr">
          <a:solidFill>
            <a:schemeClr val="accent2">
              <a:hueOff val="-7341125"/>
              <a:satOff val="32393"/>
              <a:lumOff val="-54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B8D0D7-DE15-4D85-B7B9-AE87B4EB9C7F}">
      <dsp:nvSpPr>
        <dsp:cNvPr id="0" name=""/>
        <dsp:cNvSpPr/>
      </dsp:nvSpPr>
      <dsp:spPr>
        <a:xfrm>
          <a:off x="0" y="6231805"/>
          <a:ext cx="5617088" cy="622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Medical clinic and laboratory </a:t>
          </a:r>
        </a:p>
      </dsp:txBody>
      <dsp:txXfrm>
        <a:off x="0" y="6231805"/>
        <a:ext cx="5617088" cy="6228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6FD413-4B33-4628-8CD6-757DEDE646C0}">
      <dsp:nvSpPr>
        <dsp:cNvPr id="0" name=""/>
        <dsp:cNvSpPr/>
      </dsp:nvSpPr>
      <dsp:spPr>
        <a:xfrm>
          <a:off x="0" y="29766"/>
          <a:ext cx="2464593" cy="1478756"/>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a:t>Started in 1979 </a:t>
          </a:r>
          <a:endParaRPr lang="en-US" sz="2400" kern="1200"/>
        </a:p>
      </dsp:txBody>
      <dsp:txXfrm>
        <a:off x="0" y="29766"/>
        <a:ext cx="2464593" cy="1478756"/>
      </dsp:txXfrm>
    </dsp:sp>
    <dsp:sp modelId="{40ABD8BF-588B-455C-AFB7-3ECD494FC1BC}">
      <dsp:nvSpPr>
        <dsp:cNvPr id="0" name=""/>
        <dsp:cNvSpPr/>
      </dsp:nvSpPr>
      <dsp:spPr>
        <a:xfrm>
          <a:off x="2711053" y="29766"/>
          <a:ext cx="2464593" cy="1478756"/>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a:t>The national institution for disabled services (1992) </a:t>
          </a:r>
          <a:endParaRPr lang="en-US" sz="2400" kern="1200"/>
        </a:p>
      </dsp:txBody>
      <dsp:txXfrm>
        <a:off x="2711053" y="29766"/>
        <a:ext cx="2464593" cy="1478756"/>
      </dsp:txXfrm>
    </dsp:sp>
    <dsp:sp modelId="{D423E6A3-61B0-48CD-8DCF-2847089462D6}">
      <dsp:nvSpPr>
        <dsp:cNvPr id="0" name=""/>
        <dsp:cNvSpPr/>
      </dsp:nvSpPr>
      <dsp:spPr>
        <a:xfrm>
          <a:off x="5422106" y="29766"/>
          <a:ext cx="2464593" cy="1478756"/>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a:t>Operates: car parking, agricultural center for disabled </a:t>
          </a:r>
          <a:endParaRPr lang="en-US" sz="2400" kern="1200"/>
        </a:p>
      </dsp:txBody>
      <dsp:txXfrm>
        <a:off x="5422106" y="29766"/>
        <a:ext cx="2464593" cy="1478756"/>
      </dsp:txXfrm>
    </dsp:sp>
    <dsp:sp modelId="{39A4272A-1154-461D-BAD0-BE509B22A12F}">
      <dsp:nvSpPr>
        <dsp:cNvPr id="0" name=""/>
        <dsp:cNvSpPr/>
      </dsp:nvSpPr>
      <dsp:spPr>
        <a:xfrm>
          <a:off x="0" y="1754981"/>
          <a:ext cx="2464593" cy="1478756"/>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a:t>Annual financial aids to all related centers and societies</a:t>
          </a:r>
          <a:endParaRPr lang="en-US" sz="2400" kern="1200"/>
        </a:p>
      </dsp:txBody>
      <dsp:txXfrm>
        <a:off x="0" y="1754981"/>
        <a:ext cx="2464593" cy="1478756"/>
      </dsp:txXfrm>
    </dsp:sp>
    <dsp:sp modelId="{C9AFEAE6-8994-4D5D-A6D5-C8BAA6C75020}">
      <dsp:nvSpPr>
        <dsp:cNvPr id="0" name=""/>
        <dsp:cNvSpPr/>
      </dsp:nvSpPr>
      <dsp:spPr>
        <a:xfrm>
          <a:off x="2711053" y="1754981"/>
          <a:ext cx="2464593" cy="1478756"/>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a:t>Training workshops. </a:t>
          </a:r>
          <a:endParaRPr lang="en-US" sz="2400" kern="1200"/>
        </a:p>
      </dsp:txBody>
      <dsp:txXfrm>
        <a:off x="2711053" y="1754981"/>
        <a:ext cx="2464593" cy="1478756"/>
      </dsp:txXfrm>
    </dsp:sp>
    <dsp:sp modelId="{93F1E8DB-350E-4EED-8189-FEDFB2C07FED}">
      <dsp:nvSpPr>
        <dsp:cNvPr id="0" name=""/>
        <dsp:cNvSpPr/>
      </dsp:nvSpPr>
      <dsp:spPr>
        <a:xfrm>
          <a:off x="5422106" y="1754981"/>
          <a:ext cx="2464593" cy="1478756"/>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a:t>There are 14 NGO’s and 14 nongovernmental centers </a:t>
          </a:r>
          <a:endParaRPr lang="en-US" sz="2400" kern="1200"/>
        </a:p>
      </dsp:txBody>
      <dsp:txXfrm>
        <a:off x="5422106" y="1754981"/>
        <a:ext cx="2464593" cy="147875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6EA2D1-393F-4C3A-92DE-D0F3DC212099}">
      <dsp:nvSpPr>
        <dsp:cNvPr id="0" name=""/>
        <dsp:cNvSpPr/>
      </dsp:nvSpPr>
      <dsp:spPr>
        <a:xfrm>
          <a:off x="0" y="34651"/>
          <a:ext cx="5904656" cy="11571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The council provides annual financial aid for the Bahraini Union for disabled sports which was formed in1987. </a:t>
          </a:r>
        </a:p>
      </dsp:txBody>
      <dsp:txXfrm>
        <a:off x="56486" y="91137"/>
        <a:ext cx="5791684" cy="1044158"/>
      </dsp:txXfrm>
    </dsp:sp>
    <dsp:sp modelId="{81332BDB-7088-47AD-A221-0824FF5D0B43}">
      <dsp:nvSpPr>
        <dsp:cNvPr id="0" name=""/>
        <dsp:cNvSpPr/>
      </dsp:nvSpPr>
      <dsp:spPr>
        <a:xfrm>
          <a:off x="0" y="1258022"/>
          <a:ext cx="5904656" cy="11571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The union is responsible for organizing competitions locally and participating in regional and international ones. </a:t>
          </a:r>
        </a:p>
      </dsp:txBody>
      <dsp:txXfrm>
        <a:off x="56486" y="1314508"/>
        <a:ext cx="5791684" cy="1044158"/>
      </dsp:txXfrm>
    </dsp:sp>
    <dsp:sp modelId="{999ADD3C-1530-409A-98B5-FFE24CEA8333}">
      <dsp:nvSpPr>
        <dsp:cNvPr id="0" name=""/>
        <dsp:cNvSpPr/>
      </dsp:nvSpPr>
      <dsp:spPr>
        <a:xfrm>
          <a:off x="0" y="2481392"/>
          <a:ext cx="5904656" cy="11571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Training specialists in the field of disabled sports. </a:t>
          </a:r>
        </a:p>
      </dsp:txBody>
      <dsp:txXfrm>
        <a:off x="56486" y="2537878"/>
        <a:ext cx="5791684" cy="1044158"/>
      </dsp:txXfrm>
    </dsp:sp>
    <dsp:sp modelId="{3286033D-6435-445B-8E2D-63BC0DB14A02}">
      <dsp:nvSpPr>
        <dsp:cNvPr id="0" name=""/>
        <dsp:cNvSpPr/>
      </dsp:nvSpPr>
      <dsp:spPr>
        <a:xfrm>
          <a:off x="0" y="3704762"/>
          <a:ext cx="5904656" cy="11571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Exchange programs with the Mobility International USA (MIUSA) </a:t>
          </a:r>
        </a:p>
      </dsp:txBody>
      <dsp:txXfrm>
        <a:off x="56486" y="3761248"/>
        <a:ext cx="5791684" cy="104415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504C4-090E-4434-BFED-28FC35BF88C4}">
      <dsp:nvSpPr>
        <dsp:cNvPr id="0" name=""/>
        <dsp:cNvSpPr/>
      </dsp:nvSpPr>
      <dsp:spPr>
        <a:xfrm>
          <a:off x="0" y="686326"/>
          <a:ext cx="2655294" cy="1593176"/>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Child development unit in SMC. </a:t>
          </a:r>
        </a:p>
      </dsp:txBody>
      <dsp:txXfrm>
        <a:off x="0" y="686326"/>
        <a:ext cx="2655294" cy="1593176"/>
      </dsp:txXfrm>
    </dsp:sp>
    <dsp:sp modelId="{CF7B093A-5C60-432A-BBF3-6A4C525852C0}">
      <dsp:nvSpPr>
        <dsp:cNvPr id="0" name=""/>
        <dsp:cNvSpPr/>
      </dsp:nvSpPr>
      <dsp:spPr>
        <a:xfrm>
          <a:off x="2920824" y="686326"/>
          <a:ext cx="2655294" cy="1593176"/>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Specialized clinics in secondary care </a:t>
          </a:r>
        </a:p>
      </dsp:txBody>
      <dsp:txXfrm>
        <a:off x="2920824" y="686326"/>
        <a:ext cx="2655294" cy="1593176"/>
      </dsp:txXfrm>
    </dsp:sp>
    <dsp:sp modelId="{33994270-5632-4E87-94DF-C0A4300E2B0A}">
      <dsp:nvSpPr>
        <dsp:cNvPr id="0" name=""/>
        <dsp:cNvSpPr/>
      </dsp:nvSpPr>
      <dsp:spPr>
        <a:xfrm>
          <a:off x="5841648" y="686326"/>
          <a:ext cx="2655294" cy="1593176"/>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Child and adolescent unit in the psychiatric hospital </a:t>
          </a:r>
        </a:p>
      </dsp:txBody>
      <dsp:txXfrm>
        <a:off x="5841648" y="686326"/>
        <a:ext cx="2655294" cy="1593176"/>
      </dsp:txXfrm>
    </dsp:sp>
    <dsp:sp modelId="{B81BAE71-3547-49B1-A070-17BF726678B7}">
      <dsp:nvSpPr>
        <dsp:cNvPr id="0" name=""/>
        <dsp:cNvSpPr/>
      </dsp:nvSpPr>
      <dsp:spPr>
        <a:xfrm>
          <a:off x="0" y="2545032"/>
          <a:ext cx="2655294" cy="1593176"/>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Physiotherapy and occupational therapy. </a:t>
          </a:r>
        </a:p>
      </dsp:txBody>
      <dsp:txXfrm>
        <a:off x="0" y="2545032"/>
        <a:ext cx="2655294" cy="1593176"/>
      </dsp:txXfrm>
    </dsp:sp>
    <dsp:sp modelId="{C101641C-3D63-4221-A6B3-5808B54DE143}">
      <dsp:nvSpPr>
        <dsp:cNvPr id="0" name=""/>
        <dsp:cNvSpPr/>
      </dsp:nvSpPr>
      <dsp:spPr>
        <a:xfrm>
          <a:off x="2920824" y="2545032"/>
          <a:ext cx="2655294" cy="1593176"/>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Speech therapy unit. </a:t>
          </a:r>
        </a:p>
      </dsp:txBody>
      <dsp:txXfrm>
        <a:off x="2920824" y="2545032"/>
        <a:ext cx="2655294" cy="1593176"/>
      </dsp:txXfrm>
    </dsp:sp>
    <dsp:sp modelId="{03774A4F-6A8B-4083-8227-3E243016C318}">
      <dsp:nvSpPr>
        <dsp:cNvPr id="0" name=""/>
        <dsp:cNvSpPr/>
      </dsp:nvSpPr>
      <dsp:spPr>
        <a:xfrm>
          <a:off x="5841648" y="2545032"/>
          <a:ext cx="2655294" cy="1593176"/>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Cochlear implant program. </a:t>
          </a:r>
        </a:p>
      </dsp:txBody>
      <dsp:txXfrm>
        <a:off x="5841648" y="2545032"/>
        <a:ext cx="2655294" cy="159317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BF6B3F-3D66-802B-0AB5-77180320E34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rtl="1" eaLnBrk="1" hangingPunct="1">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3E9C1EBC-6003-FE91-E1D1-CC691637F7CB}"/>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rtl="1" eaLnBrk="1" hangingPunct="1">
              <a:defRPr sz="1200">
                <a:latin typeface="Arial" charset="0"/>
                <a:cs typeface="Arial" charset="0"/>
              </a:defRPr>
            </a:lvl1pPr>
          </a:lstStyle>
          <a:p>
            <a:pPr>
              <a:defRPr/>
            </a:pPr>
            <a:fld id="{1CC4F3C8-D90D-47C3-A33F-ACA371F44805}" type="datetimeFigureOut">
              <a:rPr lang="en-US"/>
              <a:pPr>
                <a:defRPr/>
              </a:pPr>
              <a:t>9/7/2026</a:t>
            </a:fld>
            <a:endParaRPr lang="en-US"/>
          </a:p>
        </p:txBody>
      </p:sp>
      <p:sp>
        <p:nvSpPr>
          <p:cNvPr id="4" name="Slide Image Placeholder 3">
            <a:extLst>
              <a:ext uri="{FF2B5EF4-FFF2-40B4-BE49-F238E27FC236}">
                <a16:creationId xmlns:a16="http://schemas.microsoft.com/office/drawing/2014/main" id="{C91FCA7D-80FD-C0E0-E359-338715F0D824}"/>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496FED7-B2D6-A653-8243-1702D9512FDF}"/>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E5922E00-D70D-E1A0-4B5F-DCC51147087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1" eaLnBrk="1" hangingPunct="1">
              <a:defRPr sz="1200">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2776158D-C6EB-1599-5C6B-834120671A7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rtl="1" eaLnBrk="1" hangingPunct="1">
              <a:defRPr sz="1200" smtClean="0"/>
            </a:lvl1pPr>
          </a:lstStyle>
          <a:p>
            <a:pPr>
              <a:defRPr/>
            </a:pPr>
            <a:fld id="{563F96A2-A688-46ED-8AE7-D76AEDF64D5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3</a:t>
            </a:fld>
            <a:endParaRPr lang="en-US" altLang="en-US"/>
          </a:p>
        </p:txBody>
      </p:sp>
    </p:spTree>
    <p:extLst>
      <p:ext uri="{BB962C8B-B14F-4D97-AF65-F5344CB8AC3E}">
        <p14:creationId xmlns:p14="http://schemas.microsoft.com/office/powerpoint/2010/main" val="1891561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4</a:t>
            </a:fld>
            <a:endParaRPr lang="en-US" altLang="en-US"/>
          </a:p>
        </p:txBody>
      </p:sp>
    </p:spTree>
    <p:extLst>
      <p:ext uri="{BB962C8B-B14F-4D97-AF65-F5344CB8AC3E}">
        <p14:creationId xmlns:p14="http://schemas.microsoft.com/office/powerpoint/2010/main" val="2643483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40F76-3F07-AEE4-BDBD-88E31B774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A6BC3-BF62-8F73-7838-44204D5DA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38C8C-AF6D-6D46-EEFE-C0B37A804106}"/>
              </a:ext>
            </a:extLst>
          </p:cNvPr>
          <p:cNvSpPr>
            <a:spLocks noGrp="1"/>
          </p:cNvSpPr>
          <p:nvPr>
            <p:ph type="body" idx="1"/>
          </p:nvPr>
        </p:nvSpPr>
        <p:spPr/>
        <p:txBody>
          <a:bodyPr>
            <a:normAutofit fontScale="47500" lnSpcReduction="20000"/>
          </a:bodyPr>
          <a:lstStyle/>
          <a:p>
            <a:endParaRPr lang="en-US" dirty="0"/>
          </a:p>
        </p:txBody>
      </p:sp>
      <p:sp>
        <p:nvSpPr>
          <p:cNvPr id="4" name="Slide Number Placeholder 3">
            <a:extLst>
              <a:ext uri="{FF2B5EF4-FFF2-40B4-BE49-F238E27FC236}">
                <a16:creationId xmlns:a16="http://schemas.microsoft.com/office/drawing/2014/main" id="{FDB91C35-E8DE-34FB-DFA3-CEB4F4CDB170}"/>
              </a:ext>
            </a:extLst>
          </p:cNvPr>
          <p:cNvSpPr>
            <a:spLocks noGrp="1"/>
          </p:cNvSpPr>
          <p:nvPr>
            <p:ph type="sldNum" sz="quarter" idx="5"/>
          </p:nvPr>
        </p:nvSpPr>
        <p:spPr/>
        <p:txBody>
          <a:bodyPr/>
          <a:lstStyle/>
          <a:p>
            <a:pPr>
              <a:defRPr/>
            </a:pPr>
            <a:fld id="{563F96A2-A688-46ED-8AE7-D76AEDF64D5E}" type="slidenum">
              <a:rPr lang="en-US" altLang="en-US" smtClean="0"/>
              <a:pPr>
                <a:defRPr/>
              </a:pPr>
              <a:t>5</a:t>
            </a:fld>
            <a:endParaRPr lang="en-US" altLang="en-US"/>
          </a:p>
        </p:txBody>
      </p:sp>
    </p:spTree>
    <p:extLst>
      <p:ext uri="{BB962C8B-B14F-4D97-AF65-F5344CB8AC3E}">
        <p14:creationId xmlns:p14="http://schemas.microsoft.com/office/powerpoint/2010/main" val="2555279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6</a:t>
            </a:fld>
            <a:endParaRPr lang="en-US" altLang="en-US"/>
          </a:p>
        </p:txBody>
      </p:sp>
    </p:spTree>
    <p:extLst>
      <p:ext uri="{BB962C8B-B14F-4D97-AF65-F5344CB8AC3E}">
        <p14:creationId xmlns:p14="http://schemas.microsoft.com/office/powerpoint/2010/main" val="174905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7</a:t>
            </a:fld>
            <a:endParaRPr lang="en-US" altLang="en-US"/>
          </a:p>
        </p:txBody>
      </p:sp>
    </p:spTree>
    <p:extLst>
      <p:ext uri="{BB962C8B-B14F-4D97-AF65-F5344CB8AC3E}">
        <p14:creationId xmlns:p14="http://schemas.microsoft.com/office/powerpoint/2010/main" val="175681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8</a:t>
            </a:fld>
            <a:endParaRPr lang="en-US" altLang="en-US"/>
          </a:p>
        </p:txBody>
      </p:sp>
    </p:spTree>
    <p:extLst>
      <p:ext uri="{BB962C8B-B14F-4D97-AF65-F5344CB8AC3E}">
        <p14:creationId xmlns:p14="http://schemas.microsoft.com/office/powerpoint/2010/main" val="2912917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9</a:t>
            </a:fld>
            <a:endParaRPr lang="en-US" altLang="en-US"/>
          </a:p>
        </p:txBody>
      </p:sp>
    </p:spTree>
    <p:extLst>
      <p:ext uri="{BB962C8B-B14F-4D97-AF65-F5344CB8AC3E}">
        <p14:creationId xmlns:p14="http://schemas.microsoft.com/office/powerpoint/2010/main" val="1167108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49DB4-60CE-8970-3E87-C742B3A74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0D33D-65C9-96AC-8340-E7DF4BCE9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875CB-3745-209C-3751-54F34AFADCD3}"/>
              </a:ext>
            </a:extLst>
          </p:cNvPr>
          <p:cNvSpPr>
            <a:spLocks noGrp="1"/>
          </p:cNvSpPr>
          <p:nvPr>
            <p:ph type="body" idx="1"/>
          </p:nvPr>
        </p:nvSpPr>
        <p:spPr/>
        <p:txBody>
          <a:bodyPr>
            <a:normAutofit fontScale="40000" lnSpcReduction="20000"/>
          </a:bodyPr>
          <a:lstStyle/>
          <a:p>
            <a:endParaRPr lang="en-US" dirty="0"/>
          </a:p>
        </p:txBody>
      </p:sp>
      <p:sp>
        <p:nvSpPr>
          <p:cNvPr id="4" name="Slide Number Placeholder 3">
            <a:extLst>
              <a:ext uri="{FF2B5EF4-FFF2-40B4-BE49-F238E27FC236}">
                <a16:creationId xmlns:a16="http://schemas.microsoft.com/office/drawing/2014/main" id="{7BBC8459-AA75-40D1-D014-2B33AF7F86D6}"/>
              </a:ext>
            </a:extLst>
          </p:cNvPr>
          <p:cNvSpPr>
            <a:spLocks noGrp="1"/>
          </p:cNvSpPr>
          <p:nvPr>
            <p:ph type="sldNum" sz="quarter" idx="5"/>
          </p:nvPr>
        </p:nvSpPr>
        <p:spPr/>
        <p:txBody>
          <a:bodyPr/>
          <a:lstStyle/>
          <a:p>
            <a:pPr>
              <a:defRPr/>
            </a:pPr>
            <a:fld id="{563F96A2-A688-46ED-8AE7-D76AEDF64D5E}" type="slidenum">
              <a:rPr lang="en-US" altLang="en-US" smtClean="0"/>
              <a:pPr>
                <a:defRPr/>
              </a:pPr>
              <a:t>10</a:t>
            </a:fld>
            <a:endParaRPr lang="en-US" altLang="en-US"/>
          </a:p>
        </p:txBody>
      </p:sp>
    </p:spTree>
    <p:extLst>
      <p:ext uri="{BB962C8B-B14F-4D97-AF65-F5344CB8AC3E}">
        <p14:creationId xmlns:p14="http://schemas.microsoft.com/office/powerpoint/2010/main" val="1874177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11</a:t>
            </a:fld>
            <a:endParaRPr lang="en-US" altLang="en-US"/>
          </a:p>
        </p:txBody>
      </p:sp>
    </p:spTree>
    <p:extLst>
      <p:ext uri="{BB962C8B-B14F-4D97-AF65-F5344CB8AC3E}">
        <p14:creationId xmlns:p14="http://schemas.microsoft.com/office/powerpoint/2010/main" val="2231075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algn="r" rtl="1"/>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12</a:t>
            </a:fld>
            <a:endParaRPr lang="en-US" altLang="en-US"/>
          </a:p>
        </p:txBody>
      </p:sp>
    </p:spTree>
    <p:extLst>
      <p:ext uri="{BB962C8B-B14F-4D97-AF65-F5344CB8AC3E}">
        <p14:creationId xmlns:p14="http://schemas.microsoft.com/office/powerpoint/2010/main" val="3569657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13</a:t>
            </a:fld>
            <a:endParaRPr lang="en-US" altLang="en-US"/>
          </a:p>
        </p:txBody>
      </p:sp>
    </p:spTree>
    <p:extLst>
      <p:ext uri="{BB962C8B-B14F-4D97-AF65-F5344CB8AC3E}">
        <p14:creationId xmlns:p14="http://schemas.microsoft.com/office/powerpoint/2010/main" val="2918446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14</a:t>
            </a:fld>
            <a:endParaRPr lang="en-US" altLang="en-US"/>
          </a:p>
        </p:txBody>
      </p:sp>
    </p:spTree>
    <p:extLst>
      <p:ext uri="{BB962C8B-B14F-4D97-AF65-F5344CB8AC3E}">
        <p14:creationId xmlns:p14="http://schemas.microsoft.com/office/powerpoint/2010/main" val="3781687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15</a:t>
            </a:fld>
            <a:endParaRPr lang="en-US" altLang="en-US"/>
          </a:p>
        </p:txBody>
      </p:sp>
    </p:spTree>
    <p:extLst>
      <p:ext uri="{BB962C8B-B14F-4D97-AF65-F5344CB8AC3E}">
        <p14:creationId xmlns:p14="http://schemas.microsoft.com/office/powerpoint/2010/main" val="1681220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63F96A2-A688-46ED-8AE7-D76AEDF64D5E}" type="slidenum">
              <a:rPr lang="en-US" altLang="en-US" smtClean="0"/>
              <a:pPr>
                <a:defRPr/>
              </a:pPr>
              <a:t>30</a:t>
            </a:fld>
            <a:endParaRPr lang="en-US" altLang="en-US"/>
          </a:p>
        </p:txBody>
      </p:sp>
    </p:spTree>
    <p:extLst>
      <p:ext uri="{BB962C8B-B14F-4D97-AF65-F5344CB8AC3E}">
        <p14:creationId xmlns:p14="http://schemas.microsoft.com/office/powerpoint/2010/main" val="1818834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01BBFA-6E88-4B4F-90F6-A62102B6AEE9}" type="slidenum">
              <a:rPr lang="en-US" smtClean="0"/>
              <a:t>50</a:t>
            </a:fld>
            <a:endParaRPr lang="en-US"/>
          </a:p>
        </p:txBody>
      </p:sp>
    </p:spTree>
    <p:extLst>
      <p:ext uri="{BB962C8B-B14F-4D97-AF65-F5344CB8AC3E}">
        <p14:creationId xmlns:p14="http://schemas.microsoft.com/office/powerpoint/2010/main" val="20947784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04785AFF-C24C-B2BD-5237-1A619E1A57B7}"/>
              </a:ext>
            </a:extLst>
          </p:cNvPr>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 name="Line 8">
            <a:extLst>
              <a:ext uri="{FF2B5EF4-FFF2-40B4-BE49-F238E27FC236}">
                <a16:creationId xmlns:a16="http://schemas.microsoft.com/office/drawing/2014/main" id="{C4D7C02E-6D98-FDB7-F130-270497BC26DC}"/>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4" name="Picture 3">
            <a:extLst>
              <a:ext uri="{FF2B5EF4-FFF2-40B4-BE49-F238E27FC236}">
                <a16:creationId xmlns:a16="http://schemas.microsoft.com/office/drawing/2014/main" id="{06A282F3-C52C-7B78-64ED-0D0AF8593A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152400"/>
            <a:ext cx="83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C89A657E-92E6-4587-4C10-D44E2607E7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8600"/>
            <a:ext cx="83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9219"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6" name="Rectangle 4">
            <a:extLst>
              <a:ext uri="{FF2B5EF4-FFF2-40B4-BE49-F238E27FC236}">
                <a16:creationId xmlns:a16="http://schemas.microsoft.com/office/drawing/2014/main" id="{AB240301-A1BA-2E28-344B-13448D3ECFA6}"/>
              </a:ext>
            </a:extLst>
          </p:cNvPr>
          <p:cNvSpPr>
            <a:spLocks noGrp="1" noChangeArrowheads="1"/>
          </p:cNvSpPr>
          <p:nvPr>
            <p:ph type="dt" sz="half" idx="10"/>
          </p:nvPr>
        </p:nvSpPr>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5080CF02-B87F-4CB9-EDD9-32E9073E577D}"/>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0C2B4DA7-C8FB-7B09-DB9F-C3B6C9E4B83D}"/>
              </a:ext>
            </a:extLst>
          </p:cNvPr>
          <p:cNvSpPr>
            <a:spLocks noGrp="1" noChangeArrowheads="1"/>
          </p:cNvSpPr>
          <p:nvPr>
            <p:ph type="sldNum" sz="quarter" idx="12"/>
          </p:nvPr>
        </p:nvSpPr>
        <p:spPr/>
        <p:txBody>
          <a:bodyPr/>
          <a:lstStyle>
            <a:lvl1pPr>
              <a:defRPr smtClean="0"/>
            </a:lvl1pPr>
          </a:lstStyle>
          <a:p>
            <a:pPr>
              <a:defRPr/>
            </a:pPr>
            <a:fld id="{BDD41BD9-EFD9-4F21-98E4-2A96D21A52FE}" type="slidenum">
              <a:rPr lang="ar-SA" altLang="en-US"/>
              <a:pPr>
                <a:defRPr/>
              </a:pPr>
              <a:t>‹#›</a:t>
            </a:fld>
            <a:endParaRPr lang="en-US" altLang="en-US"/>
          </a:p>
        </p:txBody>
      </p:sp>
    </p:spTree>
    <p:extLst>
      <p:ext uri="{BB962C8B-B14F-4D97-AF65-F5344CB8AC3E}">
        <p14:creationId xmlns:p14="http://schemas.microsoft.com/office/powerpoint/2010/main" val="7959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46B9ED3-D887-C115-5E1A-918357612AB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DAB4A39-E5A9-6629-79D8-E36C1670D35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7E0291A-997A-689C-D810-85A143441A65}"/>
              </a:ext>
            </a:extLst>
          </p:cNvPr>
          <p:cNvSpPr>
            <a:spLocks noGrp="1" noChangeArrowheads="1"/>
          </p:cNvSpPr>
          <p:nvPr>
            <p:ph type="sldNum" sz="quarter" idx="12"/>
          </p:nvPr>
        </p:nvSpPr>
        <p:spPr>
          <a:ln/>
        </p:spPr>
        <p:txBody>
          <a:bodyPr/>
          <a:lstStyle>
            <a:lvl1pPr>
              <a:defRPr/>
            </a:lvl1pPr>
          </a:lstStyle>
          <a:p>
            <a:pPr>
              <a:defRPr/>
            </a:pPr>
            <a:fld id="{0E1C8AD0-3E3D-471C-833C-0916894BC9CE}" type="slidenum">
              <a:rPr lang="ar-SA" altLang="en-US"/>
              <a:pPr>
                <a:defRPr/>
              </a:pPr>
              <a:t>‹#›</a:t>
            </a:fld>
            <a:endParaRPr lang="en-US" altLang="en-US"/>
          </a:p>
        </p:txBody>
      </p:sp>
    </p:spTree>
    <p:extLst>
      <p:ext uri="{BB962C8B-B14F-4D97-AF65-F5344CB8AC3E}">
        <p14:creationId xmlns:p14="http://schemas.microsoft.com/office/powerpoint/2010/main" val="2804298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D9BA63D-4E8E-12B0-022B-B174FA72F1B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F5E4F4D-344D-7818-2CFE-8E04DB52D37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86A7247-27D7-C444-A088-2E6B03A0BBB7}"/>
              </a:ext>
            </a:extLst>
          </p:cNvPr>
          <p:cNvSpPr>
            <a:spLocks noGrp="1" noChangeArrowheads="1"/>
          </p:cNvSpPr>
          <p:nvPr>
            <p:ph type="sldNum" sz="quarter" idx="12"/>
          </p:nvPr>
        </p:nvSpPr>
        <p:spPr>
          <a:ln/>
        </p:spPr>
        <p:txBody>
          <a:bodyPr/>
          <a:lstStyle>
            <a:lvl1pPr>
              <a:defRPr/>
            </a:lvl1pPr>
          </a:lstStyle>
          <a:p>
            <a:pPr>
              <a:defRPr/>
            </a:pPr>
            <a:fld id="{9543E0DE-44E7-4683-B734-E52EF939A166}" type="slidenum">
              <a:rPr lang="ar-SA" altLang="en-US"/>
              <a:pPr>
                <a:defRPr/>
              </a:pPr>
              <a:t>‹#›</a:t>
            </a:fld>
            <a:endParaRPr lang="en-US" altLang="en-US"/>
          </a:p>
        </p:txBody>
      </p:sp>
    </p:spTree>
    <p:extLst>
      <p:ext uri="{BB962C8B-B14F-4D97-AF65-F5344CB8AC3E}">
        <p14:creationId xmlns:p14="http://schemas.microsoft.com/office/powerpoint/2010/main" val="2953499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102104F-1058-C6EC-2891-93433FD864B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8844E6C-C644-633F-6827-864F72937D9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8EF6567-95FF-9C5D-8225-F6CE5A8D97F1}"/>
              </a:ext>
            </a:extLst>
          </p:cNvPr>
          <p:cNvSpPr>
            <a:spLocks noGrp="1" noChangeArrowheads="1"/>
          </p:cNvSpPr>
          <p:nvPr>
            <p:ph type="sldNum" sz="quarter" idx="12"/>
          </p:nvPr>
        </p:nvSpPr>
        <p:spPr>
          <a:ln/>
        </p:spPr>
        <p:txBody>
          <a:bodyPr/>
          <a:lstStyle>
            <a:lvl1pPr>
              <a:defRPr/>
            </a:lvl1pPr>
          </a:lstStyle>
          <a:p>
            <a:pPr>
              <a:defRPr/>
            </a:pPr>
            <a:fld id="{B3BC6FCC-A18E-4105-9C9A-CAC4301B0F5C}" type="slidenum">
              <a:rPr lang="ar-SA" altLang="en-US"/>
              <a:pPr>
                <a:defRPr/>
              </a:pPr>
              <a:t>‹#›</a:t>
            </a:fld>
            <a:endParaRPr lang="en-US" altLang="en-US"/>
          </a:p>
        </p:txBody>
      </p:sp>
    </p:spTree>
    <p:extLst>
      <p:ext uri="{BB962C8B-B14F-4D97-AF65-F5344CB8AC3E}">
        <p14:creationId xmlns:p14="http://schemas.microsoft.com/office/powerpoint/2010/main" val="2631239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3A065E8-BD1E-D572-D7E3-EC3D8B59784D}"/>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3099B77-91AF-DCF2-A5AB-8E8A257570E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3F686D7F-BA92-D97D-5052-3CD30422E6B0}"/>
              </a:ext>
            </a:extLst>
          </p:cNvPr>
          <p:cNvSpPr>
            <a:spLocks noGrp="1" noChangeArrowheads="1"/>
          </p:cNvSpPr>
          <p:nvPr>
            <p:ph type="sldNum" sz="quarter" idx="12"/>
          </p:nvPr>
        </p:nvSpPr>
        <p:spPr>
          <a:ln/>
        </p:spPr>
        <p:txBody>
          <a:bodyPr/>
          <a:lstStyle>
            <a:lvl1pPr>
              <a:defRPr/>
            </a:lvl1pPr>
          </a:lstStyle>
          <a:p>
            <a:pPr>
              <a:defRPr/>
            </a:pPr>
            <a:fld id="{D941FDD9-26EA-4FB2-826C-C04F1738CBAF}" type="slidenum">
              <a:rPr lang="ar-SA" altLang="en-US"/>
              <a:pPr>
                <a:defRPr/>
              </a:pPr>
              <a:t>‹#›</a:t>
            </a:fld>
            <a:endParaRPr lang="en-US" altLang="en-US"/>
          </a:p>
        </p:txBody>
      </p:sp>
    </p:spTree>
    <p:extLst>
      <p:ext uri="{BB962C8B-B14F-4D97-AF65-F5344CB8AC3E}">
        <p14:creationId xmlns:p14="http://schemas.microsoft.com/office/powerpoint/2010/main" val="225845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CEE685E-C723-1184-188D-C1BC46C14C0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78C53BC4-B5FD-69BE-34F8-88552ECB365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61F16CE-E937-E664-8A64-7584CE1FAFE9}"/>
              </a:ext>
            </a:extLst>
          </p:cNvPr>
          <p:cNvSpPr>
            <a:spLocks noGrp="1" noChangeArrowheads="1"/>
          </p:cNvSpPr>
          <p:nvPr>
            <p:ph type="sldNum" sz="quarter" idx="12"/>
          </p:nvPr>
        </p:nvSpPr>
        <p:spPr>
          <a:ln/>
        </p:spPr>
        <p:txBody>
          <a:bodyPr/>
          <a:lstStyle>
            <a:lvl1pPr>
              <a:defRPr/>
            </a:lvl1pPr>
          </a:lstStyle>
          <a:p>
            <a:pPr>
              <a:defRPr/>
            </a:pPr>
            <a:fld id="{D7A83403-FD86-4518-A828-87B7D281A149}" type="slidenum">
              <a:rPr lang="ar-SA" altLang="en-US"/>
              <a:pPr>
                <a:defRPr/>
              </a:pPr>
              <a:t>‹#›</a:t>
            </a:fld>
            <a:endParaRPr lang="en-US" altLang="en-US"/>
          </a:p>
        </p:txBody>
      </p:sp>
    </p:spTree>
    <p:extLst>
      <p:ext uri="{BB962C8B-B14F-4D97-AF65-F5344CB8AC3E}">
        <p14:creationId xmlns:p14="http://schemas.microsoft.com/office/powerpoint/2010/main" val="4131709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C5BF0BF-6D04-A7C8-6642-97E8D65267A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14DEBBD-3D10-8877-0EF4-8777962D440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69491EDF-590C-B817-1DD2-12D5CE6AF7C9}"/>
              </a:ext>
            </a:extLst>
          </p:cNvPr>
          <p:cNvSpPr>
            <a:spLocks noGrp="1" noChangeArrowheads="1"/>
          </p:cNvSpPr>
          <p:nvPr>
            <p:ph type="sldNum" sz="quarter" idx="12"/>
          </p:nvPr>
        </p:nvSpPr>
        <p:spPr>
          <a:ln/>
        </p:spPr>
        <p:txBody>
          <a:bodyPr/>
          <a:lstStyle>
            <a:lvl1pPr>
              <a:defRPr/>
            </a:lvl1pPr>
          </a:lstStyle>
          <a:p>
            <a:pPr>
              <a:defRPr/>
            </a:pPr>
            <a:fld id="{60B93CB4-0DD1-4D9F-9604-900A1EA8C0EF}" type="slidenum">
              <a:rPr lang="ar-SA" altLang="en-US"/>
              <a:pPr>
                <a:defRPr/>
              </a:pPr>
              <a:t>‹#›</a:t>
            </a:fld>
            <a:endParaRPr lang="en-US" altLang="en-US"/>
          </a:p>
        </p:txBody>
      </p:sp>
    </p:spTree>
    <p:extLst>
      <p:ext uri="{BB962C8B-B14F-4D97-AF65-F5344CB8AC3E}">
        <p14:creationId xmlns:p14="http://schemas.microsoft.com/office/powerpoint/2010/main" val="3324296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F7451A4-D256-E077-6D11-C591F0FAFF4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F92A90B-1839-E9E3-F50E-E62AFC22785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8F6C071-A360-2B76-1594-BEC9532F4785}"/>
              </a:ext>
            </a:extLst>
          </p:cNvPr>
          <p:cNvSpPr>
            <a:spLocks noGrp="1" noChangeArrowheads="1"/>
          </p:cNvSpPr>
          <p:nvPr>
            <p:ph type="sldNum" sz="quarter" idx="12"/>
          </p:nvPr>
        </p:nvSpPr>
        <p:spPr>
          <a:ln/>
        </p:spPr>
        <p:txBody>
          <a:bodyPr/>
          <a:lstStyle>
            <a:lvl1pPr>
              <a:defRPr/>
            </a:lvl1pPr>
          </a:lstStyle>
          <a:p>
            <a:pPr>
              <a:defRPr/>
            </a:pPr>
            <a:fld id="{5806014E-EB04-45F0-8B86-9FF93D93F727}" type="slidenum">
              <a:rPr lang="ar-SA" altLang="en-US"/>
              <a:pPr>
                <a:defRPr/>
              </a:pPr>
              <a:t>‹#›</a:t>
            </a:fld>
            <a:endParaRPr lang="en-US" altLang="en-US"/>
          </a:p>
        </p:txBody>
      </p:sp>
    </p:spTree>
    <p:extLst>
      <p:ext uri="{BB962C8B-B14F-4D97-AF65-F5344CB8AC3E}">
        <p14:creationId xmlns:p14="http://schemas.microsoft.com/office/powerpoint/2010/main" val="2510437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4D1988F-0134-8108-94E6-9FA72255002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7A4407D-BC2B-617F-86F7-921437F0B58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39EF5A8-40F6-4D9F-82A7-424923214C2A}"/>
              </a:ext>
            </a:extLst>
          </p:cNvPr>
          <p:cNvSpPr>
            <a:spLocks noGrp="1" noChangeArrowheads="1"/>
          </p:cNvSpPr>
          <p:nvPr>
            <p:ph type="sldNum" sz="quarter" idx="12"/>
          </p:nvPr>
        </p:nvSpPr>
        <p:spPr>
          <a:ln/>
        </p:spPr>
        <p:txBody>
          <a:bodyPr/>
          <a:lstStyle>
            <a:lvl1pPr>
              <a:defRPr/>
            </a:lvl1pPr>
          </a:lstStyle>
          <a:p>
            <a:pPr>
              <a:defRPr/>
            </a:pPr>
            <a:fld id="{E8A5DCA2-FE11-4ED3-B052-8F48A7EECCB3}" type="slidenum">
              <a:rPr lang="ar-SA" altLang="en-US"/>
              <a:pPr>
                <a:defRPr/>
              </a:pPr>
              <a:t>‹#›</a:t>
            </a:fld>
            <a:endParaRPr lang="en-US" altLang="en-US"/>
          </a:p>
        </p:txBody>
      </p:sp>
    </p:spTree>
    <p:extLst>
      <p:ext uri="{BB962C8B-B14F-4D97-AF65-F5344CB8AC3E}">
        <p14:creationId xmlns:p14="http://schemas.microsoft.com/office/powerpoint/2010/main" val="3020131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B0CD2E8-215E-7CAD-E81B-D62A78F1E15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E0982D0-EA43-C3AE-4097-A7851710B56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9E5375E-C1FD-A043-02EB-11E774A84763}"/>
              </a:ext>
            </a:extLst>
          </p:cNvPr>
          <p:cNvSpPr>
            <a:spLocks noGrp="1" noChangeArrowheads="1"/>
          </p:cNvSpPr>
          <p:nvPr>
            <p:ph type="sldNum" sz="quarter" idx="12"/>
          </p:nvPr>
        </p:nvSpPr>
        <p:spPr>
          <a:ln/>
        </p:spPr>
        <p:txBody>
          <a:bodyPr/>
          <a:lstStyle>
            <a:lvl1pPr>
              <a:defRPr/>
            </a:lvl1pPr>
          </a:lstStyle>
          <a:p>
            <a:pPr>
              <a:defRPr/>
            </a:pPr>
            <a:fld id="{421BBDDD-3F11-49EA-B34C-4E7724FF610A}" type="slidenum">
              <a:rPr lang="ar-SA" altLang="en-US"/>
              <a:pPr>
                <a:defRPr/>
              </a:pPr>
              <a:t>‹#›</a:t>
            </a:fld>
            <a:endParaRPr lang="en-US" altLang="en-US"/>
          </a:p>
        </p:txBody>
      </p:sp>
    </p:spTree>
    <p:extLst>
      <p:ext uri="{BB962C8B-B14F-4D97-AF65-F5344CB8AC3E}">
        <p14:creationId xmlns:p14="http://schemas.microsoft.com/office/powerpoint/2010/main" val="491185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975ACF1-75F2-9572-8159-061ABE5ED53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0FA8BC7-C039-0649-A4D4-03DA1A4F267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3D8A383-8F7B-9F2A-8D22-28E091552DC5}"/>
              </a:ext>
            </a:extLst>
          </p:cNvPr>
          <p:cNvSpPr>
            <a:spLocks noGrp="1" noChangeArrowheads="1"/>
          </p:cNvSpPr>
          <p:nvPr>
            <p:ph type="sldNum" sz="quarter" idx="12"/>
          </p:nvPr>
        </p:nvSpPr>
        <p:spPr>
          <a:ln/>
        </p:spPr>
        <p:txBody>
          <a:bodyPr/>
          <a:lstStyle>
            <a:lvl1pPr>
              <a:defRPr/>
            </a:lvl1pPr>
          </a:lstStyle>
          <a:p>
            <a:pPr>
              <a:defRPr/>
            </a:pPr>
            <a:fld id="{607D8106-374A-43F3-BD41-B246F6928F54}" type="slidenum">
              <a:rPr lang="ar-SA" altLang="en-US"/>
              <a:pPr>
                <a:defRPr/>
              </a:pPr>
              <a:t>‹#›</a:t>
            </a:fld>
            <a:endParaRPr lang="en-US" altLang="en-US"/>
          </a:p>
        </p:txBody>
      </p:sp>
    </p:spTree>
    <p:extLst>
      <p:ext uri="{BB962C8B-B14F-4D97-AF65-F5344CB8AC3E}">
        <p14:creationId xmlns:p14="http://schemas.microsoft.com/office/powerpoint/2010/main" val="3654890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69CEFE0-381D-CB2F-83C0-6A6A9C8D55D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D69949E-A306-E5E2-1A48-721DCDE46E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DD7C2A2-8A9B-4317-258C-F3865BBEB2CF}"/>
              </a:ext>
            </a:extLst>
          </p:cNvPr>
          <p:cNvSpPr>
            <a:spLocks noGrp="1" noChangeArrowheads="1"/>
          </p:cNvSpPr>
          <p:nvPr>
            <p:ph type="sldNum" sz="quarter" idx="12"/>
          </p:nvPr>
        </p:nvSpPr>
        <p:spPr>
          <a:ln/>
        </p:spPr>
        <p:txBody>
          <a:bodyPr/>
          <a:lstStyle>
            <a:lvl1pPr>
              <a:defRPr/>
            </a:lvl1pPr>
          </a:lstStyle>
          <a:p>
            <a:pPr>
              <a:defRPr/>
            </a:pPr>
            <a:fld id="{AD1725B7-E344-4D2F-8900-D5EDFC7833E6}" type="slidenum">
              <a:rPr lang="ar-SA" altLang="en-US"/>
              <a:pPr>
                <a:defRPr/>
              </a:pPr>
              <a:t>‹#›</a:t>
            </a:fld>
            <a:endParaRPr lang="en-US" altLang="en-US"/>
          </a:p>
        </p:txBody>
      </p:sp>
    </p:spTree>
    <p:extLst>
      <p:ext uri="{BB962C8B-B14F-4D97-AF65-F5344CB8AC3E}">
        <p14:creationId xmlns:p14="http://schemas.microsoft.com/office/powerpoint/2010/main" val="29044182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47AFDFA-2479-E3D4-DD4C-A5E54F8D0425}"/>
              </a:ext>
            </a:extLst>
          </p:cNvPr>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 name="Line 8">
            <a:extLst>
              <a:ext uri="{FF2B5EF4-FFF2-40B4-BE49-F238E27FC236}">
                <a16:creationId xmlns:a16="http://schemas.microsoft.com/office/drawing/2014/main" id="{DB857D8C-0EA7-22A9-540F-25CA87363E59}"/>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4" name="Picture 3">
            <a:extLst>
              <a:ext uri="{FF2B5EF4-FFF2-40B4-BE49-F238E27FC236}">
                <a16:creationId xmlns:a16="http://schemas.microsoft.com/office/drawing/2014/main" id="{EA83BB07-1ECC-DEC0-C640-6F0E196A355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52400"/>
            <a:ext cx="83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56A88399-586A-653D-69A8-A76EDBEC8C1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04800" y="228600"/>
            <a:ext cx="83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9219"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6" name="Rectangle 4">
            <a:extLst>
              <a:ext uri="{FF2B5EF4-FFF2-40B4-BE49-F238E27FC236}">
                <a16:creationId xmlns:a16="http://schemas.microsoft.com/office/drawing/2014/main" id="{5A2A6A4D-870E-E261-DC94-74A989B34A96}"/>
              </a:ext>
            </a:extLst>
          </p:cNvPr>
          <p:cNvSpPr>
            <a:spLocks noGrp="1" noChangeArrowheads="1"/>
          </p:cNvSpPr>
          <p:nvPr>
            <p:ph type="dt" sz="half" idx="10"/>
          </p:nvPr>
        </p:nvSpPr>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C4D8E3A6-9E57-11ED-3768-EFF277D6C1E0}"/>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22F57C1F-A998-AAC2-EC05-0A2E0B764656}"/>
              </a:ext>
            </a:extLst>
          </p:cNvPr>
          <p:cNvSpPr>
            <a:spLocks noGrp="1" noChangeArrowheads="1"/>
          </p:cNvSpPr>
          <p:nvPr>
            <p:ph type="sldNum" sz="quarter" idx="12"/>
          </p:nvPr>
        </p:nvSpPr>
        <p:spPr/>
        <p:txBody>
          <a:bodyPr/>
          <a:lstStyle>
            <a:lvl1pPr>
              <a:defRPr smtClean="0"/>
            </a:lvl1pPr>
          </a:lstStyle>
          <a:p>
            <a:pPr>
              <a:defRPr/>
            </a:pPr>
            <a:fld id="{4214DC11-9444-4B06-8329-AA2FDB7A90B9}" type="slidenum">
              <a:rPr lang="ar-SA" altLang="en-US"/>
              <a:pPr>
                <a:defRPr/>
              </a:pPr>
              <a:t>‹#›</a:t>
            </a:fld>
            <a:endParaRPr lang="en-US" altLang="en-US"/>
          </a:p>
        </p:txBody>
      </p:sp>
    </p:spTree>
    <p:extLst>
      <p:ext uri="{BB962C8B-B14F-4D97-AF65-F5344CB8AC3E}">
        <p14:creationId xmlns:p14="http://schemas.microsoft.com/office/powerpoint/2010/main" val="843266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6F29F28-40CC-0A3B-2067-FA80D59E671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06A0142-4C67-0A4A-5352-18A26D4D495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8EDDB1A-A461-5B40-5470-FD4CCF83B895}"/>
              </a:ext>
            </a:extLst>
          </p:cNvPr>
          <p:cNvSpPr>
            <a:spLocks noGrp="1" noChangeArrowheads="1"/>
          </p:cNvSpPr>
          <p:nvPr>
            <p:ph type="sldNum" sz="quarter" idx="12"/>
          </p:nvPr>
        </p:nvSpPr>
        <p:spPr>
          <a:ln/>
        </p:spPr>
        <p:txBody>
          <a:bodyPr/>
          <a:lstStyle>
            <a:lvl1pPr>
              <a:defRPr/>
            </a:lvl1pPr>
          </a:lstStyle>
          <a:p>
            <a:pPr>
              <a:defRPr/>
            </a:pPr>
            <a:fld id="{E2AEFF0B-07C6-4D2B-8510-4BD076DE2A0A}" type="slidenum">
              <a:rPr lang="ar-SA" altLang="en-US"/>
              <a:pPr>
                <a:defRPr/>
              </a:pPr>
              <a:t>‹#›</a:t>
            </a:fld>
            <a:endParaRPr lang="en-US" altLang="en-US"/>
          </a:p>
        </p:txBody>
      </p:sp>
    </p:spTree>
    <p:extLst>
      <p:ext uri="{BB962C8B-B14F-4D97-AF65-F5344CB8AC3E}">
        <p14:creationId xmlns:p14="http://schemas.microsoft.com/office/powerpoint/2010/main" val="1823455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2D4C2DEC-B212-9C77-61A9-1746B34E8D2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1C14607-AFC9-2038-5854-6FED55701EA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F5E6051-77D8-2D6B-D1EA-75430DF0DC32}"/>
              </a:ext>
            </a:extLst>
          </p:cNvPr>
          <p:cNvSpPr>
            <a:spLocks noGrp="1" noChangeArrowheads="1"/>
          </p:cNvSpPr>
          <p:nvPr>
            <p:ph type="sldNum" sz="quarter" idx="12"/>
          </p:nvPr>
        </p:nvSpPr>
        <p:spPr>
          <a:ln/>
        </p:spPr>
        <p:txBody>
          <a:bodyPr/>
          <a:lstStyle>
            <a:lvl1pPr>
              <a:defRPr/>
            </a:lvl1pPr>
          </a:lstStyle>
          <a:p>
            <a:pPr>
              <a:defRPr/>
            </a:pPr>
            <a:fld id="{9D045EC7-180F-4758-B770-EDBB3DA4EE75}" type="slidenum">
              <a:rPr lang="ar-SA" altLang="en-US"/>
              <a:pPr>
                <a:defRPr/>
              </a:pPr>
              <a:t>‹#›</a:t>
            </a:fld>
            <a:endParaRPr lang="en-US" altLang="en-US"/>
          </a:p>
        </p:txBody>
      </p:sp>
    </p:spTree>
    <p:extLst>
      <p:ext uri="{BB962C8B-B14F-4D97-AF65-F5344CB8AC3E}">
        <p14:creationId xmlns:p14="http://schemas.microsoft.com/office/powerpoint/2010/main" val="27937437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AB113FE-0AD5-5ACB-9FE0-22C1DD4AC75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125149A-7A8E-982E-EED6-E79746D7803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A6FE71D-FFA4-5FF3-8118-FC718FDF66DD}"/>
              </a:ext>
            </a:extLst>
          </p:cNvPr>
          <p:cNvSpPr>
            <a:spLocks noGrp="1" noChangeArrowheads="1"/>
          </p:cNvSpPr>
          <p:nvPr>
            <p:ph type="sldNum" sz="quarter" idx="12"/>
          </p:nvPr>
        </p:nvSpPr>
        <p:spPr>
          <a:ln/>
        </p:spPr>
        <p:txBody>
          <a:bodyPr/>
          <a:lstStyle>
            <a:lvl1pPr>
              <a:defRPr/>
            </a:lvl1pPr>
          </a:lstStyle>
          <a:p>
            <a:pPr>
              <a:defRPr/>
            </a:pPr>
            <a:fld id="{4170445D-A115-4FB8-A69C-D6B404247103}" type="slidenum">
              <a:rPr lang="ar-SA" altLang="en-US"/>
              <a:pPr>
                <a:defRPr/>
              </a:pPr>
              <a:t>‹#›</a:t>
            </a:fld>
            <a:endParaRPr lang="en-US" altLang="en-US"/>
          </a:p>
        </p:txBody>
      </p:sp>
    </p:spTree>
    <p:extLst>
      <p:ext uri="{BB962C8B-B14F-4D97-AF65-F5344CB8AC3E}">
        <p14:creationId xmlns:p14="http://schemas.microsoft.com/office/powerpoint/2010/main" val="39055428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2D78075A-AE61-AFD4-AF47-D3897D74162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0FC95D5-E436-CE0B-87B0-4B052096EA8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7DC50333-E438-D4D9-E094-81D80926C59F}"/>
              </a:ext>
            </a:extLst>
          </p:cNvPr>
          <p:cNvSpPr>
            <a:spLocks noGrp="1" noChangeArrowheads="1"/>
          </p:cNvSpPr>
          <p:nvPr>
            <p:ph type="sldNum" sz="quarter" idx="12"/>
          </p:nvPr>
        </p:nvSpPr>
        <p:spPr>
          <a:ln/>
        </p:spPr>
        <p:txBody>
          <a:bodyPr/>
          <a:lstStyle>
            <a:lvl1pPr>
              <a:defRPr/>
            </a:lvl1pPr>
          </a:lstStyle>
          <a:p>
            <a:pPr>
              <a:defRPr/>
            </a:pPr>
            <a:fld id="{7F6BDD61-1DC1-4004-95CC-FB1FDCAF195C}" type="slidenum">
              <a:rPr lang="ar-SA" altLang="en-US"/>
              <a:pPr>
                <a:defRPr/>
              </a:pPr>
              <a:t>‹#›</a:t>
            </a:fld>
            <a:endParaRPr lang="en-US" altLang="en-US"/>
          </a:p>
        </p:txBody>
      </p:sp>
    </p:spTree>
    <p:extLst>
      <p:ext uri="{BB962C8B-B14F-4D97-AF65-F5344CB8AC3E}">
        <p14:creationId xmlns:p14="http://schemas.microsoft.com/office/powerpoint/2010/main" val="1040104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DFFAF16-15E5-23E6-DF5E-F41673B582E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97473FF2-F0B0-A479-B90E-73C54C959D4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C0F03D2-BF3C-6151-536B-E79969058CE5}"/>
              </a:ext>
            </a:extLst>
          </p:cNvPr>
          <p:cNvSpPr>
            <a:spLocks noGrp="1" noChangeArrowheads="1"/>
          </p:cNvSpPr>
          <p:nvPr>
            <p:ph type="sldNum" sz="quarter" idx="12"/>
          </p:nvPr>
        </p:nvSpPr>
        <p:spPr>
          <a:ln/>
        </p:spPr>
        <p:txBody>
          <a:bodyPr/>
          <a:lstStyle>
            <a:lvl1pPr>
              <a:defRPr/>
            </a:lvl1pPr>
          </a:lstStyle>
          <a:p>
            <a:pPr>
              <a:defRPr/>
            </a:pPr>
            <a:fld id="{1E8BEC43-4FBE-4F8B-B853-ED851AA20182}" type="slidenum">
              <a:rPr lang="ar-SA" altLang="en-US"/>
              <a:pPr>
                <a:defRPr/>
              </a:pPr>
              <a:t>‹#›</a:t>
            </a:fld>
            <a:endParaRPr lang="en-US" altLang="en-US"/>
          </a:p>
        </p:txBody>
      </p:sp>
    </p:spTree>
    <p:extLst>
      <p:ext uri="{BB962C8B-B14F-4D97-AF65-F5344CB8AC3E}">
        <p14:creationId xmlns:p14="http://schemas.microsoft.com/office/powerpoint/2010/main" val="22850099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FBB95B3-57E7-FE3B-E7D4-04B7112D1F6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DF0B0E3F-BD1F-96E3-B654-D1997C115FF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428261A-218C-6909-5BE7-9D8895896FCC}"/>
              </a:ext>
            </a:extLst>
          </p:cNvPr>
          <p:cNvSpPr>
            <a:spLocks noGrp="1" noChangeArrowheads="1"/>
          </p:cNvSpPr>
          <p:nvPr>
            <p:ph type="sldNum" sz="quarter" idx="12"/>
          </p:nvPr>
        </p:nvSpPr>
        <p:spPr>
          <a:ln/>
        </p:spPr>
        <p:txBody>
          <a:bodyPr/>
          <a:lstStyle>
            <a:lvl1pPr>
              <a:defRPr/>
            </a:lvl1pPr>
          </a:lstStyle>
          <a:p>
            <a:pPr>
              <a:defRPr/>
            </a:pPr>
            <a:fld id="{5C88D9EC-E620-48EC-A1ED-C8BE7F4CF627}" type="slidenum">
              <a:rPr lang="ar-SA" altLang="en-US"/>
              <a:pPr>
                <a:defRPr/>
              </a:pPr>
              <a:t>‹#›</a:t>
            </a:fld>
            <a:endParaRPr lang="en-US" altLang="en-US"/>
          </a:p>
        </p:txBody>
      </p:sp>
    </p:spTree>
    <p:extLst>
      <p:ext uri="{BB962C8B-B14F-4D97-AF65-F5344CB8AC3E}">
        <p14:creationId xmlns:p14="http://schemas.microsoft.com/office/powerpoint/2010/main" val="33730266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973FB98-C548-4E6A-CA64-A9C2F7C464C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2FCD9C6-959A-76F9-36AC-53BF8E3581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515FD15-AA4B-54F0-BEE6-F6B9A58DF182}"/>
              </a:ext>
            </a:extLst>
          </p:cNvPr>
          <p:cNvSpPr>
            <a:spLocks noGrp="1" noChangeArrowheads="1"/>
          </p:cNvSpPr>
          <p:nvPr>
            <p:ph type="sldNum" sz="quarter" idx="12"/>
          </p:nvPr>
        </p:nvSpPr>
        <p:spPr>
          <a:ln/>
        </p:spPr>
        <p:txBody>
          <a:bodyPr/>
          <a:lstStyle>
            <a:lvl1pPr>
              <a:defRPr/>
            </a:lvl1pPr>
          </a:lstStyle>
          <a:p>
            <a:pPr>
              <a:defRPr/>
            </a:pPr>
            <a:fld id="{7A738879-7CF5-48FF-BDC9-9790AB1DA609}" type="slidenum">
              <a:rPr lang="ar-SA" altLang="en-US"/>
              <a:pPr>
                <a:defRPr/>
              </a:pPr>
              <a:t>‹#›</a:t>
            </a:fld>
            <a:endParaRPr lang="en-US" altLang="en-US"/>
          </a:p>
        </p:txBody>
      </p:sp>
    </p:spTree>
    <p:extLst>
      <p:ext uri="{BB962C8B-B14F-4D97-AF65-F5344CB8AC3E}">
        <p14:creationId xmlns:p14="http://schemas.microsoft.com/office/powerpoint/2010/main" val="31567023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6532836-40DE-71D1-ADCC-9FB47701932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5A4A955-A2D2-5CD5-2738-B53A93FA0BD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1A2DA56-1C9B-66D0-35BE-72A6BBCDBF2E}"/>
              </a:ext>
            </a:extLst>
          </p:cNvPr>
          <p:cNvSpPr>
            <a:spLocks noGrp="1" noChangeArrowheads="1"/>
          </p:cNvSpPr>
          <p:nvPr>
            <p:ph type="sldNum" sz="quarter" idx="12"/>
          </p:nvPr>
        </p:nvSpPr>
        <p:spPr>
          <a:ln/>
        </p:spPr>
        <p:txBody>
          <a:bodyPr/>
          <a:lstStyle>
            <a:lvl1pPr>
              <a:defRPr/>
            </a:lvl1pPr>
          </a:lstStyle>
          <a:p>
            <a:pPr>
              <a:defRPr/>
            </a:pPr>
            <a:fld id="{1FCE0D73-2453-4FCD-B65F-E752EB51FD85}" type="slidenum">
              <a:rPr lang="ar-SA" altLang="en-US"/>
              <a:pPr>
                <a:defRPr/>
              </a:pPr>
              <a:t>‹#›</a:t>
            </a:fld>
            <a:endParaRPr lang="en-US" altLang="en-US"/>
          </a:p>
        </p:txBody>
      </p:sp>
    </p:spTree>
    <p:extLst>
      <p:ext uri="{BB962C8B-B14F-4D97-AF65-F5344CB8AC3E}">
        <p14:creationId xmlns:p14="http://schemas.microsoft.com/office/powerpoint/2010/main" val="41284516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E3B0786-ACD0-D909-268E-050FCC951FC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C68FC94-50F8-AF00-9A60-25D7F5142C6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5061262-739C-8ECD-4987-98BF6F93D5FD}"/>
              </a:ext>
            </a:extLst>
          </p:cNvPr>
          <p:cNvSpPr>
            <a:spLocks noGrp="1" noChangeArrowheads="1"/>
          </p:cNvSpPr>
          <p:nvPr>
            <p:ph type="sldNum" sz="quarter" idx="12"/>
          </p:nvPr>
        </p:nvSpPr>
        <p:spPr>
          <a:ln/>
        </p:spPr>
        <p:txBody>
          <a:bodyPr/>
          <a:lstStyle>
            <a:lvl1pPr>
              <a:defRPr/>
            </a:lvl1pPr>
          </a:lstStyle>
          <a:p>
            <a:pPr>
              <a:defRPr/>
            </a:pPr>
            <a:fld id="{DF3B0D9D-28A6-4797-803F-7BD99A2CEF68}" type="slidenum">
              <a:rPr lang="ar-SA" altLang="en-US"/>
              <a:pPr>
                <a:defRPr/>
              </a:pPr>
              <a:t>‹#›</a:t>
            </a:fld>
            <a:endParaRPr lang="en-US" altLang="en-US"/>
          </a:p>
        </p:txBody>
      </p:sp>
    </p:spTree>
    <p:extLst>
      <p:ext uri="{BB962C8B-B14F-4D97-AF65-F5344CB8AC3E}">
        <p14:creationId xmlns:p14="http://schemas.microsoft.com/office/powerpoint/2010/main" val="3056321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D92715E-6280-B71D-4B15-C8A342AD4DD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111D931-564F-66AB-897A-EFC1113D217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39B3724-7D6D-F613-D673-8A00FEB8103E}"/>
              </a:ext>
            </a:extLst>
          </p:cNvPr>
          <p:cNvSpPr>
            <a:spLocks noGrp="1" noChangeArrowheads="1"/>
          </p:cNvSpPr>
          <p:nvPr>
            <p:ph type="sldNum" sz="quarter" idx="12"/>
          </p:nvPr>
        </p:nvSpPr>
        <p:spPr>
          <a:ln/>
        </p:spPr>
        <p:txBody>
          <a:bodyPr/>
          <a:lstStyle>
            <a:lvl1pPr>
              <a:defRPr/>
            </a:lvl1pPr>
          </a:lstStyle>
          <a:p>
            <a:pPr>
              <a:defRPr/>
            </a:pPr>
            <a:fld id="{04D19FF6-6BB8-49E1-A856-6BC3EAC7F4C7}" type="slidenum">
              <a:rPr lang="ar-SA" altLang="en-US"/>
              <a:pPr>
                <a:defRPr/>
              </a:pPr>
              <a:t>‹#›</a:t>
            </a:fld>
            <a:endParaRPr lang="en-US" altLang="en-US"/>
          </a:p>
        </p:txBody>
      </p:sp>
    </p:spTree>
    <p:extLst>
      <p:ext uri="{BB962C8B-B14F-4D97-AF65-F5344CB8AC3E}">
        <p14:creationId xmlns:p14="http://schemas.microsoft.com/office/powerpoint/2010/main" val="24388496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A901FE3-B7BB-B11C-949F-65BF76695AA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DC5972D-573E-D74E-9AD6-E05211E1A71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F3E4E2B-25E6-B1DA-829C-ACC706F76DBF}"/>
              </a:ext>
            </a:extLst>
          </p:cNvPr>
          <p:cNvSpPr>
            <a:spLocks noGrp="1" noChangeArrowheads="1"/>
          </p:cNvSpPr>
          <p:nvPr>
            <p:ph type="sldNum" sz="quarter" idx="12"/>
          </p:nvPr>
        </p:nvSpPr>
        <p:spPr>
          <a:ln/>
        </p:spPr>
        <p:txBody>
          <a:bodyPr/>
          <a:lstStyle>
            <a:lvl1pPr>
              <a:defRPr/>
            </a:lvl1pPr>
          </a:lstStyle>
          <a:p>
            <a:pPr>
              <a:defRPr/>
            </a:pPr>
            <a:fld id="{EF6102E9-CD1F-4057-8851-4BAC276DB276}" type="slidenum">
              <a:rPr lang="ar-SA" altLang="en-US"/>
              <a:pPr>
                <a:defRPr/>
              </a:pPr>
              <a:t>‹#›</a:t>
            </a:fld>
            <a:endParaRPr lang="en-US" altLang="en-US"/>
          </a:p>
        </p:txBody>
      </p:sp>
    </p:spTree>
    <p:extLst>
      <p:ext uri="{BB962C8B-B14F-4D97-AF65-F5344CB8AC3E}">
        <p14:creationId xmlns:p14="http://schemas.microsoft.com/office/powerpoint/2010/main" val="8967756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ECD849-1920-AF66-854C-FB3CB5E73F0B}"/>
              </a:ext>
            </a:extLst>
          </p:cNvPr>
          <p:cNvSpPr/>
          <p:nvPr/>
        </p:nvSpPr>
        <p:spPr>
          <a:xfrm>
            <a:off x="0" y="0"/>
            <a:ext cx="9144000" cy="45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5" name="Straight Connector 4">
            <a:extLst>
              <a:ext uri="{FF2B5EF4-FFF2-40B4-BE49-F238E27FC236}">
                <a16:creationId xmlns:a16="http://schemas.microsoft.com/office/drawing/2014/main" id="{EEAA27C3-3D7F-4F64-BCBC-49D2EFC0E908}"/>
              </a:ext>
            </a:extLst>
          </p:cNvPr>
          <p:cNvCxnSpPr/>
          <p:nvPr/>
        </p:nvCxnSpPr>
        <p:spPr>
          <a:xfrm flipV="1">
            <a:off x="6289675" y="5264150"/>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342900" y="4960137"/>
            <a:ext cx="5829300" cy="1463040"/>
          </a:xfrm>
        </p:spPr>
        <p:txBody>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0000"/>
                    <a:lumOff val="10000"/>
                  </a:schemeClr>
                </a:solidFill>
              </a:defRPr>
            </a:lvl1pPr>
            <a:lvl2pPr marL="457189" indent="0" algn="ctr">
              <a:buNone/>
              <a:defRPr sz="1600"/>
            </a:lvl2pPr>
            <a:lvl3pPr marL="914377" indent="0" algn="ctr">
              <a:buNone/>
              <a:defRPr sz="16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6" name="Date Placeholder 3">
            <a:extLst>
              <a:ext uri="{FF2B5EF4-FFF2-40B4-BE49-F238E27FC236}">
                <a16:creationId xmlns:a16="http://schemas.microsoft.com/office/drawing/2014/main" id="{30B1A744-7598-C46A-63CA-7D7903E621B0}"/>
              </a:ext>
            </a:extLst>
          </p:cNvPr>
          <p:cNvSpPr>
            <a:spLocks noGrp="1"/>
          </p:cNvSpPr>
          <p:nvPr>
            <p:ph type="dt" sz="half" idx="10"/>
          </p:nvPr>
        </p:nvSpPr>
        <p:spPr/>
        <p:txBody>
          <a:bodyPr/>
          <a:lstStyle>
            <a:lvl1pPr algn="l">
              <a:defRPr/>
            </a:lvl1pPr>
          </a:lstStyle>
          <a:p>
            <a:pPr>
              <a:defRPr/>
            </a:pPr>
            <a:endParaRPr lang="en-US"/>
          </a:p>
        </p:txBody>
      </p:sp>
      <p:sp>
        <p:nvSpPr>
          <p:cNvPr id="7" name="Footer Placeholder 4">
            <a:extLst>
              <a:ext uri="{FF2B5EF4-FFF2-40B4-BE49-F238E27FC236}">
                <a16:creationId xmlns:a16="http://schemas.microsoft.com/office/drawing/2014/main" id="{C627E615-F6B8-F37C-CC95-F2069AD3C3BB}"/>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CDF121AF-F0BE-0C01-3A2C-79791D314B39}"/>
              </a:ext>
            </a:extLst>
          </p:cNvPr>
          <p:cNvSpPr>
            <a:spLocks noGrp="1"/>
          </p:cNvSpPr>
          <p:nvPr>
            <p:ph type="sldNum" sz="quarter" idx="12"/>
          </p:nvPr>
        </p:nvSpPr>
        <p:spPr/>
        <p:txBody>
          <a:bodyPr/>
          <a:lstStyle>
            <a:lvl1pPr>
              <a:defRPr/>
            </a:lvl1pPr>
          </a:lstStyle>
          <a:p>
            <a:pPr>
              <a:defRPr/>
            </a:pPr>
            <a:fld id="{1CCA87CD-ED1F-41B6-813C-84D000B0EE86}" type="slidenum">
              <a:rPr lang="ar-SA" altLang="en-US"/>
              <a:pPr>
                <a:defRPr/>
              </a:pPr>
              <a:t>‹#›</a:t>
            </a:fld>
            <a:endParaRPr lang="en-US" altLang="en-US"/>
          </a:p>
        </p:txBody>
      </p:sp>
    </p:spTree>
    <p:extLst>
      <p:ext uri="{BB962C8B-B14F-4D97-AF65-F5344CB8AC3E}">
        <p14:creationId xmlns:p14="http://schemas.microsoft.com/office/powerpoint/2010/main" val="29110604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134FC13-C6A8-0061-1DCC-FC08FC09894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B2E28A0-913B-05C0-7A51-D2805FF801A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D3D8E25-CBBD-0015-7089-CCAC7D19BDE5}"/>
              </a:ext>
            </a:extLst>
          </p:cNvPr>
          <p:cNvSpPr>
            <a:spLocks noGrp="1"/>
          </p:cNvSpPr>
          <p:nvPr>
            <p:ph type="sldNum" sz="quarter" idx="12"/>
          </p:nvPr>
        </p:nvSpPr>
        <p:spPr/>
        <p:txBody>
          <a:bodyPr/>
          <a:lstStyle>
            <a:lvl1pPr>
              <a:defRPr/>
            </a:lvl1pPr>
          </a:lstStyle>
          <a:p>
            <a:pPr>
              <a:defRPr/>
            </a:pPr>
            <a:fld id="{23316142-1902-4540-A26B-2DAE10EC8BF7}" type="slidenum">
              <a:rPr lang="ar-SA" altLang="en-US"/>
              <a:pPr>
                <a:defRPr/>
              </a:pPr>
              <a:t>‹#›</a:t>
            </a:fld>
            <a:endParaRPr lang="en-US" altLang="en-US"/>
          </a:p>
        </p:txBody>
      </p:sp>
    </p:spTree>
    <p:extLst>
      <p:ext uri="{BB962C8B-B14F-4D97-AF65-F5344CB8AC3E}">
        <p14:creationId xmlns:p14="http://schemas.microsoft.com/office/powerpoint/2010/main" val="5544716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1D95E1-1F91-CF32-6577-DB472618E302}"/>
              </a:ext>
            </a:extLst>
          </p:cNvPr>
          <p:cNvSpPr/>
          <p:nvPr/>
        </p:nvSpPr>
        <p:spPr>
          <a:xfrm>
            <a:off x="0" y="0"/>
            <a:ext cx="9144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a:extLst>
              <a:ext uri="{FF2B5EF4-FFF2-40B4-BE49-F238E27FC236}">
                <a16:creationId xmlns:a16="http://schemas.microsoft.com/office/drawing/2014/main" id="{43DE4C1A-A066-FA6B-9CC0-3F5285CBF8A4}"/>
              </a:ext>
            </a:extLst>
          </p:cNvPr>
          <p:cNvCxnSpPr/>
          <p:nvPr/>
        </p:nvCxnSpPr>
        <p:spPr>
          <a:xfrm flipV="1">
            <a:off x="6289675" y="5264150"/>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42900" y="4960137"/>
            <a:ext cx="5829300" cy="1463040"/>
          </a:xfrm>
        </p:spPr>
        <p:txBody>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0000"/>
                    <a:lumOff val="10000"/>
                  </a:schemeClr>
                </a:solidFill>
              </a:defRPr>
            </a:lvl1pPr>
            <a:lvl2pPr marL="457189" indent="0">
              <a:buNone/>
              <a:defRPr sz="16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3EF8D63D-5BD5-57D3-0346-698A193CF478}"/>
              </a:ext>
            </a:extLst>
          </p:cNvPr>
          <p:cNvSpPr>
            <a:spLocks noGrp="1"/>
          </p:cNvSpPr>
          <p:nvPr>
            <p:ph type="dt" sz="half" idx="10"/>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E91550B9-3DC6-142B-AF48-E18B956C32EA}"/>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0D20DB4C-78EB-C970-49DB-6F67AB21474E}"/>
              </a:ext>
            </a:extLst>
          </p:cNvPr>
          <p:cNvSpPr>
            <a:spLocks noGrp="1"/>
          </p:cNvSpPr>
          <p:nvPr>
            <p:ph type="sldNum" sz="quarter" idx="12"/>
          </p:nvPr>
        </p:nvSpPr>
        <p:spPr/>
        <p:txBody>
          <a:bodyPr/>
          <a:lstStyle>
            <a:lvl1pPr>
              <a:defRPr/>
            </a:lvl1pPr>
          </a:lstStyle>
          <a:p>
            <a:pPr>
              <a:defRPr/>
            </a:pPr>
            <a:fld id="{358AA291-F2C2-4992-BB73-5919D6594610}" type="slidenum">
              <a:rPr lang="ar-SA" altLang="en-US"/>
              <a:pPr>
                <a:defRPr/>
              </a:pPr>
              <a:t>‹#›</a:t>
            </a:fld>
            <a:endParaRPr lang="en-US" altLang="en-US"/>
          </a:p>
        </p:txBody>
      </p:sp>
    </p:spTree>
    <p:extLst>
      <p:ext uri="{BB962C8B-B14F-4D97-AF65-F5344CB8AC3E}">
        <p14:creationId xmlns:p14="http://schemas.microsoft.com/office/powerpoint/2010/main" val="13908492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FF41EE9E-3712-04C4-E445-C639F5A56F47}"/>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B7C28BC3-1C98-28D8-997A-A1E7FA70338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F9C421-39B0-BD0B-C034-4D554A2E062C}"/>
              </a:ext>
            </a:extLst>
          </p:cNvPr>
          <p:cNvSpPr>
            <a:spLocks noGrp="1"/>
          </p:cNvSpPr>
          <p:nvPr>
            <p:ph type="sldNum" sz="quarter" idx="12"/>
          </p:nvPr>
        </p:nvSpPr>
        <p:spPr/>
        <p:txBody>
          <a:bodyPr/>
          <a:lstStyle>
            <a:lvl1pPr>
              <a:defRPr/>
            </a:lvl1pPr>
          </a:lstStyle>
          <a:p>
            <a:pPr>
              <a:defRPr/>
            </a:pPr>
            <a:fld id="{AF2A58A1-E901-46E4-813B-A79704DEAE59}" type="slidenum">
              <a:rPr lang="ar-SA" altLang="en-US"/>
              <a:pPr>
                <a:defRPr/>
              </a:pPr>
              <a:t>‹#›</a:t>
            </a:fld>
            <a:endParaRPr lang="en-US" altLang="en-US"/>
          </a:p>
        </p:txBody>
      </p:sp>
    </p:spTree>
    <p:extLst>
      <p:ext uri="{BB962C8B-B14F-4D97-AF65-F5344CB8AC3E}">
        <p14:creationId xmlns:p14="http://schemas.microsoft.com/office/powerpoint/2010/main" val="1152250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2">
                    <a:lumMod val="75000"/>
                  </a:schemeClr>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2">
                    <a:lumMod val="75000"/>
                  </a:schemeClr>
                </a:solidFill>
                <a:latin typeface="+mn-lt"/>
                <a:ea typeface="+mn-ea"/>
                <a:cs typeface="+mn-cs"/>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1DAC64D3-0FB5-D5FF-4BC9-159BDC87ACDA}"/>
              </a:ext>
            </a:extLst>
          </p:cNvPr>
          <p:cNvSpPr>
            <a:spLocks noGrp="1"/>
          </p:cNvSpPr>
          <p:nvPr>
            <p:ph type="dt" sz="half" idx="10"/>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7C827E3A-1B53-6DFE-E8E8-5677463B6A2A}"/>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A47C6E33-143A-DE51-4D73-371D73C22748}"/>
              </a:ext>
            </a:extLst>
          </p:cNvPr>
          <p:cNvSpPr>
            <a:spLocks noGrp="1"/>
          </p:cNvSpPr>
          <p:nvPr>
            <p:ph type="sldNum" sz="quarter" idx="12"/>
          </p:nvPr>
        </p:nvSpPr>
        <p:spPr/>
        <p:txBody>
          <a:bodyPr/>
          <a:lstStyle>
            <a:lvl1pPr>
              <a:defRPr/>
            </a:lvl1pPr>
          </a:lstStyle>
          <a:p>
            <a:pPr>
              <a:defRPr/>
            </a:pPr>
            <a:fld id="{E80FA528-6517-4DA7-9083-44E08D1BA3B3}" type="slidenum">
              <a:rPr lang="ar-SA" altLang="en-US"/>
              <a:pPr>
                <a:defRPr/>
              </a:pPr>
              <a:t>‹#›</a:t>
            </a:fld>
            <a:endParaRPr lang="en-US" altLang="en-US"/>
          </a:p>
        </p:txBody>
      </p:sp>
    </p:spTree>
    <p:extLst>
      <p:ext uri="{BB962C8B-B14F-4D97-AF65-F5344CB8AC3E}">
        <p14:creationId xmlns:p14="http://schemas.microsoft.com/office/powerpoint/2010/main" val="9998270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6E909333-41F3-4015-C98B-174F84BE1E2C}"/>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147BD32B-3A66-1EAB-CC79-DC3F39F90E5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821681E-A6A9-4463-3055-1BB7169A1D25}"/>
              </a:ext>
            </a:extLst>
          </p:cNvPr>
          <p:cNvSpPr>
            <a:spLocks noGrp="1"/>
          </p:cNvSpPr>
          <p:nvPr>
            <p:ph type="sldNum" sz="quarter" idx="12"/>
          </p:nvPr>
        </p:nvSpPr>
        <p:spPr/>
        <p:txBody>
          <a:bodyPr/>
          <a:lstStyle>
            <a:lvl1pPr>
              <a:defRPr/>
            </a:lvl1pPr>
          </a:lstStyle>
          <a:p>
            <a:pPr>
              <a:defRPr/>
            </a:pPr>
            <a:fld id="{13E08EEE-2CA5-416A-B239-7E7188A598BC}" type="slidenum">
              <a:rPr lang="ar-SA" altLang="en-US"/>
              <a:pPr>
                <a:defRPr/>
              </a:pPr>
              <a:t>‹#›</a:t>
            </a:fld>
            <a:endParaRPr lang="en-US" altLang="en-US"/>
          </a:p>
        </p:txBody>
      </p:sp>
    </p:spTree>
    <p:extLst>
      <p:ext uri="{BB962C8B-B14F-4D97-AF65-F5344CB8AC3E}">
        <p14:creationId xmlns:p14="http://schemas.microsoft.com/office/powerpoint/2010/main" val="42610220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8BB495-FD5A-94B4-26BF-B1515CC0D600}"/>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C8F4C3E3-938F-794C-919C-94369A6ADAA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A8F783B8-F4F7-1684-CD88-ED10A6A90DF3}"/>
              </a:ext>
            </a:extLst>
          </p:cNvPr>
          <p:cNvSpPr>
            <a:spLocks noGrp="1"/>
          </p:cNvSpPr>
          <p:nvPr>
            <p:ph type="sldNum" sz="quarter" idx="12"/>
          </p:nvPr>
        </p:nvSpPr>
        <p:spPr/>
        <p:txBody>
          <a:bodyPr/>
          <a:lstStyle>
            <a:lvl1pPr>
              <a:defRPr/>
            </a:lvl1pPr>
          </a:lstStyle>
          <a:p>
            <a:pPr>
              <a:defRPr/>
            </a:pPr>
            <a:fld id="{CB1017A0-E723-4E25-8339-72A50F6F06B8}" type="slidenum">
              <a:rPr lang="ar-SA" altLang="en-US"/>
              <a:pPr>
                <a:defRPr/>
              </a:pPr>
              <a:t>‹#›</a:t>
            </a:fld>
            <a:endParaRPr lang="en-US" altLang="en-US"/>
          </a:p>
        </p:txBody>
      </p:sp>
    </p:spTree>
    <p:extLst>
      <p:ext uri="{BB962C8B-B14F-4D97-AF65-F5344CB8AC3E}">
        <p14:creationId xmlns:p14="http://schemas.microsoft.com/office/powerpoint/2010/main" val="28285996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2" name="Date Placeholder 3">
            <a:extLst>
              <a:ext uri="{FF2B5EF4-FFF2-40B4-BE49-F238E27FC236}">
                <a16:creationId xmlns:a16="http://schemas.microsoft.com/office/drawing/2014/main" id="{96FA6FF4-2337-F746-466D-A2DEC617793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8DD128A-31EB-1030-C768-E78D957B5E3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EBD4C0E-B1E1-4E12-CEFA-55792ACFEE4A}"/>
              </a:ext>
            </a:extLst>
          </p:cNvPr>
          <p:cNvSpPr>
            <a:spLocks noGrp="1"/>
          </p:cNvSpPr>
          <p:nvPr>
            <p:ph type="sldNum" sz="quarter" idx="12"/>
          </p:nvPr>
        </p:nvSpPr>
        <p:spPr/>
        <p:txBody>
          <a:bodyPr/>
          <a:lstStyle>
            <a:lvl1pPr>
              <a:defRPr/>
            </a:lvl1pPr>
          </a:lstStyle>
          <a:p>
            <a:pPr>
              <a:defRPr/>
            </a:pPr>
            <a:fld id="{D0FD09FD-734B-4457-BFD8-8E88063A52C8}" type="slidenum">
              <a:rPr lang="ar-SA" altLang="en-US"/>
              <a:pPr>
                <a:defRPr/>
              </a:pPr>
              <a:t>‹#›</a:t>
            </a:fld>
            <a:endParaRPr lang="en-US" altLang="en-US"/>
          </a:p>
        </p:txBody>
      </p:sp>
    </p:spTree>
    <p:extLst>
      <p:ext uri="{BB962C8B-B14F-4D97-AF65-F5344CB8AC3E}">
        <p14:creationId xmlns:p14="http://schemas.microsoft.com/office/powerpoint/2010/main" val="566158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45ACA97-ECF8-BF92-0191-C78D777E82E1}"/>
              </a:ext>
            </a:extLst>
          </p:cNvPr>
          <p:cNvCxnSpPr/>
          <p:nvPr/>
        </p:nvCxnSpPr>
        <p:spPr>
          <a:xfrm flipV="1">
            <a:off x="6289675" y="5264150"/>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42900" y="4960138"/>
            <a:ext cx="5829300" cy="1463040"/>
          </a:xfrm>
        </p:spPr>
        <p:txBody>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2">
              <a:lumMod val="60000"/>
              <a:lumOff val="40000"/>
            </a:schemeClr>
          </a:solidFill>
        </p:spPr>
        <p:txBody>
          <a:bodyPr lIns="457200" tIns="365760"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0000"/>
                    <a:lumOff val="10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6" name="Date Placeholder 4">
            <a:extLst>
              <a:ext uri="{FF2B5EF4-FFF2-40B4-BE49-F238E27FC236}">
                <a16:creationId xmlns:a16="http://schemas.microsoft.com/office/drawing/2014/main" id="{AD6B4E18-BE09-C8B8-9D3E-6299603FCFE7}"/>
              </a:ext>
            </a:extLst>
          </p:cNvPr>
          <p:cNvSpPr>
            <a:spLocks noGrp="1"/>
          </p:cNvSpPr>
          <p:nvPr>
            <p:ph type="dt" sz="half" idx="10"/>
          </p:nvPr>
        </p:nvSpPr>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5B5CF809-BF08-A022-11F2-83F26C1C0810}"/>
              </a:ext>
            </a:extLst>
          </p:cNvPr>
          <p:cNvSpPr>
            <a:spLocks noGrp="1"/>
          </p:cNvSpPr>
          <p:nvPr>
            <p:ph type="ftr" sz="quarter" idx="11"/>
          </p:nvPr>
        </p:nvSpPr>
        <p:spPr/>
        <p:txBody>
          <a:bodyPr/>
          <a:lstStyle>
            <a:lvl1pPr>
              <a:defRPr dirty="0"/>
            </a:lvl1pPr>
          </a:lstStyle>
          <a:p>
            <a:pPr>
              <a:defRPr/>
            </a:pPr>
            <a:endParaRPr lang="en-US"/>
          </a:p>
        </p:txBody>
      </p:sp>
      <p:sp>
        <p:nvSpPr>
          <p:cNvPr id="8" name="Slide Number Placeholder 6">
            <a:extLst>
              <a:ext uri="{FF2B5EF4-FFF2-40B4-BE49-F238E27FC236}">
                <a16:creationId xmlns:a16="http://schemas.microsoft.com/office/drawing/2014/main" id="{DC02F39A-0D96-8EF4-5052-4F7AA6CBB551}"/>
              </a:ext>
            </a:extLst>
          </p:cNvPr>
          <p:cNvSpPr>
            <a:spLocks noGrp="1"/>
          </p:cNvSpPr>
          <p:nvPr>
            <p:ph type="sldNum" sz="quarter" idx="12"/>
          </p:nvPr>
        </p:nvSpPr>
        <p:spPr/>
        <p:txBody>
          <a:bodyPr/>
          <a:lstStyle>
            <a:lvl1pPr>
              <a:defRPr/>
            </a:lvl1pPr>
          </a:lstStyle>
          <a:p>
            <a:pPr>
              <a:defRPr/>
            </a:pPr>
            <a:fld id="{0F31BF12-B8EF-481A-88B9-05330E99B3DC}" type="slidenum">
              <a:rPr lang="ar-SA" altLang="en-US"/>
              <a:pPr>
                <a:defRPr/>
              </a:pPr>
              <a:t>‹#›</a:t>
            </a:fld>
            <a:endParaRPr lang="en-US" altLang="en-US"/>
          </a:p>
        </p:txBody>
      </p:sp>
    </p:spTree>
    <p:extLst>
      <p:ext uri="{BB962C8B-B14F-4D97-AF65-F5344CB8AC3E}">
        <p14:creationId xmlns:p14="http://schemas.microsoft.com/office/powerpoint/2010/main" val="38138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BE20D5-1843-B7BC-92D2-77F641493DB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BB48FBBE-B8C9-1E98-A536-631D2F87A0B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0519113-86B6-F5FE-5D88-99E4E3E6DE00}"/>
              </a:ext>
            </a:extLst>
          </p:cNvPr>
          <p:cNvSpPr>
            <a:spLocks noGrp="1"/>
          </p:cNvSpPr>
          <p:nvPr>
            <p:ph type="sldNum" sz="quarter" idx="12"/>
          </p:nvPr>
        </p:nvSpPr>
        <p:spPr/>
        <p:txBody>
          <a:bodyPr/>
          <a:lstStyle>
            <a:lvl1pPr>
              <a:defRPr/>
            </a:lvl1pPr>
          </a:lstStyle>
          <a:p>
            <a:pPr>
              <a:defRPr/>
            </a:pPr>
            <a:fld id="{CAF307F1-62B9-488F-8E7C-774EEE7846A2}" type="slidenum">
              <a:rPr lang="ar-SA" altLang="en-US"/>
              <a:pPr>
                <a:defRPr/>
              </a:pPr>
              <a:t>‹#›</a:t>
            </a:fld>
            <a:endParaRPr lang="en-US" altLang="en-US"/>
          </a:p>
        </p:txBody>
      </p:sp>
    </p:spTree>
    <p:extLst>
      <p:ext uri="{BB962C8B-B14F-4D97-AF65-F5344CB8AC3E}">
        <p14:creationId xmlns:p14="http://schemas.microsoft.com/office/powerpoint/2010/main" val="28259359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37E0F9EE-D212-30C6-80C0-98BE47CA966C}"/>
              </a:ext>
            </a:extLst>
          </p:cNvPr>
          <p:cNvCxnSpPr/>
          <p:nvPr/>
        </p:nvCxnSpPr>
        <p:spPr>
          <a:xfrm rot="5400000" flipV="1">
            <a:off x="7543800" y="173038"/>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D53697FD-068D-03BB-08B9-650F2140B147}"/>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A19BF31B-E99E-E3AA-4C86-F1BD835973D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575075E-9201-BCA0-1AFF-C3C0F942D2C1}"/>
              </a:ext>
            </a:extLst>
          </p:cNvPr>
          <p:cNvSpPr>
            <a:spLocks noGrp="1"/>
          </p:cNvSpPr>
          <p:nvPr>
            <p:ph type="sldNum" sz="quarter" idx="12"/>
          </p:nvPr>
        </p:nvSpPr>
        <p:spPr/>
        <p:txBody>
          <a:bodyPr/>
          <a:lstStyle>
            <a:lvl1pPr>
              <a:defRPr/>
            </a:lvl1pPr>
          </a:lstStyle>
          <a:p>
            <a:pPr>
              <a:defRPr/>
            </a:pPr>
            <a:fld id="{EFC23429-DD78-4A44-92E2-8DC8FF103F5A}" type="slidenum">
              <a:rPr lang="ar-SA" altLang="en-US"/>
              <a:pPr>
                <a:defRPr/>
              </a:pPr>
              <a:t>‹#›</a:t>
            </a:fld>
            <a:endParaRPr lang="en-US" altLang="en-US"/>
          </a:p>
        </p:txBody>
      </p:sp>
    </p:spTree>
    <p:extLst>
      <p:ext uri="{BB962C8B-B14F-4D97-AF65-F5344CB8AC3E}">
        <p14:creationId xmlns:p14="http://schemas.microsoft.com/office/powerpoint/2010/main" val="1250779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83F5E58-0D1B-D215-6A64-DB0AE44A6578}"/>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3CCB4D8-F4CD-DB79-744B-3FE7772AB52A}"/>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6" name="Rectangle 4">
            <a:extLst>
              <a:ext uri="{FF2B5EF4-FFF2-40B4-BE49-F238E27FC236}">
                <a16:creationId xmlns:a16="http://schemas.microsoft.com/office/drawing/2014/main" id="{6F99FCA0-776C-0D42-F56D-163ACB0545DE}"/>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eaLnBrk="1" hangingPunct="1">
              <a:defRPr sz="1200">
                <a:latin typeface="+mj-lt"/>
                <a:cs typeface="Arial" pitchFamily="34" charset="0"/>
              </a:defRPr>
            </a:lvl1pPr>
          </a:lstStyle>
          <a:p>
            <a:pPr>
              <a:defRPr/>
            </a:pPr>
            <a:endParaRPr lang="en-US"/>
          </a:p>
        </p:txBody>
      </p:sp>
      <p:sp>
        <p:nvSpPr>
          <p:cNvPr id="8197" name="Rectangle 5">
            <a:extLst>
              <a:ext uri="{FF2B5EF4-FFF2-40B4-BE49-F238E27FC236}">
                <a16:creationId xmlns:a16="http://schemas.microsoft.com/office/drawing/2014/main" id="{1C707159-FE31-2665-CDBC-936BCCB07DA0}"/>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rtl="1" eaLnBrk="1" hangingPunct="1">
              <a:defRPr sz="1200">
                <a:latin typeface="+mj-lt"/>
                <a:cs typeface="Arial" pitchFamily="34" charset="0"/>
              </a:defRPr>
            </a:lvl1pPr>
          </a:lstStyle>
          <a:p>
            <a:pPr>
              <a:defRPr/>
            </a:pPr>
            <a:endParaRPr lang="en-US"/>
          </a:p>
        </p:txBody>
      </p:sp>
      <p:sp>
        <p:nvSpPr>
          <p:cNvPr id="8198" name="Rectangle 6">
            <a:extLst>
              <a:ext uri="{FF2B5EF4-FFF2-40B4-BE49-F238E27FC236}">
                <a16:creationId xmlns:a16="http://schemas.microsoft.com/office/drawing/2014/main" id="{1867436B-6397-D007-67BB-A06DDABE9BCF}"/>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eaLnBrk="1" hangingPunct="1">
              <a:defRPr sz="1200" smtClean="0">
                <a:latin typeface="Garamond" panose="02020404030301010803" pitchFamily="18" charset="0"/>
              </a:defRPr>
            </a:lvl1pPr>
          </a:lstStyle>
          <a:p>
            <a:pPr>
              <a:defRPr/>
            </a:pPr>
            <a:fld id="{C597AE0A-74E2-4AE2-B492-BD67C48CA129}" type="slidenum">
              <a:rPr lang="ar-SA" altLang="en-US"/>
              <a:pPr>
                <a:defRPr/>
              </a:pPr>
              <a:t>‹#›</a:t>
            </a:fld>
            <a:endParaRPr lang="en-US" altLang="en-US"/>
          </a:p>
        </p:txBody>
      </p:sp>
      <p:sp>
        <p:nvSpPr>
          <p:cNvPr id="1031" name="Freeform 7">
            <a:extLst>
              <a:ext uri="{FF2B5EF4-FFF2-40B4-BE49-F238E27FC236}">
                <a16:creationId xmlns:a16="http://schemas.microsoft.com/office/drawing/2014/main" id="{356A075E-942F-628A-0F0A-BEE15F578FF5}"/>
              </a:ext>
            </a:extLst>
          </p:cNvPr>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a:extLst>
              <a:ext uri="{FF2B5EF4-FFF2-40B4-BE49-F238E27FC236}">
                <a16:creationId xmlns:a16="http://schemas.microsoft.com/office/drawing/2014/main" id="{39F961B3-1A4E-E259-1727-C564D3E0D14B}"/>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1033" name="Picture 3">
            <a:extLst>
              <a:ext uri="{FF2B5EF4-FFF2-40B4-BE49-F238E27FC236}">
                <a16:creationId xmlns:a16="http://schemas.microsoft.com/office/drawing/2014/main" id="{022103C6-B7E7-05B4-D645-FDC1C51D853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2400" y="304800"/>
            <a:ext cx="83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2">
            <a:extLst>
              <a:ext uri="{FF2B5EF4-FFF2-40B4-BE49-F238E27FC236}">
                <a16:creationId xmlns:a16="http://schemas.microsoft.com/office/drawing/2014/main" id="{D150FF58-D068-734A-4886-F27BF9EDCDC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200" y="381000"/>
            <a:ext cx="83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84" r:id="rId1"/>
    <p:sldLayoutId id="2147484356" r:id="rId2"/>
    <p:sldLayoutId id="2147484357" r:id="rId3"/>
    <p:sldLayoutId id="2147484358" r:id="rId4"/>
    <p:sldLayoutId id="2147484359" r:id="rId5"/>
    <p:sldLayoutId id="2147484360" r:id="rId6"/>
    <p:sldLayoutId id="2147484361" r:id="rId7"/>
    <p:sldLayoutId id="2147484362" r:id="rId8"/>
    <p:sldLayoutId id="2147484363" r:id="rId9"/>
    <p:sldLayoutId id="2147484364" r:id="rId10"/>
    <p:sldLayoutId id="2147484365" r:id="rId11"/>
    <p:sldLayoutId id="2147484366"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2000"/>
                                        <p:tgtEl>
                                          <p:spTgt spid="10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027">
                                            <p:txEl>
                                              <p:pRg st="0" end="0"/>
                                            </p:txEl>
                                          </p:spTgt>
                                        </p:tgtEl>
                                        <p:attrNameLst>
                                          <p:attrName>style.visibility</p:attrName>
                                        </p:attrNameLst>
                                      </p:cBhvr>
                                      <p:to>
                                        <p:strVal val="visible"/>
                                      </p:to>
                                    </p:set>
                                    <p:animEffect transition="in" filter="fade">
                                      <p:cBhvr>
                                        <p:cTn id="12" dur="2000"/>
                                        <p:tgtEl>
                                          <p:spTgt spid="102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027">
                                            <p:txEl>
                                              <p:pRg st="1" end="1"/>
                                            </p:txEl>
                                          </p:spTgt>
                                        </p:tgtEl>
                                        <p:attrNameLst>
                                          <p:attrName>style.visibility</p:attrName>
                                        </p:attrNameLst>
                                      </p:cBhvr>
                                      <p:to>
                                        <p:strVal val="visible"/>
                                      </p:to>
                                    </p:set>
                                    <p:animEffect transition="in" filter="fade">
                                      <p:cBhvr>
                                        <p:cTn id="15" dur="2000"/>
                                        <p:tgtEl>
                                          <p:spTgt spid="1027">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027">
                                            <p:txEl>
                                              <p:pRg st="2" end="2"/>
                                            </p:txEl>
                                          </p:spTgt>
                                        </p:tgtEl>
                                        <p:attrNameLst>
                                          <p:attrName>style.visibility</p:attrName>
                                        </p:attrNameLst>
                                      </p:cBhvr>
                                      <p:to>
                                        <p:strVal val="visible"/>
                                      </p:to>
                                    </p:set>
                                    <p:animEffect transition="in" filter="fade">
                                      <p:cBhvr>
                                        <p:cTn id="18" dur="2000"/>
                                        <p:tgtEl>
                                          <p:spTgt spid="1027">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027">
                                            <p:txEl>
                                              <p:pRg st="3" end="3"/>
                                            </p:txEl>
                                          </p:spTgt>
                                        </p:tgtEl>
                                        <p:attrNameLst>
                                          <p:attrName>style.visibility</p:attrName>
                                        </p:attrNameLst>
                                      </p:cBhvr>
                                      <p:to>
                                        <p:strVal val="visible"/>
                                      </p:to>
                                    </p:set>
                                    <p:animEffect transition="in" filter="fade">
                                      <p:cBhvr>
                                        <p:cTn id="21" dur="2000"/>
                                        <p:tgtEl>
                                          <p:spTgt spid="1027">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027">
                                            <p:txEl>
                                              <p:pRg st="4" end="4"/>
                                            </p:txEl>
                                          </p:spTgt>
                                        </p:tgtEl>
                                        <p:attrNameLst>
                                          <p:attrName>style.visibility</p:attrName>
                                        </p:attrNameLst>
                                      </p:cBhvr>
                                      <p:to>
                                        <p:strVal val="visible"/>
                                      </p:to>
                                    </p:set>
                                    <p:animEffect transition="in" filter="fade">
                                      <p:cBhvr>
                                        <p:cTn id="24" dur="20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tmplLst>
          <p:tmpl lvl="1">
            <p:tnLst>
              <p:par>
                <p:cTn presetID="10"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2000"/>
                        <p:tgtEl>
                          <p:spTgt spid="1027"/>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2000"/>
                        <p:tgtEl>
                          <p:spTgt spid="1027"/>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2000"/>
                        <p:tgtEl>
                          <p:spTgt spid="1027"/>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2000"/>
                        <p:tgtEl>
                          <p:spTgt spid="1027"/>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2000"/>
                        <p:tgtEl>
                          <p:spTgt spid="1027"/>
                        </p:tgtEl>
                      </p:cBhvr>
                    </p:animEffect>
                  </p:childTnLst>
                </p:cTn>
              </p:par>
            </p:tnLst>
          </p:tmpl>
        </p:tmplLst>
      </p:bldP>
    </p:bldLst>
  </p:timing>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1" fontAlgn="base" hangingPunct="1">
        <a:spcBef>
          <a:spcPct val="0"/>
        </a:spcBef>
        <a:spcAft>
          <a:spcPct val="0"/>
        </a:spcAft>
        <a:defRPr sz="4200">
          <a:solidFill>
            <a:schemeClr val="tx2"/>
          </a:solidFill>
          <a:latin typeface="Garamond" pitchFamily="18" charset="0"/>
          <a:cs typeface="Arial" charset="0"/>
        </a:defRPr>
      </a:lvl6pPr>
      <a:lvl7pPr marL="914400" algn="l" rtl="0" eaLnBrk="1" fontAlgn="base" hangingPunct="1">
        <a:spcBef>
          <a:spcPct val="0"/>
        </a:spcBef>
        <a:spcAft>
          <a:spcPct val="0"/>
        </a:spcAft>
        <a:defRPr sz="4200">
          <a:solidFill>
            <a:schemeClr val="tx2"/>
          </a:solidFill>
          <a:latin typeface="Garamond" pitchFamily="18" charset="0"/>
          <a:cs typeface="Arial" charset="0"/>
        </a:defRPr>
      </a:lvl7pPr>
      <a:lvl8pPr marL="1371600" algn="l" rtl="0" eaLnBrk="1" fontAlgn="base" hangingPunct="1">
        <a:spcBef>
          <a:spcPct val="0"/>
        </a:spcBef>
        <a:spcAft>
          <a:spcPct val="0"/>
        </a:spcAft>
        <a:defRPr sz="4200">
          <a:solidFill>
            <a:schemeClr val="tx2"/>
          </a:solidFill>
          <a:latin typeface="Garamond" pitchFamily="18" charset="0"/>
          <a:cs typeface="Arial" charset="0"/>
        </a:defRPr>
      </a:lvl8pPr>
      <a:lvl9pPr marL="1828800" algn="l" rtl="0" eaLnBrk="1" fontAlgn="base" hangingPunct="1">
        <a:spcBef>
          <a:spcPct val="0"/>
        </a:spcBef>
        <a:spcAft>
          <a:spcPct val="0"/>
        </a:spcAft>
        <a:defRPr sz="4200">
          <a:solidFill>
            <a:schemeClr val="tx2"/>
          </a:solidFill>
          <a:latin typeface="Garamond" pitchFamily="18" charset="0"/>
          <a:cs typeface="Arial"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2B0652C-C3C9-F4E4-BD45-6276969AB7BD}"/>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051" name="Rectangle 3">
            <a:extLst>
              <a:ext uri="{FF2B5EF4-FFF2-40B4-BE49-F238E27FC236}">
                <a16:creationId xmlns:a16="http://schemas.microsoft.com/office/drawing/2014/main" id="{0EFAA1AB-D0EA-AAE7-B5B4-A1454174EC05}"/>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6" name="Rectangle 4">
            <a:extLst>
              <a:ext uri="{FF2B5EF4-FFF2-40B4-BE49-F238E27FC236}">
                <a16:creationId xmlns:a16="http://schemas.microsoft.com/office/drawing/2014/main" id="{3C1D70DC-BB96-9EA6-7848-FB433AAFC382}"/>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eaLnBrk="1" hangingPunct="1">
              <a:defRPr sz="1200">
                <a:latin typeface="+mj-lt"/>
                <a:cs typeface="Arial" pitchFamily="34" charset="0"/>
              </a:defRPr>
            </a:lvl1pPr>
          </a:lstStyle>
          <a:p>
            <a:pPr>
              <a:defRPr/>
            </a:pPr>
            <a:endParaRPr lang="en-US"/>
          </a:p>
        </p:txBody>
      </p:sp>
      <p:sp>
        <p:nvSpPr>
          <p:cNvPr id="8197" name="Rectangle 5">
            <a:extLst>
              <a:ext uri="{FF2B5EF4-FFF2-40B4-BE49-F238E27FC236}">
                <a16:creationId xmlns:a16="http://schemas.microsoft.com/office/drawing/2014/main" id="{52C4E024-EE84-BD56-B165-3F70B073BD7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rtl="1" eaLnBrk="1" hangingPunct="1">
              <a:defRPr sz="1200">
                <a:latin typeface="+mj-lt"/>
                <a:cs typeface="Arial" pitchFamily="34" charset="0"/>
              </a:defRPr>
            </a:lvl1pPr>
          </a:lstStyle>
          <a:p>
            <a:pPr>
              <a:defRPr/>
            </a:pPr>
            <a:endParaRPr lang="en-US"/>
          </a:p>
        </p:txBody>
      </p:sp>
      <p:sp>
        <p:nvSpPr>
          <p:cNvPr id="8198" name="Rectangle 6">
            <a:extLst>
              <a:ext uri="{FF2B5EF4-FFF2-40B4-BE49-F238E27FC236}">
                <a16:creationId xmlns:a16="http://schemas.microsoft.com/office/drawing/2014/main" id="{2E4D6C2A-8CD2-880A-8B3C-88599D20BDB9}"/>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eaLnBrk="1" hangingPunct="1">
              <a:defRPr sz="1200" smtClean="0">
                <a:latin typeface="Garamond" panose="02020404030301010803" pitchFamily="18" charset="0"/>
              </a:defRPr>
            </a:lvl1pPr>
          </a:lstStyle>
          <a:p>
            <a:pPr>
              <a:defRPr/>
            </a:pPr>
            <a:fld id="{D2CB93DD-C819-4ADE-8D22-138B65796420}" type="slidenum">
              <a:rPr lang="ar-SA" altLang="en-US"/>
              <a:pPr>
                <a:defRPr/>
              </a:pPr>
              <a:t>‹#›</a:t>
            </a:fld>
            <a:endParaRPr lang="en-US" altLang="en-US"/>
          </a:p>
        </p:txBody>
      </p:sp>
      <p:sp>
        <p:nvSpPr>
          <p:cNvPr id="2055" name="Freeform 7">
            <a:extLst>
              <a:ext uri="{FF2B5EF4-FFF2-40B4-BE49-F238E27FC236}">
                <a16:creationId xmlns:a16="http://schemas.microsoft.com/office/drawing/2014/main" id="{36468AB0-7748-7E73-B15E-43F290DA71A7}"/>
              </a:ext>
            </a:extLst>
          </p:cNvPr>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6" name="Line 8">
            <a:extLst>
              <a:ext uri="{FF2B5EF4-FFF2-40B4-BE49-F238E27FC236}">
                <a16:creationId xmlns:a16="http://schemas.microsoft.com/office/drawing/2014/main" id="{4F869324-FEB1-DF19-DF26-F8496B159B8E}"/>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057" name="Picture 3">
            <a:extLst>
              <a:ext uri="{FF2B5EF4-FFF2-40B4-BE49-F238E27FC236}">
                <a16:creationId xmlns:a16="http://schemas.microsoft.com/office/drawing/2014/main" id="{4F4AA4C2-43D5-6AB5-B501-7A030472FC0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77200" y="152400"/>
            <a:ext cx="83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 name="Picture 2">
            <a:extLst>
              <a:ext uri="{FF2B5EF4-FFF2-40B4-BE49-F238E27FC236}">
                <a16:creationId xmlns:a16="http://schemas.microsoft.com/office/drawing/2014/main" id="{1A715BE1-AB71-E089-9B2F-6776A76D4C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4800" y="228600"/>
            <a:ext cx="83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85" r:id="rId1"/>
    <p:sldLayoutId id="2147484367" r:id="rId2"/>
    <p:sldLayoutId id="2147484368" r:id="rId3"/>
    <p:sldLayoutId id="2147484369" r:id="rId4"/>
    <p:sldLayoutId id="2147484370" r:id="rId5"/>
    <p:sldLayoutId id="2147484371" r:id="rId6"/>
    <p:sldLayoutId id="2147484372" r:id="rId7"/>
    <p:sldLayoutId id="2147484373" r:id="rId8"/>
    <p:sldLayoutId id="2147484374" r:id="rId9"/>
    <p:sldLayoutId id="2147484375" r:id="rId10"/>
    <p:sldLayoutId id="2147484376" r:id="rId11"/>
    <p:sldLayoutId id="2147484377" r:id="rId12"/>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1" fontAlgn="base" hangingPunct="1">
        <a:spcBef>
          <a:spcPct val="0"/>
        </a:spcBef>
        <a:spcAft>
          <a:spcPct val="0"/>
        </a:spcAft>
        <a:defRPr sz="4200">
          <a:solidFill>
            <a:schemeClr val="tx2"/>
          </a:solidFill>
          <a:latin typeface="Garamond" pitchFamily="18" charset="0"/>
          <a:cs typeface="Arial" charset="0"/>
        </a:defRPr>
      </a:lvl6pPr>
      <a:lvl7pPr marL="914400" algn="l" rtl="0" eaLnBrk="1" fontAlgn="base" hangingPunct="1">
        <a:spcBef>
          <a:spcPct val="0"/>
        </a:spcBef>
        <a:spcAft>
          <a:spcPct val="0"/>
        </a:spcAft>
        <a:defRPr sz="4200">
          <a:solidFill>
            <a:schemeClr val="tx2"/>
          </a:solidFill>
          <a:latin typeface="Garamond" pitchFamily="18" charset="0"/>
          <a:cs typeface="Arial" charset="0"/>
        </a:defRPr>
      </a:lvl7pPr>
      <a:lvl8pPr marL="1371600" algn="l" rtl="0" eaLnBrk="1" fontAlgn="base" hangingPunct="1">
        <a:spcBef>
          <a:spcPct val="0"/>
        </a:spcBef>
        <a:spcAft>
          <a:spcPct val="0"/>
        </a:spcAft>
        <a:defRPr sz="4200">
          <a:solidFill>
            <a:schemeClr val="tx2"/>
          </a:solidFill>
          <a:latin typeface="Garamond" pitchFamily="18" charset="0"/>
          <a:cs typeface="Arial" charset="0"/>
        </a:defRPr>
      </a:lvl8pPr>
      <a:lvl9pPr marL="1828800" algn="l" rtl="0" eaLnBrk="1" fontAlgn="base" hangingPunct="1">
        <a:spcBef>
          <a:spcPct val="0"/>
        </a:spcBef>
        <a:spcAft>
          <a:spcPct val="0"/>
        </a:spcAft>
        <a:defRPr sz="4200">
          <a:solidFill>
            <a:schemeClr val="tx2"/>
          </a:solidFill>
          <a:latin typeface="Garamond" pitchFamily="18" charset="0"/>
          <a:cs typeface="Arial"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E6239C-2620-9826-3FE0-19BFBD9BBE4D}"/>
              </a:ext>
            </a:extLst>
          </p:cNvPr>
          <p:cNvSpPr>
            <a:spLocks noGrp="1"/>
          </p:cNvSpPr>
          <p:nvPr>
            <p:ph type="title"/>
          </p:nvPr>
        </p:nvSpPr>
        <p:spPr>
          <a:xfrm>
            <a:off x="768350" y="585788"/>
            <a:ext cx="7289800" cy="1498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411D55C-EF2F-7DD4-113F-AF649CC6F683}"/>
              </a:ext>
            </a:extLst>
          </p:cNvPr>
          <p:cNvSpPr>
            <a:spLocks noGrp="1" noChangeArrowheads="1"/>
          </p:cNvSpPr>
          <p:nvPr>
            <p:ph type="body" idx="1"/>
          </p:nvPr>
        </p:nvSpPr>
        <p:spPr bwMode="auto">
          <a:xfrm>
            <a:off x="768350" y="2286000"/>
            <a:ext cx="7289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DD2DB51-F58D-E7EE-B463-9E6B681348DB}"/>
              </a:ext>
            </a:extLst>
          </p:cNvPr>
          <p:cNvSpPr>
            <a:spLocks noGrp="1"/>
          </p:cNvSpPr>
          <p:nvPr>
            <p:ph type="dt" sz="half" idx="2"/>
          </p:nvPr>
        </p:nvSpPr>
        <p:spPr>
          <a:xfrm>
            <a:off x="768350" y="6470650"/>
            <a:ext cx="1616075" cy="274638"/>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pPr>
              <a:defRPr/>
            </a:pPr>
            <a:endParaRPr lang="en-US"/>
          </a:p>
        </p:txBody>
      </p:sp>
      <p:sp>
        <p:nvSpPr>
          <p:cNvPr id="5" name="Footer Placeholder 4">
            <a:extLst>
              <a:ext uri="{FF2B5EF4-FFF2-40B4-BE49-F238E27FC236}">
                <a16:creationId xmlns:a16="http://schemas.microsoft.com/office/drawing/2014/main" id="{2E588D94-B4C0-F447-6AD8-3849C86BAF13}"/>
              </a:ext>
            </a:extLst>
          </p:cNvPr>
          <p:cNvSpPr>
            <a:spLocks noGrp="1"/>
          </p:cNvSpPr>
          <p:nvPr>
            <p:ph type="ftr" sz="quarter" idx="3"/>
          </p:nvPr>
        </p:nvSpPr>
        <p:spPr>
          <a:xfrm>
            <a:off x="3632200" y="6470650"/>
            <a:ext cx="4425950" cy="274638"/>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pPr>
              <a:defRPr/>
            </a:pPr>
            <a:endParaRPr lang="en-US"/>
          </a:p>
        </p:txBody>
      </p:sp>
      <p:sp>
        <p:nvSpPr>
          <p:cNvPr id="6" name="Slide Number Placeholder 5">
            <a:extLst>
              <a:ext uri="{FF2B5EF4-FFF2-40B4-BE49-F238E27FC236}">
                <a16:creationId xmlns:a16="http://schemas.microsoft.com/office/drawing/2014/main" id="{C2F8823F-806F-D560-46D3-AF5B5F0B3294}"/>
              </a:ext>
            </a:extLst>
          </p:cNvPr>
          <p:cNvSpPr>
            <a:spLocks noGrp="1"/>
          </p:cNvSpPr>
          <p:nvPr>
            <p:ph type="sldNum" sz="quarter" idx="4"/>
          </p:nvPr>
        </p:nvSpPr>
        <p:spPr>
          <a:xfrm>
            <a:off x="8128000" y="6470650"/>
            <a:ext cx="730250" cy="274638"/>
          </a:xfrm>
          <a:prstGeom prst="rect">
            <a:avLst/>
          </a:prstGeom>
        </p:spPr>
        <p:txBody>
          <a:bodyPr vert="horz" lIns="91440" tIns="45720" rIns="91440" bIns="45720" rtlCol="0" anchor="ctr"/>
          <a:lstStyle>
            <a:lvl1pPr algn="l">
              <a:defRPr sz="1000" smtClean="0">
                <a:solidFill>
                  <a:schemeClr val="tx1">
                    <a:lumMod val="90000"/>
                    <a:lumOff val="10000"/>
                  </a:schemeClr>
                </a:solidFill>
                <a:latin typeface="+mj-lt"/>
              </a:defRPr>
            </a:lvl1pPr>
          </a:lstStyle>
          <a:p>
            <a:pPr>
              <a:defRPr/>
            </a:pPr>
            <a:fld id="{AFFA5A61-1BA1-4A87-941C-7961D79A558C}" type="slidenum">
              <a:rPr lang="ar-SA" altLang="en-US"/>
              <a:pPr>
                <a:defRPr/>
              </a:pPr>
              <a:t>‹#›</a:t>
            </a:fld>
            <a:endParaRPr lang="en-US" altLang="en-US"/>
          </a:p>
        </p:txBody>
      </p:sp>
      <p:cxnSp>
        <p:nvCxnSpPr>
          <p:cNvPr id="7" name="Straight Connector 6">
            <a:extLst>
              <a:ext uri="{FF2B5EF4-FFF2-40B4-BE49-F238E27FC236}">
                <a16:creationId xmlns:a16="http://schemas.microsoft.com/office/drawing/2014/main" id="{3E2D5CD8-7DD4-0F3C-398C-2C69FC0FA287}"/>
              </a:ext>
            </a:extLst>
          </p:cNvPr>
          <p:cNvCxnSpPr/>
          <p:nvPr/>
        </p:nvCxnSpPr>
        <p:spPr>
          <a:xfrm flipV="1">
            <a:off x="571500" y="827088"/>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386" r:id="rId1"/>
    <p:sldLayoutId id="2147484378" r:id="rId2"/>
    <p:sldLayoutId id="2147484387" r:id="rId3"/>
    <p:sldLayoutId id="2147484379" r:id="rId4"/>
    <p:sldLayoutId id="2147484380" r:id="rId5"/>
    <p:sldLayoutId id="2147484381" r:id="rId6"/>
    <p:sldLayoutId id="2147484388" r:id="rId7"/>
    <p:sldLayoutId id="2147484382" r:id="rId8"/>
    <p:sldLayoutId id="2147484389" r:id="rId9"/>
    <p:sldLayoutId id="2147484383" r:id="rId10"/>
    <p:sldLayoutId id="2147484390"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2000"/>
                                        <p:tgtEl>
                                          <p:spTgt spid="3"/>
                                        </p:tgtEl>
                                      </p:cBhvr>
                                    </p:animEffect>
                                  </p:childTnLst>
                                </p:cTn>
                              </p:par>
                              <p:par>
                                <p:cTn id="19" presetID="10"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2000"/>
                                        <p:tgtEl>
                                          <p:spTgt spid="3"/>
                                        </p:tgtEl>
                                      </p:cBhvr>
                                    </p:animEffect>
                                  </p:childTnLst>
                                </p:cTn>
                              </p:par>
                              <p:par>
                                <p:cTn id="22" presetID="10"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l" defTabSz="912813" rtl="0" fontAlgn="base">
        <a:lnSpc>
          <a:spcPct val="80000"/>
        </a:lnSpc>
        <a:spcBef>
          <a:spcPct val="0"/>
        </a:spcBef>
        <a:spcAft>
          <a:spcPct val="0"/>
        </a:spcAft>
        <a:defRPr sz="4400" kern="1200" cap="all" spc="100">
          <a:solidFill>
            <a:srgbClr val="474233"/>
          </a:solidFill>
          <a:latin typeface="+mj-lt"/>
          <a:ea typeface="+mj-ea"/>
          <a:cs typeface="+mj-cs"/>
        </a:defRPr>
      </a:lvl1pPr>
      <a:lvl2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2pPr>
      <a:lvl3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3pPr>
      <a:lvl4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4pPr>
      <a:lvl5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5pPr>
      <a:lvl6pPr marL="4572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6pPr>
      <a:lvl7pPr marL="9144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7pPr>
      <a:lvl8pPr marL="13716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8pPr>
      <a:lvl9pPr marL="18288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9pPr>
    </p:titleStyle>
    <p:body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6.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6.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40.jpeg"/><Relationship Id="rId1" Type="http://schemas.openxmlformats.org/officeDocument/2006/relationships/slideLayout" Target="../slideLayouts/slideLayout2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42.png"/><Relationship Id="rId2" Type="http://schemas.openxmlformats.org/officeDocument/2006/relationships/diagramData" Target="../diagrams/data9.xml"/><Relationship Id="rId1" Type="http://schemas.openxmlformats.org/officeDocument/2006/relationships/slideLayout" Target="../slideLayouts/slideLayout2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6.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7812" name="Rectangle 4">
            <a:extLst>
              <a:ext uri="{FF2B5EF4-FFF2-40B4-BE49-F238E27FC236}">
                <a16:creationId xmlns:a16="http://schemas.microsoft.com/office/drawing/2014/main" id="{ACEB698E-88C6-C2EB-5F9C-0DCACA971572}"/>
              </a:ext>
            </a:extLst>
          </p:cNvPr>
          <p:cNvSpPr>
            <a:spLocks noGrp="1" noChangeArrowheads="1"/>
          </p:cNvSpPr>
          <p:nvPr>
            <p:ph type="ctrTitle"/>
          </p:nvPr>
        </p:nvSpPr>
        <p:spPr>
          <a:xfrm>
            <a:off x="342900" y="4959350"/>
            <a:ext cx="5957292" cy="1638002"/>
          </a:xfrm>
        </p:spPr>
        <p:txBody>
          <a:bodyPr>
            <a:normAutofit fontScale="90000"/>
          </a:bodyPr>
          <a:lstStyle/>
          <a:p>
            <a:pPr algn="ctr" defTabSz="914377" fontAlgn="auto">
              <a:spcAft>
                <a:spcPts val="0"/>
              </a:spcAft>
              <a:defRPr/>
            </a:pPr>
            <a:r>
              <a:rPr lang="en-US" sz="2800" b="1" dirty="0"/>
              <a:t>Working with Vulnerable People: </a:t>
            </a:r>
            <a:r>
              <a:rPr lang="en-GB" sz="1600" b="1" i="0" dirty="0">
                <a:solidFill>
                  <a:srgbClr val="000000"/>
                </a:solidFill>
                <a:effectLst/>
                <a:latin typeface="Aptos" panose="020B0004020202020204" pitchFamily="34" charset="0"/>
              </a:rPr>
              <a:t>Clients with Chronic Diseases or Disabilities</a:t>
            </a:r>
            <a:br>
              <a:rPr lang="en-GB" sz="1600" b="1" i="0" dirty="0">
                <a:solidFill>
                  <a:srgbClr val="000000"/>
                </a:solidFill>
                <a:effectLst/>
                <a:latin typeface="Aptos" panose="020B0004020202020204" pitchFamily="34" charset="0"/>
              </a:rPr>
            </a:br>
            <a:br>
              <a:rPr lang="en-US" sz="2800" b="1" dirty="0"/>
            </a:br>
            <a:r>
              <a:rPr lang="en-US" sz="2400" b="1" dirty="0"/>
              <a:t>Chapter 23 &amp; 24</a:t>
            </a:r>
            <a:br>
              <a:rPr lang="en-US" sz="2800" b="1" dirty="0"/>
            </a:br>
            <a:r>
              <a:rPr lang="en-US" sz="2000" b="1" dirty="0"/>
              <a:t>202</a:t>
            </a:r>
            <a:r>
              <a:rPr lang="en-GB" sz="2000" b="1" dirty="0"/>
              <a:t>5</a:t>
            </a:r>
            <a:r>
              <a:rPr lang="en-US" sz="2000" b="1" dirty="0"/>
              <a:t>-2026</a:t>
            </a:r>
            <a:endParaRPr lang="en-US" sz="2800" b="1" dirty="0"/>
          </a:p>
        </p:txBody>
      </p:sp>
      <p:pic>
        <p:nvPicPr>
          <p:cNvPr id="12293" name="Picture 5" descr="Vulnerable Populations">
            <a:extLst>
              <a:ext uri="{FF2B5EF4-FFF2-40B4-BE49-F238E27FC236}">
                <a16:creationId xmlns:a16="http://schemas.microsoft.com/office/drawing/2014/main" id="{41C7FCFE-4FF2-10D1-C723-E0B53428F3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556" b="5556"/>
          <a:stretch/>
        </p:blipFill>
        <p:spPr bwMode="auto">
          <a:xfrm>
            <a:off x="20" y="10"/>
            <a:ext cx="9143980" cy="45719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66BFE-D715-5F99-53A4-7889D1412816}"/>
              </a:ext>
            </a:extLst>
          </p:cNvPr>
          <p:cNvSpPr>
            <a:spLocks noGrp="1"/>
          </p:cNvSpPr>
          <p:nvPr>
            <p:ph type="title"/>
          </p:nvPr>
        </p:nvSpPr>
        <p:spPr>
          <a:xfrm>
            <a:off x="1116013" y="549275"/>
            <a:ext cx="7543800" cy="1125538"/>
          </a:xfrm>
        </p:spPr>
        <p:txBody>
          <a:bodyPr/>
          <a:lstStyle/>
          <a:p>
            <a:pPr defTabSz="914377" fontAlgn="auto">
              <a:spcAft>
                <a:spcPts val="0"/>
              </a:spcAft>
              <a:defRPr/>
            </a:pPr>
            <a:r>
              <a:rPr lang="en-US" b="1" dirty="0">
                <a:solidFill>
                  <a:schemeClr val="accent1">
                    <a:lumMod val="75000"/>
                  </a:schemeClr>
                </a:solidFill>
              </a:rPr>
              <a:t>Objectives</a:t>
            </a:r>
          </a:p>
        </p:txBody>
      </p:sp>
      <p:sp>
        <p:nvSpPr>
          <p:cNvPr id="3" name="Content Placeholder 2">
            <a:extLst>
              <a:ext uri="{FF2B5EF4-FFF2-40B4-BE49-F238E27FC236}">
                <a16:creationId xmlns:a16="http://schemas.microsoft.com/office/drawing/2014/main" id="{0CDC2D42-DA52-7AAE-5BFD-4984B6F6D4E4}"/>
              </a:ext>
            </a:extLst>
          </p:cNvPr>
          <p:cNvSpPr>
            <a:spLocks noGrp="1"/>
          </p:cNvSpPr>
          <p:nvPr>
            <p:ph idx="1"/>
          </p:nvPr>
        </p:nvSpPr>
        <p:spPr>
          <a:xfrm>
            <a:off x="874712" y="1916832"/>
            <a:ext cx="7873752" cy="4022725"/>
          </a:xfrm>
        </p:spPr>
        <p:txBody>
          <a:bodyPr rtlCol="0">
            <a:normAutofit/>
          </a:bodyPr>
          <a:lstStyle/>
          <a:p>
            <a:pPr marL="91440" indent="-91440" defTabSz="914377" fontAlgn="auto">
              <a:spcAft>
                <a:spcPts val="0"/>
              </a:spcAft>
              <a:buClr>
                <a:schemeClr val="accent1">
                  <a:lumMod val="75000"/>
                </a:schemeClr>
              </a:buClr>
              <a:buFont typeface="Wingdings" panose="05000000000000000000" pitchFamily="2" charset="2"/>
              <a:buChar char="v"/>
              <a:defRPr/>
            </a:pPr>
            <a:r>
              <a:rPr lang="en-GB" dirty="0"/>
              <a:t>Describe the term “vulnerable populations</a:t>
            </a:r>
            <a:endParaRPr lang="en-US" dirty="0"/>
          </a:p>
          <a:p>
            <a:pPr marL="91440" indent="-91440" defTabSz="914377" fontAlgn="auto">
              <a:spcAft>
                <a:spcPts val="0"/>
              </a:spcAft>
              <a:buClr>
                <a:schemeClr val="accent1">
                  <a:lumMod val="75000"/>
                </a:schemeClr>
              </a:buClr>
              <a:buFont typeface="Wingdings" panose="05000000000000000000" pitchFamily="2" charset="2"/>
              <a:buChar char="v"/>
              <a:defRPr/>
            </a:pPr>
            <a:r>
              <a:rPr lang="en-US" dirty="0"/>
              <a:t>Discuss the Models and Theories of Vulnerability</a:t>
            </a:r>
          </a:p>
          <a:p>
            <a:pPr marL="91440" indent="-91440" defTabSz="914377" fontAlgn="auto">
              <a:spcAft>
                <a:spcPts val="0"/>
              </a:spcAft>
              <a:buClr>
                <a:schemeClr val="accent1">
                  <a:lumMod val="75000"/>
                </a:schemeClr>
              </a:buClr>
              <a:buFont typeface="Wingdings" panose="05000000000000000000" pitchFamily="2" charset="2"/>
              <a:buChar char="v"/>
              <a:defRPr/>
            </a:pPr>
            <a:r>
              <a:rPr lang="en-US" dirty="0"/>
              <a:t>Describe the term “ Disability” </a:t>
            </a:r>
          </a:p>
          <a:p>
            <a:pPr marL="91440" indent="-91440" defTabSz="914377" fontAlgn="auto">
              <a:spcAft>
                <a:spcPts val="0"/>
              </a:spcAft>
              <a:buClr>
                <a:schemeClr val="accent1">
                  <a:lumMod val="75000"/>
                </a:schemeClr>
              </a:buClr>
              <a:buFont typeface="Wingdings" panose="05000000000000000000" pitchFamily="2" charset="2"/>
              <a:buChar char="v"/>
              <a:defRPr/>
            </a:pPr>
            <a:r>
              <a:rPr lang="en-US" dirty="0"/>
              <a:t>Explain the socioeconomic gradient in health.</a:t>
            </a:r>
          </a:p>
          <a:p>
            <a:pPr marL="91440" indent="-91440" defTabSz="914377" fontAlgn="auto">
              <a:spcAft>
                <a:spcPts val="0"/>
              </a:spcAft>
              <a:buClr>
                <a:schemeClr val="accent1">
                  <a:lumMod val="75000"/>
                </a:schemeClr>
              </a:buClr>
              <a:buFont typeface="Wingdings" panose="05000000000000000000" pitchFamily="2" charset="2"/>
              <a:buChar char="v"/>
              <a:defRPr/>
            </a:pPr>
            <a:r>
              <a:rPr lang="en-US" dirty="0"/>
              <a:t>List the most common factors related to vulnerability</a:t>
            </a:r>
          </a:p>
          <a:p>
            <a:pPr marL="91440" indent="-91440" defTabSz="914377" fontAlgn="auto">
              <a:spcAft>
                <a:spcPts val="0"/>
              </a:spcAft>
              <a:buClr>
                <a:schemeClr val="accent1">
                  <a:lumMod val="75000"/>
                </a:schemeClr>
              </a:buClr>
              <a:buFont typeface="Wingdings" panose="05000000000000000000" pitchFamily="2" charset="2"/>
              <a:buChar char="v"/>
              <a:defRPr/>
            </a:pPr>
            <a:r>
              <a:rPr lang="en-US" dirty="0"/>
              <a:t>Describe types of health disparities.</a:t>
            </a:r>
          </a:p>
          <a:p>
            <a:pPr marL="91440" indent="-91440" algn="just" defTabSz="914377" fontAlgn="auto">
              <a:spcAft>
                <a:spcPts val="0"/>
              </a:spcAft>
              <a:buClr>
                <a:schemeClr val="accent1">
                  <a:lumMod val="75000"/>
                </a:schemeClr>
              </a:buClr>
              <a:buFont typeface="Wingdings" panose="05000000000000000000" pitchFamily="2" charset="2"/>
              <a:buChar char="v"/>
              <a:defRPr/>
            </a:pPr>
            <a:r>
              <a:rPr lang="en-US" dirty="0"/>
              <a:t> Identify strategies to solicit and evaluate input from vulnerable populations when planning health care programs and services.</a:t>
            </a:r>
          </a:p>
          <a:p>
            <a:pPr marL="91440" indent="-91440" defTabSz="914377" fontAlgn="auto">
              <a:spcAft>
                <a:spcPts val="0"/>
              </a:spcAft>
              <a:buClr>
                <a:schemeClr val="accent1">
                  <a:lumMod val="75000"/>
                </a:schemeClr>
              </a:buClr>
              <a:buFont typeface="Wingdings" panose="05000000000000000000" pitchFamily="2" charset="2"/>
              <a:buChar char="v"/>
              <a:defRPr/>
            </a:pPr>
            <a:r>
              <a:rPr lang="en-GB" dirty="0"/>
              <a:t>Discuss the role of community/ public health nurse with vulnerable population. </a:t>
            </a:r>
            <a:endParaRPr lang="en-US" dirty="0"/>
          </a:p>
          <a:p>
            <a:pPr marL="0" indent="0" defTabSz="914377" fontAlgn="auto">
              <a:spcAft>
                <a:spcPts val="0"/>
              </a:spcAft>
              <a:buClr>
                <a:schemeClr val="accent1">
                  <a:lumMod val="75000"/>
                </a:schemeClr>
              </a:buClr>
              <a:buNone/>
              <a:defRPr/>
            </a:pPr>
            <a:endParaRPr lang="en-US" dirty="0"/>
          </a:p>
          <a:p>
            <a:pPr marL="0" indent="0" defTabSz="914377" fontAlgn="auto">
              <a:spcAft>
                <a:spcPts val="0"/>
              </a:spcAft>
              <a:buClr>
                <a:schemeClr val="accent1">
                  <a:lumMod val="75000"/>
                </a:schemeClr>
              </a:buClr>
              <a:buFont typeface="Wingdings" panose="05000000000000000000" pitchFamily="2" charset="2"/>
              <a:buNone/>
              <a:defRPr/>
            </a:pPr>
            <a:endParaRPr lang="en-US" dirty="0"/>
          </a:p>
          <a:p>
            <a:pPr marL="182880" indent="-182880" defTabSz="914377" fontAlgn="auto">
              <a:spcAft>
                <a:spcPts val="0"/>
              </a:spcAft>
              <a:buClr>
                <a:schemeClr val="accent1">
                  <a:lumMod val="75000"/>
                </a:schemeClr>
              </a:buClr>
              <a:defRP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1705-CD82-4049-E1C0-5A0BBDCBA3B7}"/>
              </a:ext>
            </a:extLst>
          </p:cNvPr>
          <p:cNvSpPr>
            <a:spLocks noGrp="1"/>
          </p:cNvSpPr>
          <p:nvPr>
            <p:ph type="title"/>
          </p:nvPr>
        </p:nvSpPr>
        <p:spPr>
          <a:xfrm>
            <a:off x="768096" y="585216"/>
            <a:ext cx="3323844" cy="1499616"/>
          </a:xfrm>
        </p:spPr>
        <p:txBody>
          <a:bodyPr>
            <a:normAutofit/>
          </a:bodyPr>
          <a:lstStyle/>
          <a:p>
            <a:pPr defTabSz="914377" fontAlgn="auto">
              <a:spcAft>
                <a:spcPts val="0"/>
              </a:spcAft>
              <a:defRPr/>
            </a:pPr>
            <a:r>
              <a:rPr lang="en-US" sz="3800" b="1" dirty="0"/>
              <a:t>Vulnerability </a:t>
            </a:r>
          </a:p>
        </p:txBody>
      </p:sp>
      <p:sp>
        <p:nvSpPr>
          <p:cNvPr id="14339" name="Content Placeholder 2">
            <a:extLst>
              <a:ext uri="{FF2B5EF4-FFF2-40B4-BE49-F238E27FC236}">
                <a16:creationId xmlns:a16="http://schemas.microsoft.com/office/drawing/2014/main" id="{07F3EC9C-0721-4C70-44D3-C8C7FEFD56E5}"/>
              </a:ext>
            </a:extLst>
          </p:cNvPr>
          <p:cNvSpPr>
            <a:spLocks noGrp="1" noChangeArrowheads="1"/>
          </p:cNvSpPr>
          <p:nvPr>
            <p:ph idx="1"/>
          </p:nvPr>
        </p:nvSpPr>
        <p:spPr>
          <a:xfrm>
            <a:off x="509808" y="2111112"/>
            <a:ext cx="8124384" cy="3931920"/>
          </a:xfrm>
        </p:spPr>
        <p:txBody>
          <a:bodyPr>
            <a:normAutofit/>
          </a:bodyPr>
          <a:lstStyle/>
          <a:p>
            <a:pPr algn="just">
              <a:lnSpc>
                <a:spcPct val="200000"/>
              </a:lnSpc>
            </a:pPr>
            <a:r>
              <a:rPr lang="en-US" altLang="en-US" dirty="0">
                <a:cs typeface="Tahoma" panose="020B0604030504040204" pitchFamily="34" charset="0"/>
              </a:rPr>
              <a:t>The concept of vulnerability is an important one for nurses because of its implications for health, no matter where they practice. Is being susceptible to neglect or harm or being at risk of poor social, psychological, and physical Health out come (Aday2001). </a:t>
            </a:r>
          </a:p>
        </p:txBody>
      </p:sp>
      <p:pic>
        <p:nvPicPr>
          <p:cNvPr id="14340" name="Picture 6" descr="Vulnerable People">
            <a:extLst>
              <a:ext uri="{FF2B5EF4-FFF2-40B4-BE49-F238E27FC236}">
                <a16:creationId xmlns:a16="http://schemas.microsoft.com/office/drawing/2014/main" id="{9ABA7045-EA4A-C08B-931A-FA9D82F1C89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84168" y="4725144"/>
            <a:ext cx="2723788" cy="15136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7E8D24FF-A711-96F6-A5F8-EFC15574641D}"/>
              </a:ext>
            </a:extLst>
          </p:cNvPr>
          <p:cNvSpPr>
            <a:spLocks noGrp="1" noChangeArrowheads="1"/>
          </p:cNvSpPr>
          <p:nvPr>
            <p:ph type="title"/>
          </p:nvPr>
        </p:nvSpPr>
        <p:spPr>
          <a:xfrm>
            <a:off x="971550" y="836712"/>
            <a:ext cx="7200900" cy="936625"/>
          </a:xfrm>
        </p:spPr>
        <p:txBody>
          <a:bodyPr>
            <a:noAutofit/>
          </a:bodyPr>
          <a:lstStyle/>
          <a:p>
            <a:pPr algn="ctr" defTabSz="914377" fontAlgn="auto">
              <a:spcAft>
                <a:spcPts val="0"/>
              </a:spcAft>
              <a:defRPr/>
            </a:pPr>
            <a:r>
              <a:rPr lang="en-US" b="1" dirty="0">
                <a:solidFill>
                  <a:schemeClr val="accent1">
                    <a:lumMod val="75000"/>
                  </a:schemeClr>
                </a:solidFill>
              </a:rPr>
              <a:t>Vulnerable Populations</a:t>
            </a:r>
          </a:p>
        </p:txBody>
      </p:sp>
      <p:sp>
        <p:nvSpPr>
          <p:cNvPr id="9219" name="Rectangle 3">
            <a:extLst>
              <a:ext uri="{FF2B5EF4-FFF2-40B4-BE49-F238E27FC236}">
                <a16:creationId xmlns:a16="http://schemas.microsoft.com/office/drawing/2014/main" id="{F55A83A9-0817-A240-12BC-ACB164441369}"/>
              </a:ext>
            </a:extLst>
          </p:cNvPr>
          <p:cNvSpPr>
            <a:spLocks noGrp="1" noChangeArrowheads="1"/>
          </p:cNvSpPr>
          <p:nvPr>
            <p:ph idx="1"/>
          </p:nvPr>
        </p:nvSpPr>
        <p:spPr>
          <a:xfrm>
            <a:off x="684213" y="1916807"/>
            <a:ext cx="8064500" cy="1152153"/>
          </a:xfrm>
        </p:spPr>
        <p:txBody>
          <a:bodyPr rtlCol="0">
            <a:normAutofit/>
          </a:bodyPr>
          <a:lstStyle/>
          <a:p>
            <a:pPr marL="0" indent="0" defTabSz="914377" fontAlgn="auto">
              <a:spcAft>
                <a:spcPts val="0"/>
              </a:spcAft>
              <a:buClr>
                <a:schemeClr val="accent1">
                  <a:lumMod val="75000"/>
                </a:schemeClr>
              </a:buClr>
              <a:buFont typeface="Wingdings" panose="05000000000000000000" pitchFamily="2" charset="2"/>
              <a:buNone/>
              <a:defRPr/>
            </a:pPr>
            <a:r>
              <a:rPr lang="en-US" altLang="en-US" sz="2400" dirty="0">
                <a:cs typeface="Tahoma" panose="020B0604030504040204" pitchFamily="34" charset="0"/>
              </a:rPr>
              <a:t>Subpopulations such as ethnic or racial minorities, the uninsured, those with HIV/AIDS, children, the elderly the poor and those who are homeless (Shi &amp; Stevens, 2011).</a:t>
            </a:r>
          </a:p>
        </p:txBody>
      </p:sp>
      <p:graphicFrame>
        <p:nvGraphicFramePr>
          <p:cNvPr id="263172" name="TextBox 1">
            <a:extLst>
              <a:ext uri="{FF2B5EF4-FFF2-40B4-BE49-F238E27FC236}">
                <a16:creationId xmlns:a16="http://schemas.microsoft.com/office/drawing/2014/main" id="{1C8B7D17-CD09-DA71-A28E-4A8B797B416A}"/>
              </a:ext>
            </a:extLst>
          </p:cNvPr>
          <p:cNvGraphicFramePr/>
          <p:nvPr/>
        </p:nvGraphicFramePr>
        <p:xfrm>
          <a:off x="971600" y="3212976"/>
          <a:ext cx="7200900" cy="33239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BB98-C72B-79DA-0392-36C7D98F7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2FF6C9-B19C-F6BF-4DC2-4BF6D8503DD9}"/>
              </a:ext>
            </a:extLst>
          </p:cNvPr>
          <p:cNvSpPr>
            <a:spLocks noGrp="1"/>
          </p:cNvSpPr>
          <p:nvPr>
            <p:ph type="title"/>
          </p:nvPr>
        </p:nvSpPr>
        <p:spPr>
          <a:xfrm>
            <a:off x="768096" y="585216"/>
            <a:ext cx="4426545" cy="1499616"/>
          </a:xfrm>
        </p:spPr>
        <p:txBody>
          <a:bodyPr>
            <a:normAutofit/>
          </a:bodyPr>
          <a:lstStyle/>
          <a:p>
            <a:pPr defTabSz="914377" fontAlgn="auto">
              <a:spcAft>
                <a:spcPts val="0"/>
              </a:spcAft>
              <a:defRPr/>
            </a:pPr>
            <a:r>
              <a:rPr lang="en-US" sz="3700" b="1" dirty="0">
                <a:solidFill>
                  <a:srgbClr val="FF0000"/>
                </a:solidFill>
              </a:rPr>
              <a:t>Models and Theories of Vulnerability</a:t>
            </a:r>
            <a:endParaRPr lang="en-US" sz="3700" dirty="0">
              <a:solidFill>
                <a:srgbClr val="FF0000"/>
              </a:solidFill>
            </a:endParaRPr>
          </a:p>
        </p:txBody>
      </p:sp>
      <p:sp>
        <p:nvSpPr>
          <p:cNvPr id="3" name="Content Placeholder 2">
            <a:extLst>
              <a:ext uri="{FF2B5EF4-FFF2-40B4-BE49-F238E27FC236}">
                <a16:creationId xmlns:a16="http://schemas.microsoft.com/office/drawing/2014/main" id="{C7D3EBFB-730C-1517-7103-DC18A37E839C}"/>
              </a:ext>
            </a:extLst>
          </p:cNvPr>
          <p:cNvSpPr>
            <a:spLocks noGrp="1"/>
          </p:cNvSpPr>
          <p:nvPr>
            <p:ph idx="1"/>
          </p:nvPr>
        </p:nvSpPr>
        <p:spPr>
          <a:xfrm>
            <a:off x="755576" y="2204864"/>
            <a:ext cx="8064896" cy="3375248"/>
          </a:xfrm>
        </p:spPr>
        <p:txBody>
          <a:bodyPr rtlCol="0">
            <a:normAutofit/>
          </a:bodyPr>
          <a:lstStyle/>
          <a:p>
            <a:pPr marL="91440" indent="-91440" algn="just" defTabSz="914377" fontAlgn="auto">
              <a:defRPr/>
            </a:pPr>
            <a:r>
              <a:rPr lang="en-US" sz="2400" b="1" dirty="0"/>
              <a:t>1- Vulnerable Populations Conceptual Model</a:t>
            </a:r>
            <a:r>
              <a:rPr lang="en-US" sz="2400" dirty="0"/>
              <a:t> – Flaskerud &amp; Winslow (1998)</a:t>
            </a:r>
          </a:p>
          <a:p>
            <a:pPr marL="91440" indent="-91440" algn="just" defTabSz="914377" fontAlgn="auto">
              <a:defRPr/>
            </a:pPr>
            <a:r>
              <a:rPr lang="en-US" sz="2400" b="1" dirty="0"/>
              <a:t>2- Behavioral Model for Vulnerable Populations</a:t>
            </a:r>
            <a:r>
              <a:rPr lang="en-US" sz="2400" dirty="0"/>
              <a:t> – Gelberg, Andersen, &amp; Leake (2000)</a:t>
            </a:r>
          </a:p>
          <a:p>
            <a:pPr marL="91440" indent="-91440" algn="just" defTabSz="914377" fontAlgn="auto">
              <a:defRPr/>
            </a:pPr>
            <a:r>
              <a:rPr lang="en-US" sz="2400" b="1" dirty="0"/>
              <a:t>3- Differential Vulnerability Hypothesis</a:t>
            </a:r>
            <a:r>
              <a:rPr lang="en-US" sz="2400" dirty="0"/>
              <a:t> – Kessler (1979)</a:t>
            </a:r>
          </a:p>
          <a:p>
            <a:pPr marL="91440" indent="-91440" algn="just" defTabSz="914377" fontAlgn="auto">
              <a:defRPr/>
            </a:pPr>
            <a:r>
              <a:rPr lang="en-US" sz="2400" b="1" dirty="0"/>
              <a:t>4- Social Capital</a:t>
            </a:r>
          </a:p>
        </p:txBody>
      </p:sp>
    </p:spTree>
    <p:extLst>
      <p:ext uri="{BB962C8B-B14F-4D97-AF65-F5344CB8AC3E}">
        <p14:creationId xmlns:p14="http://schemas.microsoft.com/office/powerpoint/2010/main" val="2443021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E01F6-1874-492B-D1E7-3218E92E4F74}"/>
              </a:ext>
            </a:extLst>
          </p:cNvPr>
          <p:cNvSpPr>
            <a:spLocks noGrp="1"/>
          </p:cNvSpPr>
          <p:nvPr>
            <p:ph type="title"/>
          </p:nvPr>
        </p:nvSpPr>
        <p:spPr>
          <a:xfrm>
            <a:off x="768096" y="585216"/>
            <a:ext cx="8196392" cy="1499616"/>
          </a:xfrm>
        </p:spPr>
        <p:txBody>
          <a:bodyPr>
            <a:normAutofit/>
          </a:bodyPr>
          <a:lstStyle/>
          <a:p>
            <a:pPr defTabSz="914377" fontAlgn="auto">
              <a:spcAft>
                <a:spcPts val="0"/>
              </a:spcAft>
              <a:defRPr/>
            </a:pPr>
            <a:r>
              <a:rPr lang="en-US" sz="3700" b="1" dirty="0">
                <a:solidFill>
                  <a:srgbClr val="FF0000"/>
                </a:solidFill>
              </a:rPr>
              <a:t>Models and Theories of Vulnerability</a:t>
            </a:r>
            <a:endParaRPr lang="en-US" sz="3700" dirty="0">
              <a:solidFill>
                <a:srgbClr val="FF0000"/>
              </a:solidFill>
            </a:endParaRPr>
          </a:p>
        </p:txBody>
      </p:sp>
      <p:sp>
        <p:nvSpPr>
          <p:cNvPr id="3" name="Content Placeholder 2">
            <a:extLst>
              <a:ext uri="{FF2B5EF4-FFF2-40B4-BE49-F238E27FC236}">
                <a16:creationId xmlns:a16="http://schemas.microsoft.com/office/drawing/2014/main" id="{3CC0CDA2-58E6-1C92-8B88-633E5AE05E9B}"/>
              </a:ext>
            </a:extLst>
          </p:cNvPr>
          <p:cNvSpPr>
            <a:spLocks noGrp="1"/>
          </p:cNvSpPr>
          <p:nvPr>
            <p:ph idx="1"/>
          </p:nvPr>
        </p:nvSpPr>
        <p:spPr>
          <a:xfrm>
            <a:off x="755576" y="2204864"/>
            <a:ext cx="7836352" cy="3375248"/>
          </a:xfrm>
        </p:spPr>
        <p:txBody>
          <a:bodyPr rtlCol="0">
            <a:normAutofit/>
          </a:bodyPr>
          <a:lstStyle/>
          <a:p>
            <a:pPr marL="91440" indent="-91440" algn="just" defTabSz="914377" fontAlgn="auto">
              <a:defRPr/>
            </a:pPr>
            <a:r>
              <a:rPr lang="en-US" b="1" dirty="0">
                <a:solidFill>
                  <a:srgbClr val="CC0099"/>
                </a:solidFill>
              </a:rPr>
              <a:t>1- Vulnerable Populations Conceptual Model</a:t>
            </a:r>
            <a:r>
              <a:rPr lang="en-US" dirty="0">
                <a:solidFill>
                  <a:srgbClr val="CC0099"/>
                </a:solidFill>
              </a:rPr>
              <a:t> – Flaskerud &amp; Winslow (1998)</a:t>
            </a:r>
          </a:p>
          <a:p>
            <a:pPr marL="91440" indent="-91440" algn="just" defTabSz="914377" fontAlgn="auto">
              <a:defRPr/>
            </a:pPr>
            <a:r>
              <a:rPr lang="en-US" dirty="0"/>
              <a:t>Flaskerud &amp; Winslow (1998) developed a popular conceptual framework of vulnerability that contains three related concepts: </a:t>
            </a:r>
          </a:p>
          <a:p>
            <a:pPr marL="91440" indent="-91440" algn="ctr" defTabSz="914377" fontAlgn="auto">
              <a:defRPr/>
            </a:pPr>
            <a:r>
              <a:rPr lang="en-US" b="1" dirty="0">
                <a:solidFill>
                  <a:srgbClr val="00B050"/>
                </a:solidFill>
              </a:rPr>
              <a:t>Resource Availability, Relative Risk, and Health Status.</a:t>
            </a:r>
          </a:p>
          <a:p>
            <a:pPr marL="91440" indent="-91440" algn="just" defTabSz="914377" fontAlgn="auto">
              <a:defRPr/>
            </a:pPr>
            <a:r>
              <a:rPr lang="en-GB" dirty="0"/>
              <a:t>The model provides evidence of the link between poor health status and socioeconomic resource availability through the loss of income, jobs, and health insurance</a:t>
            </a:r>
            <a:endParaRPr lang="en-US" dirty="0"/>
          </a:p>
          <a:p>
            <a:pPr marL="0" indent="0" defTabSz="914377" fontAlgn="auto">
              <a:buFont typeface="Wingdings" panose="05000000000000000000" pitchFamily="2" charset="2"/>
              <a:buNone/>
              <a:defRPr/>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F2A7C-5514-A42E-B970-CA03F4E3BB90}"/>
              </a:ext>
            </a:extLst>
          </p:cNvPr>
          <p:cNvSpPr>
            <a:spLocks noGrp="1"/>
          </p:cNvSpPr>
          <p:nvPr>
            <p:ph type="title"/>
          </p:nvPr>
        </p:nvSpPr>
        <p:spPr>
          <a:xfrm>
            <a:off x="827584" y="188640"/>
            <a:ext cx="7848872" cy="1498600"/>
          </a:xfrm>
        </p:spPr>
        <p:txBody>
          <a:bodyPr>
            <a:noAutofit/>
          </a:bodyPr>
          <a:lstStyle/>
          <a:p>
            <a:pPr marL="91440" indent="-91440" algn="just" defTabSz="914377" fontAlgn="auto">
              <a:defRPr/>
            </a:pPr>
            <a:r>
              <a:rPr lang="en-US" sz="2400" b="1" dirty="0">
                <a:solidFill>
                  <a:srgbClr val="CC0099"/>
                </a:solidFill>
              </a:rPr>
              <a:t>1- Vulnerable Populations Conceptual Model</a:t>
            </a:r>
            <a:r>
              <a:rPr lang="en-US" sz="2400" dirty="0">
                <a:solidFill>
                  <a:srgbClr val="CC0099"/>
                </a:solidFill>
              </a:rPr>
              <a:t> – Flaskerud &amp; Winslow (1998)</a:t>
            </a:r>
          </a:p>
        </p:txBody>
      </p:sp>
      <p:sp>
        <p:nvSpPr>
          <p:cNvPr id="4" name="TextBox 3">
            <a:extLst>
              <a:ext uri="{FF2B5EF4-FFF2-40B4-BE49-F238E27FC236}">
                <a16:creationId xmlns:a16="http://schemas.microsoft.com/office/drawing/2014/main" id="{CEE8CC91-ACD4-AB21-99EF-BE99D35F9BA1}"/>
              </a:ext>
            </a:extLst>
          </p:cNvPr>
          <p:cNvSpPr txBox="1"/>
          <p:nvPr/>
        </p:nvSpPr>
        <p:spPr>
          <a:xfrm>
            <a:off x="683568" y="1340768"/>
            <a:ext cx="8352928" cy="5632311"/>
          </a:xfrm>
          <a:prstGeom prst="rect">
            <a:avLst/>
          </a:prstGeom>
          <a:noFill/>
        </p:spPr>
        <p:txBody>
          <a:bodyPr wrap="square">
            <a:spAutoFit/>
          </a:bodyPr>
          <a:lstStyle/>
          <a:p>
            <a:pPr algn="just"/>
            <a:r>
              <a:rPr lang="en-GB" sz="2000" b="1" i="0" u="none" strike="noStrike" baseline="0" dirty="0">
                <a:solidFill>
                  <a:schemeClr val="accent3">
                    <a:lumMod val="75000"/>
                  </a:schemeClr>
                </a:solidFill>
                <a:latin typeface="+mj-lt"/>
              </a:rPr>
              <a:t>Lack of resources </a:t>
            </a:r>
            <a:r>
              <a:rPr lang="en-GB" sz="2000" b="0" i="0" u="none" strike="noStrike" baseline="0" dirty="0">
                <a:latin typeface="+mj-lt"/>
              </a:rPr>
              <a:t>(e.g., socioeconomic and environmental) increases a population's exposure to risk factors and reduces individuals' ability to avoid illness</a:t>
            </a:r>
          </a:p>
          <a:p>
            <a:pPr algn="just"/>
            <a:endParaRPr lang="en-GB" sz="2000" dirty="0">
              <a:latin typeface="+mj-lt"/>
            </a:endParaRPr>
          </a:p>
          <a:p>
            <a:pPr marL="798513" algn="just"/>
            <a:r>
              <a:rPr lang="en-GB" sz="2000" b="1" dirty="0">
                <a:solidFill>
                  <a:srgbClr val="C00000"/>
                </a:solidFill>
                <a:latin typeface="+mj-lt"/>
              </a:rPr>
              <a:t>Socioeconomic resources </a:t>
            </a:r>
            <a:r>
              <a:rPr lang="en-GB" sz="2000" dirty="0">
                <a:solidFill>
                  <a:srgbClr val="003300"/>
                </a:solidFill>
                <a:latin typeface="+mj-lt"/>
              </a:rPr>
              <a:t>include human capital (e.g., jobs, income, housing, education), social connectedness or integration (e.g., social networks or ties; social support or the lack of it, characterized by marginalization), and social status (e.g., position, power, role)</a:t>
            </a:r>
          </a:p>
          <a:p>
            <a:pPr marL="798513" algn="just"/>
            <a:endParaRPr lang="en-GB" sz="2000" dirty="0">
              <a:solidFill>
                <a:srgbClr val="003300"/>
              </a:solidFill>
              <a:latin typeface="+mj-lt"/>
            </a:endParaRPr>
          </a:p>
          <a:p>
            <a:pPr marL="798513" algn="just"/>
            <a:r>
              <a:rPr lang="en-GB" sz="2000" b="1" dirty="0">
                <a:solidFill>
                  <a:srgbClr val="C00000"/>
                </a:solidFill>
                <a:latin typeface="+mj-lt"/>
              </a:rPr>
              <a:t>Environmental resources </a:t>
            </a:r>
            <a:r>
              <a:rPr lang="en-GB" sz="2000" dirty="0">
                <a:solidFill>
                  <a:srgbClr val="003300"/>
                </a:solidFill>
                <a:latin typeface="+mj-lt"/>
              </a:rPr>
              <a:t>deal mostly with access to health care and the quality of that care.</a:t>
            </a:r>
          </a:p>
          <a:p>
            <a:pPr algn="just"/>
            <a:endParaRPr lang="en-GB" sz="2000" dirty="0">
              <a:latin typeface="+mj-lt"/>
            </a:endParaRPr>
          </a:p>
          <a:p>
            <a:pPr algn="just"/>
            <a:r>
              <a:rPr lang="en-GB" sz="2000" b="1" dirty="0">
                <a:solidFill>
                  <a:schemeClr val="accent3">
                    <a:lumMod val="75000"/>
                  </a:schemeClr>
                </a:solidFill>
                <a:latin typeface="+mj-lt"/>
              </a:rPr>
              <a:t>Relative risk </a:t>
            </a:r>
            <a:r>
              <a:rPr lang="en-GB" sz="2000" dirty="0">
                <a:latin typeface="+mj-lt"/>
              </a:rPr>
              <a:t>refers to exposure to risk factors identified by a substantial body of research as lifestyle, behaviours and choices (e.g., diet, exercise, use of tobacco, alcohol and other drugs, sexual behaviours), use of health screening services (e.g., mammogram, colonoscopy), and stressful events (e.g., crime, violence, abuse, firearm use).</a:t>
            </a:r>
          </a:p>
          <a:p>
            <a:pPr algn="just"/>
            <a:endParaRPr lang="en-GB" sz="2000" dirty="0">
              <a:latin typeface="+mj-lt"/>
            </a:endParaRPr>
          </a:p>
          <a:p>
            <a:pPr algn="just"/>
            <a:r>
              <a:rPr lang="en-US" sz="2000" b="1" dirty="0">
                <a:solidFill>
                  <a:schemeClr val="accent3">
                    <a:lumMod val="75000"/>
                  </a:schemeClr>
                </a:solidFill>
                <a:latin typeface="+mj-lt"/>
              </a:rPr>
              <a:t>Health Status:</a:t>
            </a:r>
          </a:p>
          <a:p>
            <a:pPr algn="just"/>
            <a:r>
              <a:rPr lang="en-US" sz="2000" dirty="0">
                <a:latin typeface="+mj-lt"/>
              </a:rPr>
              <a:t>This is the result — it shows how healthy or unhealthy the person is. Poor resources and higher risk usually lead to poor health status.</a:t>
            </a:r>
          </a:p>
          <a:p>
            <a:pPr algn="just"/>
            <a:endParaRPr lang="en-GB" sz="2000" dirty="0">
              <a:latin typeface="+mj-lt"/>
            </a:endParaRPr>
          </a:p>
        </p:txBody>
      </p:sp>
    </p:spTree>
    <p:extLst>
      <p:ext uri="{BB962C8B-B14F-4D97-AF65-F5344CB8AC3E}">
        <p14:creationId xmlns:p14="http://schemas.microsoft.com/office/powerpoint/2010/main" val="3438118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9DB8-CEBF-21B7-B42E-3B92F6A5FE57}"/>
              </a:ext>
            </a:extLst>
          </p:cNvPr>
          <p:cNvSpPr>
            <a:spLocks noGrp="1"/>
          </p:cNvSpPr>
          <p:nvPr>
            <p:ph type="title"/>
          </p:nvPr>
        </p:nvSpPr>
        <p:spPr>
          <a:xfrm>
            <a:off x="899592" y="764704"/>
            <a:ext cx="7989888" cy="1144587"/>
          </a:xfrm>
        </p:spPr>
        <p:txBody>
          <a:bodyPr>
            <a:noAutofit/>
          </a:bodyPr>
          <a:lstStyle/>
          <a:p>
            <a:pPr marL="91440" indent="-91440" algn="just" defTabSz="914377" fontAlgn="auto">
              <a:defRPr/>
            </a:pPr>
            <a:r>
              <a:rPr lang="en-US" sz="3200" b="1" dirty="0">
                <a:solidFill>
                  <a:srgbClr val="CC0099"/>
                </a:solidFill>
              </a:rPr>
              <a:t>1- Vulnerable Populations Conceptual Model</a:t>
            </a:r>
            <a:r>
              <a:rPr lang="en-US" sz="3200" dirty="0">
                <a:solidFill>
                  <a:srgbClr val="CC0099"/>
                </a:solidFill>
              </a:rPr>
              <a:t> – Flaskerud &amp; Winslow (1998)</a:t>
            </a:r>
          </a:p>
        </p:txBody>
      </p:sp>
      <p:sp>
        <p:nvSpPr>
          <p:cNvPr id="17411" name="Content Placeholder 2">
            <a:extLst>
              <a:ext uri="{FF2B5EF4-FFF2-40B4-BE49-F238E27FC236}">
                <a16:creationId xmlns:a16="http://schemas.microsoft.com/office/drawing/2014/main" id="{D0686114-1B04-1A1A-D3BC-3982259C07A0}"/>
              </a:ext>
            </a:extLst>
          </p:cNvPr>
          <p:cNvSpPr>
            <a:spLocks noGrp="1" noChangeArrowheads="1"/>
          </p:cNvSpPr>
          <p:nvPr>
            <p:ph idx="1"/>
          </p:nvPr>
        </p:nvSpPr>
        <p:spPr>
          <a:xfrm>
            <a:off x="685800" y="2120900"/>
            <a:ext cx="4822304" cy="4051300"/>
          </a:xfrm>
        </p:spPr>
        <p:txBody>
          <a:bodyPr/>
          <a:lstStyle/>
          <a:p>
            <a:pPr marL="91440" indent="-91440" defTabSz="914377" fontAlgn="auto">
              <a:defRPr/>
            </a:pPr>
            <a:r>
              <a:rPr lang="en-US" sz="2400" dirty="0"/>
              <a:t>A community’s health status can be observed by noting </a:t>
            </a:r>
            <a:r>
              <a:rPr lang="en-US" sz="2400" dirty="0">
                <a:solidFill>
                  <a:srgbClr val="0070C0"/>
                </a:solidFill>
              </a:rPr>
              <a:t>disease prevalence </a:t>
            </a:r>
            <a:r>
              <a:rPr lang="en-US" sz="2400" dirty="0"/>
              <a:t>along with </a:t>
            </a:r>
            <a:r>
              <a:rPr lang="en-US" sz="2400" dirty="0">
                <a:solidFill>
                  <a:srgbClr val="0070C0"/>
                </a:solidFill>
              </a:rPr>
              <a:t>morbidity &amp; mortality rates</a:t>
            </a:r>
            <a:r>
              <a:rPr lang="en-US" sz="2400" dirty="0"/>
              <a:t>.</a:t>
            </a:r>
          </a:p>
          <a:p>
            <a:pPr marL="0" indent="0" defTabSz="914377" fontAlgn="auto">
              <a:buFont typeface="Wingdings" panose="05000000000000000000" pitchFamily="2" charset="2"/>
              <a:buNone/>
              <a:defRPr/>
            </a:pPr>
            <a:r>
              <a:rPr lang="en-US" sz="2400" dirty="0"/>
              <a:t> </a:t>
            </a:r>
          </a:p>
          <a:p>
            <a:pPr marL="91440" indent="-91440" defTabSz="914377" fontAlgn="auto">
              <a:defRPr/>
            </a:pPr>
            <a:r>
              <a:rPr lang="en-US" sz="2400" dirty="0"/>
              <a:t>The </a:t>
            </a:r>
            <a:r>
              <a:rPr lang="en-US" sz="2400" dirty="0">
                <a:solidFill>
                  <a:srgbClr val="C00000"/>
                </a:solidFill>
              </a:rPr>
              <a:t>central point of the model </a:t>
            </a:r>
            <a:r>
              <a:rPr lang="en-US" sz="2400" dirty="0"/>
              <a:t>demonstrates the importance of nursing research &amp; practice, along with ethical &amp; policy analysis, in affecting resources, relative risk, &amp; health status</a:t>
            </a:r>
          </a:p>
          <a:p>
            <a:endParaRPr lang="en-US" altLang="en-US" dirty="0">
              <a:cs typeface="Times New Roman" panose="02020603050405020304" pitchFamily="18" charset="0"/>
            </a:endParaRPr>
          </a:p>
        </p:txBody>
      </p:sp>
      <p:pic>
        <p:nvPicPr>
          <p:cNvPr id="17412" name="Picture 3">
            <a:extLst>
              <a:ext uri="{FF2B5EF4-FFF2-40B4-BE49-F238E27FC236}">
                <a16:creationId xmlns:a16="http://schemas.microsoft.com/office/drawing/2014/main" id="{00820F14-9D00-76B6-8117-E45860D15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2996952"/>
            <a:ext cx="3298900" cy="2715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276BA-12BB-0F91-1C93-AFA663E3ABE9}"/>
              </a:ext>
            </a:extLst>
          </p:cNvPr>
          <p:cNvSpPr>
            <a:spLocks noGrp="1"/>
          </p:cNvSpPr>
          <p:nvPr>
            <p:ph type="title"/>
          </p:nvPr>
        </p:nvSpPr>
        <p:spPr>
          <a:xfrm>
            <a:off x="899592" y="260648"/>
            <a:ext cx="8052122" cy="1498600"/>
          </a:xfrm>
        </p:spPr>
        <p:txBody>
          <a:bodyPr>
            <a:normAutofit/>
          </a:bodyPr>
          <a:lstStyle/>
          <a:p>
            <a:pPr marL="91440" indent="-91440" algn="just" defTabSz="914377" fontAlgn="auto">
              <a:defRPr/>
            </a:pPr>
            <a:r>
              <a:rPr lang="en-US" sz="2800" b="1" dirty="0">
                <a:solidFill>
                  <a:srgbClr val="CC0099"/>
                </a:solidFill>
              </a:rPr>
              <a:t>2- Behavioral Model for Vulnerable Populations</a:t>
            </a:r>
            <a:r>
              <a:rPr lang="en-US" sz="2800" dirty="0">
                <a:solidFill>
                  <a:srgbClr val="CC0099"/>
                </a:solidFill>
              </a:rPr>
              <a:t> – Gelberg, Andersen, &amp; Leake (2000)</a:t>
            </a:r>
          </a:p>
        </p:txBody>
      </p:sp>
      <p:sp>
        <p:nvSpPr>
          <p:cNvPr id="3" name="Content Placeholder 2">
            <a:extLst>
              <a:ext uri="{FF2B5EF4-FFF2-40B4-BE49-F238E27FC236}">
                <a16:creationId xmlns:a16="http://schemas.microsoft.com/office/drawing/2014/main" id="{511DDA87-193D-D868-F2CE-A26CA3893285}"/>
              </a:ext>
            </a:extLst>
          </p:cNvPr>
          <p:cNvSpPr>
            <a:spLocks noGrp="1"/>
          </p:cNvSpPr>
          <p:nvPr>
            <p:ph idx="1"/>
          </p:nvPr>
        </p:nvSpPr>
        <p:spPr>
          <a:xfrm>
            <a:off x="755576" y="1772816"/>
            <a:ext cx="8064896" cy="4022725"/>
          </a:xfrm>
        </p:spPr>
        <p:txBody>
          <a:bodyPr/>
          <a:lstStyle/>
          <a:p>
            <a:pPr algn="just"/>
            <a:r>
              <a:rPr lang="en-US" b="1" dirty="0">
                <a:solidFill>
                  <a:srgbClr val="FF0000"/>
                </a:solidFill>
              </a:rPr>
              <a:t>This model looks at population characteristics (predisposing and enabling factors and needs) as an explanation for health behaviors </a:t>
            </a:r>
            <a:r>
              <a:rPr lang="en-US" dirty="0"/>
              <a:t>and eventual health outcomes (Burg &amp; Oyama, 2016). The following concepts are supported by this model:</a:t>
            </a:r>
          </a:p>
          <a:p>
            <a:pPr algn="just"/>
            <a:r>
              <a:rPr lang="en-US" b="1" dirty="0">
                <a:solidFill>
                  <a:srgbClr val="00B0F0"/>
                </a:solidFill>
              </a:rPr>
              <a:t>Predisposing factors </a:t>
            </a:r>
            <a:r>
              <a:rPr lang="en-US" dirty="0"/>
              <a:t>included demographic variables (e.g., gender, age, marital status), social variables (e.g., education, employment, ethnicity, social networks), and health beliefs (e.g., values and attitudes toward health and health care services, knowledge of disease).</a:t>
            </a:r>
          </a:p>
          <a:p>
            <a:pPr algn="just"/>
            <a:r>
              <a:rPr lang="en-US" b="1" dirty="0">
                <a:solidFill>
                  <a:srgbClr val="00B0F0"/>
                </a:solidFill>
              </a:rPr>
              <a:t>Enabling factors: </a:t>
            </a:r>
            <a:r>
              <a:rPr lang="en-US" dirty="0"/>
              <a:t>Personal/family resources and community resources (income, insurance, social support, region, health services, transportation).</a:t>
            </a:r>
          </a:p>
        </p:txBody>
      </p:sp>
    </p:spTree>
    <p:extLst>
      <p:ext uri="{BB962C8B-B14F-4D97-AF65-F5344CB8AC3E}">
        <p14:creationId xmlns:p14="http://schemas.microsoft.com/office/powerpoint/2010/main" val="2750072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C41EA-262F-6DCE-9A6A-423D1B6B90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2A15C-A1D4-6EDF-FD88-A2BA2FFD8666}"/>
              </a:ext>
            </a:extLst>
          </p:cNvPr>
          <p:cNvSpPr>
            <a:spLocks noGrp="1"/>
          </p:cNvSpPr>
          <p:nvPr>
            <p:ph type="title"/>
          </p:nvPr>
        </p:nvSpPr>
        <p:spPr>
          <a:xfrm>
            <a:off x="899592" y="260648"/>
            <a:ext cx="8052122" cy="1498600"/>
          </a:xfrm>
        </p:spPr>
        <p:txBody>
          <a:bodyPr>
            <a:normAutofit/>
          </a:bodyPr>
          <a:lstStyle/>
          <a:p>
            <a:pPr marL="91440" indent="-91440" algn="just" defTabSz="914377" fontAlgn="auto">
              <a:defRPr/>
            </a:pPr>
            <a:r>
              <a:rPr lang="en-US" sz="2800" b="1" dirty="0">
                <a:solidFill>
                  <a:srgbClr val="CC0099"/>
                </a:solidFill>
              </a:rPr>
              <a:t>2- Behavioral Model for Vulnerable Populations</a:t>
            </a:r>
            <a:r>
              <a:rPr lang="en-US" sz="2800" dirty="0">
                <a:solidFill>
                  <a:srgbClr val="CC0099"/>
                </a:solidFill>
              </a:rPr>
              <a:t> – Gelberg, Andersen, &amp; Leake (2000)</a:t>
            </a:r>
          </a:p>
        </p:txBody>
      </p:sp>
      <p:sp>
        <p:nvSpPr>
          <p:cNvPr id="3" name="Content Placeholder 2">
            <a:extLst>
              <a:ext uri="{FF2B5EF4-FFF2-40B4-BE49-F238E27FC236}">
                <a16:creationId xmlns:a16="http://schemas.microsoft.com/office/drawing/2014/main" id="{09FBBD9B-716F-9A2E-2451-3ADF3BAE7603}"/>
              </a:ext>
            </a:extLst>
          </p:cNvPr>
          <p:cNvSpPr>
            <a:spLocks noGrp="1"/>
          </p:cNvSpPr>
          <p:nvPr>
            <p:ph idx="1"/>
          </p:nvPr>
        </p:nvSpPr>
        <p:spPr>
          <a:xfrm>
            <a:off x="611560" y="1700808"/>
            <a:ext cx="8064896" cy="3384376"/>
          </a:xfrm>
        </p:spPr>
        <p:txBody>
          <a:bodyPr/>
          <a:lstStyle/>
          <a:p>
            <a:pPr algn="just"/>
            <a:r>
              <a:rPr lang="en-US" b="1" dirty="0">
                <a:solidFill>
                  <a:srgbClr val="00B0F0"/>
                </a:solidFill>
              </a:rPr>
              <a:t>Need factors: </a:t>
            </a:r>
            <a:r>
              <a:rPr lang="en-US" dirty="0"/>
              <a:t>Perceived health needs, population health conditions, health behaviors (diet, exercise, tobacco use, self-care, adherence).</a:t>
            </a:r>
            <a:endParaRPr lang="ar-BH" dirty="0"/>
          </a:p>
          <a:p>
            <a:pPr algn="just"/>
            <a:endParaRPr lang="ar-BH" dirty="0"/>
          </a:p>
          <a:p>
            <a:pPr algn="just"/>
            <a:r>
              <a:rPr lang="en-US" b="1" dirty="0">
                <a:solidFill>
                  <a:srgbClr val="00B0F0"/>
                </a:solidFill>
              </a:rPr>
              <a:t>The use of health services </a:t>
            </a:r>
            <a:r>
              <a:rPr lang="en-US" dirty="0"/>
              <a:t>(e.g., ambulatory and inpatient care, long-term care, alternative health care) and personal health practices (e.g., hygiene, unsafe sexual behaviors, food sources) combined with the other factors to produce outcomes such as perceived and evaluated health and general satisfaction with health care service.</a:t>
            </a:r>
          </a:p>
          <a:p>
            <a:pPr algn="just"/>
            <a:r>
              <a:rPr lang="en-US" dirty="0"/>
              <a:t>The model has been used in research with homeless adults (Doran et al., 2014).</a:t>
            </a:r>
          </a:p>
          <a:p>
            <a:pPr algn="just"/>
            <a:endParaRPr lang="en-US" dirty="0"/>
          </a:p>
        </p:txBody>
      </p:sp>
    </p:spTree>
    <p:extLst>
      <p:ext uri="{BB962C8B-B14F-4D97-AF65-F5344CB8AC3E}">
        <p14:creationId xmlns:p14="http://schemas.microsoft.com/office/powerpoint/2010/main" val="2826136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BCBBB-79FE-5FFC-2C38-8FFB497B1C98}"/>
              </a:ext>
            </a:extLst>
          </p:cNvPr>
          <p:cNvSpPr>
            <a:spLocks noGrp="1"/>
          </p:cNvSpPr>
          <p:nvPr>
            <p:ph type="title"/>
          </p:nvPr>
        </p:nvSpPr>
        <p:spPr/>
        <p:txBody>
          <a:bodyPr>
            <a:normAutofit/>
          </a:bodyPr>
          <a:lstStyle/>
          <a:p>
            <a:pPr algn="just"/>
            <a:r>
              <a:rPr lang="en-US" sz="2800" b="1" dirty="0">
                <a:solidFill>
                  <a:srgbClr val="CC0099"/>
                </a:solidFill>
              </a:rPr>
              <a:t>3. Differential Vulnerability Hypothesis</a:t>
            </a:r>
            <a:r>
              <a:rPr lang="en-US" sz="2800" dirty="0">
                <a:solidFill>
                  <a:srgbClr val="CC0099"/>
                </a:solidFill>
              </a:rPr>
              <a:t> – Kessler (1979)</a:t>
            </a:r>
            <a:endParaRPr lang="en-US" sz="2800" b="1" dirty="0">
              <a:solidFill>
                <a:srgbClr val="CC0099"/>
              </a:solidFill>
            </a:endParaRPr>
          </a:p>
        </p:txBody>
      </p:sp>
      <p:sp>
        <p:nvSpPr>
          <p:cNvPr id="3" name="Content Placeholder 2">
            <a:extLst>
              <a:ext uri="{FF2B5EF4-FFF2-40B4-BE49-F238E27FC236}">
                <a16:creationId xmlns:a16="http://schemas.microsoft.com/office/drawing/2014/main" id="{81C935BD-1F63-5756-A61A-C25D259E5A1D}"/>
              </a:ext>
            </a:extLst>
          </p:cNvPr>
          <p:cNvSpPr>
            <a:spLocks noGrp="1"/>
          </p:cNvSpPr>
          <p:nvPr>
            <p:ph idx="1"/>
          </p:nvPr>
        </p:nvSpPr>
        <p:spPr/>
        <p:txBody>
          <a:bodyPr/>
          <a:lstStyle/>
          <a:p>
            <a:pPr algn="just">
              <a:lnSpc>
                <a:spcPct val="200000"/>
              </a:lnSpc>
            </a:pPr>
            <a:r>
              <a:rPr lang="en-US" dirty="0"/>
              <a:t>Kessler’s differential vulnerability hypothesis states that there is a relationship between social status and psychological distress; a person’s psychological distress is determined by the impact of the stressor event as influenced by social status (this includes class, sex, marital status, and rural vs. urban).</a:t>
            </a:r>
          </a:p>
        </p:txBody>
      </p:sp>
    </p:spTree>
    <p:extLst>
      <p:ext uri="{BB962C8B-B14F-4D97-AF65-F5344CB8AC3E}">
        <p14:creationId xmlns:p14="http://schemas.microsoft.com/office/powerpoint/2010/main" val="2017038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B45D21-6EAC-5EBE-175E-5C286A1ED4F6}"/>
              </a:ext>
            </a:extLst>
          </p:cNvPr>
          <p:cNvSpPr>
            <a:spLocks noGrp="1"/>
          </p:cNvSpPr>
          <p:nvPr>
            <p:ph idx="1"/>
          </p:nvPr>
        </p:nvSpPr>
        <p:spPr>
          <a:xfrm>
            <a:off x="539552" y="1844824"/>
            <a:ext cx="8133998" cy="3600400"/>
          </a:xfrm>
        </p:spPr>
        <p:txBody>
          <a:bodyPr/>
          <a:lstStyle/>
          <a:p>
            <a:pPr algn="just">
              <a:lnSpc>
                <a:spcPct val="150000"/>
              </a:lnSpc>
            </a:pPr>
            <a:r>
              <a:rPr lang="en-US" dirty="0"/>
              <a:t>Psychological distress is the result of varying exposure to environmental </a:t>
            </a:r>
            <a:r>
              <a:rPr lang="en-US" b="1" dirty="0">
                <a:solidFill>
                  <a:srgbClr val="C00000"/>
                </a:solidFill>
              </a:rPr>
              <a:t>stress</a:t>
            </a:r>
            <a:r>
              <a:rPr lang="en-US" dirty="0"/>
              <a:t> events or situations </a:t>
            </a:r>
            <a:r>
              <a:rPr lang="en-US" b="1" dirty="0">
                <a:solidFill>
                  <a:srgbClr val="C00000"/>
                </a:solidFill>
              </a:rPr>
              <a:t>(S)</a:t>
            </a:r>
            <a:r>
              <a:rPr lang="en-US" dirty="0"/>
              <a:t> acting on individuals who possess varying </a:t>
            </a:r>
            <a:r>
              <a:rPr lang="en-US" b="1" dirty="0">
                <a:solidFill>
                  <a:srgbClr val="C00000"/>
                </a:solidFill>
              </a:rPr>
              <a:t>vulnerabilities</a:t>
            </a:r>
            <a:r>
              <a:rPr lang="en-US" dirty="0"/>
              <a:t> to stress </a:t>
            </a:r>
            <a:r>
              <a:rPr lang="en-US" b="1" dirty="0">
                <a:solidFill>
                  <a:srgbClr val="C00000"/>
                </a:solidFill>
              </a:rPr>
              <a:t>(V); </a:t>
            </a:r>
            <a:r>
              <a:rPr lang="en-US" dirty="0"/>
              <a:t>(a) represents the residual influence of </a:t>
            </a:r>
            <a:r>
              <a:rPr lang="en-US" b="1" dirty="0">
                <a:solidFill>
                  <a:srgbClr val="C00000"/>
                </a:solidFill>
              </a:rPr>
              <a:t>constitutional makeup </a:t>
            </a:r>
            <a:r>
              <a:rPr lang="en-US" dirty="0"/>
              <a:t>of the mental health of </a:t>
            </a:r>
            <a:r>
              <a:rPr lang="en-US" b="1" dirty="0">
                <a:solidFill>
                  <a:srgbClr val="C00000"/>
                </a:solidFill>
              </a:rPr>
              <a:t>person (</a:t>
            </a:r>
            <a:r>
              <a:rPr lang="en-US" b="1" dirty="0" err="1">
                <a:solidFill>
                  <a:srgbClr val="C00000"/>
                </a:solidFill>
              </a:rPr>
              <a:t>i</a:t>
            </a:r>
            <a:r>
              <a:rPr lang="en-US" b="1" dirty="0">
                <a:solidFill>
                  <a:srgbClr val="C00000"/>
                </a:solidFill>
              </a:rPr>
              <a:t>)</a:t>
            </a:r>
            <a:r>
              <a:rPr lang="en-US" dirty="0"/>
              <a:t> independent of any environmental stresses he/she might experience”. The hypothesis has been used in research with racial inequity (Roxburgh &amp; MacArthur, 2014; Wickrama, Bae &amp; Walker, 2016).</a:t>
            </a:r>
          </a:p>
          <a:p>
            <a:pPr algn="ctr">
              <a:lnSpc>
                <a:spcPct val="150000"/>
              </a:lnSpc>
            </a:pPr>
            <a:r>
              <a:rPr lang="en-US" sz="2800" b="1" dirty="0">
                <a:solidFill>
                  <a:srgbClr val="00B050"/>
                </a:solidFill>
              </a:rPr>
              <a:t>Stress–vulnerability model</a:t>
            </a:r>
            <a:r>
              <a:rPr lang="en-US" sz="2800" dirty="0">
                <a:solidFill>
                  <a:srgbClr val="00B050"/>
                </a:solidFill>
              </a:rPr>
              <a:t> of psychological distress</a:t>
            </a:r>
          </a:p>
          <a:p>
            <a:pPr algn="ctr">
              <a:lnSpc>
                <a:spcPct val="100000"/>
              </a:lnSpc>
            </a:pPr>
            <a:r>
              <a:rPr lang="en-US" sz="1800" b="1" dirty="0"/>
              <a:t>Psychological distress = </a:t>
            </a:r>
            <a:r>
              <a:rPr lang="en-US" sz="1800" b="1" dirty="0">
                <a:solidFill>
                  <a:srgbClr val="C00000"/>
                </a:solidFill>
              </a:rPr>
              <a:t>S (stress) </a:t>
            </a:r>
            <a:r>
              <a:rPr lang="en-US" sz="1800" b="1" dirty="0"/>
              <a:t>× </a:t>
            </a:r>
            <a:r>
              <a:rPr lang="en-US" sz="1800" b="1" dirty="0">
                <a:solidFill>
                  <a:srgbClr val="FF0000"/>
                </a:solidFill>
              </a:rPr>
              <a:t>[V (vulnerability) + a (constitutional makeup)]</a:t>
            </a:r>
          </a:p>
          <a:p>
            <a:pPr algn="just">
              <a:lnSpc>
                <a:spcPct val="200000"/>
              </a:lnSpc>
            </a:pPr>
            <a:endParaRPr lang="en-US" dirty="0"/>
          </a:p>
        </p:txBody>
      </p:sp>
      <p:sp>
        <p:nvSpPr>
          <p:cNvPr id="2" name="Title 1">
            <a:extLst>
              <a:ext uri="{FF2B5EF4-FFF2-40B4-BE49-F238E27FC236}">
                <a16:creationId xmlns:a16="http://schemas.microsoft.com/office/drawing/2014/main" id="{C4458DE2-5EF0-6592-B58D-6BAF7F6BA4D0}"/>
              </a:ext>
            </a:extLst>
          </p:cNvPr>
          <p:cNvSpPr>
            <a:spLocks noGrp="1"/>
          </p:cNvSpPr>
          <p:nvPr>
            <p:ph type="title"/>
          </p:nvPr>
        </p:nvSpPr>
        <p:spPr>
          <a:xfrm>
            <a:off x="1115616" y="188640"/>
            <a:ext cx="7289800" cy="1498600"/>
          </a:xfrm>
        </p:spPr>
        <p:txBody>
          <a:bodyPr>
            <a:normAutofit/>
          </a:bodyPr>
          <a:lstStyle/>
          <a:p>
            <a:pPr algn="just"/>
            <a:r>
              <a:rPr lang="en-US" sz="2800" b="1" dirty="0">
                <a:solidFill>
                  <a:srgbClr val="CC0099"/>
                </a:solidFill>
              </a:rPr>
              <a:t>3. Differential Vulnerability Hypothesis</a:t>
            </a:r>
            <a:r>
              <a:rPr lang="en-US" sz="2800" dirty="0">
                <a:solidFill>
                  <a:srgbClr val="CC0099"/>
                </a:solidFill>
              </a:rPr>
              <a:t> – Kessler (1979)</a:t>
            </a:r>
            <a:endParaRPr lang="en-US" sz="2800" b="1" dirty="0">
              <a:solidFill>
                <a:srgbClr val="CC0099"/>
              </a:solidFill>
            </a:endParaRPr>
          </a:p>
        </p:txBody>
      </p:sp>
    </p:spTree>
    <p:extLst>
      <p:ext uri="{BB962C8B-B14F-4D97-AF65-F5344CB8AC3E}">
        <p14:creationId xmlns:p14="http://schemas.microsoft.com/office/powerpoint/2010/main" val="2869987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9E9E5DB-F52C-703F-C3C7-463FBD4A2560}"/>
              </a:ext>
            </a:extLst>
          </p:cNvPr>
          <p:cNvPicPr>
            <a:picLocks noGrp="1" noChangeAspect="1"/>
          </p:cNvPicPr>
          <p:nvPr>
            <p:ph idx="1"/>
          </p:nvPr>
        </p:nvPicPr>
        <p:blipFill>
          <a:blip r:embed="rId3"/>
          <a:stretch>
            <a:fillRect/>
          </a:stretch>
        </p:blipFill>
        <p:spPr bwMode="auto">
          <a:xfrm>
            <a:off x="4211960" y="2852936"/>
            <a:ext cx="4716016"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D1F0AB90-8477-057F-36A6-80B6AEF8D5DE}"/>
              </a:ext>
            </a:extLst>
          </p:cNvPr>
          <p:cNvSpPr txBox="1"/>
          <p:nvPr/>
        </p:nvSpPr>
        <p:spPr>
          <a:xfrm>
            <a:off x="827584" y="1268760"/>
            <a:ext cx="7272808" cy="2031325"/>
          </a:xfrm>
          <a:prstGeom prst="rect">
            <a:avLst/>
          </a:prstGeom>
          <a:noFill/>
        </p:spPr>
        <p:txBody>
          <a:bodyPr wrap="square">
            <a:spAutoFit/>
          </a:bodyPr>
          <a:lstStyle/>
          <a:p>
            <a:pPr marL="285750" indent="-285750">
              <a:buFont typeface="Arial" panose="020B0604020202020204" pitchFamily="34" charset="0"/>
              <a:buChar char="•"/>
            </a:pPr>
            <a:r>
              <a:rPr lang="en-US" dirty="0"/>
              <a:t>The importance of social connections, support, and trust.</a:t>
            </a:r>
          </a:p>
          <a:p>
            <a:pPr marL="285750" indent="-285750">
              <a:buFont typeface="Arial" panose="020B0604020202020204" pitchFamily="34" charset="0"/>
              <a:buChar char="•"/>
            </a:pPr>
            <a:r>
              <a:rPr lang="en-US" dirty="0"/>
              <a:t>Having friends, family, or a close confidante can buffer stress and improve psychological and social health.</a:t>
            </a:r>
          </a:p>
          <a:p>
            <a:pPr marL="285750" indent="-285750">
              <a:buFont typeface="Arial" panose="020B0604020202020204" pitchFamily="34" charset="0"/>
              <a:buChar char="•"/>
            </a:pPr>
            <a:r>
              <a:rPr lang="en-US" dirty="0"/>
              <a:t>Social isolation increases risk for morbidity, mortality, and poor health outcomes.</a:t>
            </a:r>
          </a:p>
          <a:p>
            <a:pPr marL="285750" indent="-285750">
              <a:buFont typeface="Arial" panose="020B0604020202020204" pitchFamily="34" charset="0"/>
              <a:buChar char="•"/>
            </a:pPr>
            <a:r>
              <a:rPr lang="en-US" dirty="0"/>
              <a:t>Nurses should be aware of patients’ social capital and provide extra support if needed.</a:t>
            </a:r>
          </a:p>
        </p:txBody>
      </p:sp>
      <p:sp>
        <p:nvSpPr>
          <p:cNvPr id="7" name="TextBox 6">
            <a:extLst>
              <a:ext uri="{FF2B5EF4-FFF2-40B4-BE49-F238E27FC236}">
                <a16:creationId xmlns:a16="http://schemas.microsoft.com/office/drawing/2014/main" id="{CCEED59B-1EEF-BD0F-DC07-E46567FD82C1}"/>
              </a:ext>
            </a:extLst>
          </p:cNvPr>
          <p:cNvSpPr txBox="1"/>
          <p:nvPr/>
        </p:nvSpPr>
        <p:spPr>
          <a:xfrm>
            <a:off x="1259632" y="548680"/>
            <a:ext cx="6408712" cy="523220"/>
          </a:xfrm>
          <a:prstGeom prst="rect">
            <a:avLst/>
          </a:prstGeom>
          <a:noFill/>
        </p:spPr>
        <p:txBody>
          <a:bodyPr wrap="square">
            <a:spAutoFit/>
          </a:bodyPr>
          <a:lstStyle/>
          <a:p>
            <a:r>
              <a:rPr lang="en-US" sz="2800" b="1" dirty="0">
                <a:solidFill>
                  <a:srgbClr val="CC0099"/>
                </a:solidFill>
              </a:rPr>
              <a:t>4- Social Capital </a:t>
            </a:r>
            <a:endParaRPr lang="en-US" sz="2800" dirty="0"/>
          </a:p>
        </p:txBody>
      </p:sp>
    </p:spTree>
    <p:extLst>
      <p:ext uri="{BB962C8B-B14F-4D97-AF65-F5344CB8AC3E}">
        <p14:creationId xmlns:p14="http://schemas.microsoft.com/office/powerpoint/2010/main" val="1123885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B0ED8-A7A1-6E50-B3A6-0EB5AB31843B}"/>
              </a:ext>
            </a:extLst>
          </p:cNvPr>
          <p:cNvSpPr>
            <a:spLocks noGrp="1"/>
          </p:cNvSpPr>
          <p:nvPr>
            <p:ph type="title"/>
          </p:nvPr>
        </p:nvSpPr>
        <p:spPr>
          <a:xfrm>
            <a:off x="768350" y="692696"/>
            <a:ext cx="7289800" cy="1498600"/>
          </a:xfrm>
        </p:spPr>
        <p:txBody>
          <a:bodyPr>
            <a:noAutofit/>
          </a:bodyPr>
          <a:lstStyle/>
          <a:p>
            <a:r>
              <a:rPr lang="en-US" sz="3600" b="1" dirty="0">
                <a:solidFill>
                  <a:srgbClr val="FF0000"/>
                </a:solidFill>
              </a:rPr>
              <a:t>Socioeconomic Gradient of Health</a:t>
            </a:r>
            <a:br>
              <a:rPr lang="en-US" sz="3600" b="1" dirty="0">
                <a:solidFill>
                  <a:srgbClr val="FF0000"/>
                </a:solidFill>
              </a:rPr>
            </a:br>
            <a:endParaRPr lang="en-US" sz="3600" b="1" dirty="0">
              <a:solidFill>
                <a:srgbClr val="FF0000"/>
              </a:solidFill>
            </a:endParaRPr>
          </a:p>
        </p:txBody>
      </p:sp>
      <p:sp>
        <p:nvSpPr>
          <p:cNvPr id="3" name="Content Placeholder 2">
            <a:extLst>
              <a:ext uri="{FF2B5EF4-FFF2-40B4-BE49-F238E27FC236}">
                <a16:creationId xmlns:a16="http://schemas.microsoft.com/office/drawing/2014/main" id="{D84057E1-F6F3-8E6F-86E4-EF826AB25607}"/>
              </a:ext>
            </a:extLst>
          </p:cNvPr>
          <p:cNvSpPr>
            <a:spLocks noGrp="1"/>
          </p:cNvSpPr>
          <p:nvPr>
            <p:ph idx="1"/>
          </p:nvPr>
        </p:nvSpPr>
        <p:spPr>
          <a:xfrm>
            <a:off x="395536" y="1916832"/>
            <a:ext cx="8280920" cy="4022725"/>
          </a:xfrm>
        </p:spPr>
        <p:txBody>
          <a:bodyPr/>
          <a:lstStyle/>
          <a:p>
            <a:pPr algn="just">
              <a:lnSpc>
                <a:spcPct val="150000"/>
              </a:lnSpc>
            </a:pPr>
            <a:r>
              <a:rPr lang="en-US" dirty="0"/>
              <a:t>The direct relationship between social class or income and health has been termed the socioeconomic gradient (Hajizadeh, </a:t>
            </a:r>
            <a:r>
              <a:rPr lang="en-US" dirty="0" err="1"/>
              <a:t>Mitnitski</a:t>
            </a:r>
            <a:r>
              <a:rPr lang="en-US" dirty="0"/>
              <a:t>, &amp; Rockwood, 2016). It has been found in populations around the world, although not always unfailingly, and has been related to Poor health outcomes regarding cardiovascular disease in European countries (Lenhart, Wiemken, Hanlon, Perkett, &amp; Patterson, 2017). Cancer incidence, mortality, and survival in Western countries (Olver &amp; </a:t>
            </a:r>
            <a:r>
              <a:rPr lang="en-US" dirty="0" err="1"/>
              <a:t>Roder</a:t>
            </a:r>
            <a:r>
              <a:rPr lang="en-US" dirty="0"/>
              <a:t>, 2017).</a:t>
            </a:r>
          </a:p>
          <a:p>
            <a:endParaRPr lang="en-US" dirty="0"/>
          </a:p>
          <a:p>
            <a:endParaRPr lang="en-US" dirty="0"/>
          </a:p>
        </p:txBody>
      </p:sp>
    </p:spTree>
    <p:extLst>
      <p:ext uri="{BB962C8B-B14F-4D97-AF65-F5344CB8AC3E}">
        <p14:creationId xmlns:p14="http://schemas.microsoft.com/office/powerpoint/2010/main" val="1567396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EB7D05-BF73-4188-3C4C-2BEA735E19C1}"/>
              </a:ext>
            </a:extLst>
          </p:cNvPr>
          <p:cNvSpPr>
            <a:spLocks noGrp="1"/>
          </p:cNvSpPr>
          <p:nvPr>
            <p:ph idx="1"/>
          </p:nvPr>
        </p:nvSpPr>
        <p:spPr>
          <a:xfrm>
            <a:off x="683568" y="764704"/>
            <a:ext cx="8208912" cy="4752528"/>
          </a:xfrm>
        </p:spPr>
        <p:txBody>
          <a:bodyPr/>
          <a:lstStyle/>
          <a:p>
            <a:pPr algn="just">
              <a:lnSpc>
                <a:spcPct val="200000"/>
              </a:lnSpc>
            </a:pPr>
            <a:r>
              <a:rPr lang="en-US" dirty="0"/>
              <a:t>Injury rates, such as blunt and penetrating injuries (</a:t>
            </a:r>
            <a:r>
              <a:rPr lang="en-US" dirty="0" err="1"/>
              <a:t>Chikani</a:t>
            </a:r>
            <a:r>
              <a:rPr lang="en-US" dirty="0"/>
              <a:t> et al., 2015) Increased burden of chronic illness among Kenyan, South African, and Indian citizens (Mendenhall, Kohrt, Norris, </a:t>
            </a:r>
            <a:r>
              <a:rPr lang="en-US" dirty="0" err="1"/>
              <a:t>Ndetei</a:t>
            </a:r>
            <a:r>
              <a:rPr lang="en-US" dirty="0"/>
              <a:t>, &amp; Prabhakaran, 2017).</a:t>
            </a:r>
          </a:p>
          <a:p>
            <a:pPr algn="just">
              <a:lnSpc>
                <a:spcPct val="200000"/>
              </a:lnSpc>
            </a:pPr>
            <a:r>
              <a:rPr lang="en-US" dirty="0"/>
              <a:t>Outcomes of adult asthma, chronic obstructive pulmonary disease, and rhinitis (Torres-Duque, 2017) Behaviors, such as smoking, that are highest among those who are </a:t>
            </a:r>
            <a:r>
              <a:rPr lang="en-US" dirty="0" err="1"/>
              <a:t>fromthe</a:t>
            </a:r>
            <a:r>
              <a:rPr lang="en-US" dirty="0"/>
              <a:t> working class and who have low-income and low educational levels(</a:t>
            </a:r>
            <a:r>
              <a:rPr lang="en-US" dirty="0" err="1"/>
              <a:t>Psaltopoulou</a:t>
            </a:r>
            <a:r>
              <a:rPr lang="en-US" dirty="0"/>
              <a:t> et al., 2017)</a:t>
            </a:r>
          </a:p>
          <a:p>
            <a:endParaRPr lang="en-US" dirty="0"/>
          </a:p>
          <a:p>
            <a:endParaRPr lang="en-US" dirty="0"/>
          </a:p>
          <a:p>
            <a:endParaRPr lang="en-US" dirty="0"/>
          </a:p>
        </p:txBody>
      </p:sp>
    </p:spTree>
    <p:extLst>
      <p:ext uri="{BB962C8B-B14F-4D97-AF65-F5344CB8AC3E}">
        <p14:creationId xmlns:p14="http://schemas.microsoft.com/office/powerpoint/2010/main" val="3670735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E7C082-5B81-400A-A1DE-7CA9F26ED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9" name="Straight Connector 8">
            <a:extLst>
              <a:ext uri="{FF2B5EF4-FFF2-40B4-BE49-F238E27FC236}">
                <a16:creationId xmlns:a16="http://schemas.microsoft.com/office/drawing/2014/main" id="{08D54232-CDE1-4B53-B430-AB82206F6B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1"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9238970C-19DE-438D-80D2-5CF969055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4B1E3F6-167B-40F3-B303-9A931BAB9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0196" y="484632"/>
            <a:ext cx="8433027" cy="58809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8C104-D693-5602-1AE1-91B10D1A5751}"/>
              </a:ext>
            </a:extLst>
          </p:cNvPr>
          <p:cNvSpPr>
            <a:spLocks noGrp="1"/>
          </p:cNvSpPr>
          <p:nvPr>
            <p:ph type="title"/>
          </p:nvPr>
        </p:nvSpPr>
        <p:spPr>
          <a:xfrm>
            <a:off x="3274017" y="810275"/>
            <a:ext cx="5265560" cy="5229630"/>
          </a:xfrm>
        </p:spPr>
        <p:txBody>
          <a:bodyPr vert="horz" lIns="91440" tIns="45720" rIns="91440" bIns="45720" rtlCol="0" anchor="ctr">
            <a:normAutofit/>
          </a:bodyPr>
          <a:lstStyle/>
          <a:p>
            <a:pPr defTabSz="914400" fontAlgn="auto">
              <a:spcAft>
                <a:spcPts val="0"/>
              </a:spcAft>
              <a:defRPr/>
            </a:pPr>
            <a:r>
              <a:rPr lang="en-US" sz="5700" b="1" spc="200">
                <a:solidFill>
                  <a:srgbClr val="FFFFFF"/>
                </a:solidFill>
              </a:rPr>
              <a:t>Who is considered vulnerable? </a:t>
            </a:r>
            <a:endParaRPr lang="en-US" sz="5700" spc="200">
              <a:solidFill>
                <a:srgbClr val="FFFFFF"/>
              </a:solidFill>
            </a:endParaRPr>
          </a:p>
        </p:txBody>
      </p:sp>
      <p:cxnSp>
        <p:nvCxnSpPr>
          <p:cNvPr id="15" name="Straight Connector 14">
            <a:extLst>
              <a:ext uri="{FF2B5EF4-FFF2-40B4-BE49-F238E27FC236}">
                <a16:creationId xmlns:a16="http://schemas.microsoft.com/office/drawing/2014/main" id="{40465A9A-0B0E-4D7B-8150-D098AC71B3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4951" y="1596290"/>
            <a:ext cx="0" cy="3657600"/>
          </a:xfrm>
          <a:prstGeom prst="line">
            <a:avLst/>
          </a:prstGeom>
          <a:ln w="19050">
            <a:solidFill>
              <a:srgbClr val="FFFF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6D288-568E-FB74-4309-853A922FAD6A}"/>
              </a:ext>
            </a:extLst>
          </p:cNvPr>
          <p:cNvSpPr>
            <a:spLocks noGrp="1"/>
          </p:cNvSpPr>
          <p:nvPr>
            <p:ph type="title"/>
          </p:nvPr>
        </p:nvSpPr>
        <p:spPr>
          <a:xfrm>
            <a:off x="768096" y="585216"/>
            <a:ext cx="7290054" cy="1499616"/>
          </a:xfrm>
        </p:spPr>
        <p:txBody>
          <a:bodyPr>
            <a:normAutofit/>
          </a:bodyPr>
          <a:lstStyle/>
          <a:p>
            <a:pPr defTabSz="914377" fontAlgn="auto">
              <a:spcAft>
                <a:spcPts val="0"/>
              </a:spcAft>
              <a:defRPr/>
            </a:pPr>
            <a:r>
              <a:rPr lang="en-US" b="1" dirty="0"/>
              <a:t>Who is considered vulnerable? </a:t>
            </a:r>
          </a:p>
        </p:txBody>
      </p:sp>
      <p:graphicFrame>
        <p:nvGraphicFramePr>
          <p:cNvPr id="20485" name="Content Placeholder 6">
            <a:extLst>
              <a:ext uri="{FF2B5EF4-FFF2-40B4-BE49-F238E27FC236}">
                <a16:creationId xmlns:a16="http://schemas.microsoft.com/office/drawing/2014/main" id="{7586D19C-E0DD-529F-5F8D-48D84D77AECE}"/>
              </a:ext>
            </a:extLst>
          </p:cNvPr>
          <p:cNvGraphicFramePr>
            <a:graphicFrameLocks noGrp="1"/>
          </p:cNvGraphicFramePr>
          <p:nvPr>
            <p:ph idx="1"/>
            <p:extLst>
              <p:ext uri="{D42A27DB-BD31-4B8C-83A1-F6EECF244321}">
                <p14:modId xmlns:p14="http://schemas.microsoft.com/office/powerpoint/2010/main" val="3067529735"/>
              </p:ext>
            </p:extLst>
          </p:nvPr>
        </p:nvGraphicFramePr>
        <p:xfrm>
          <a:off x="768096" y="2564904"/>
          <a:ext cx="729019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571547D7-9BBC-7DB8-8907-88E1B1794805}"/>
              </a:ext>
            </a:extLst>
          </p:cNvPr>
          <p:cNvSpPr txBox="1"/>
          <p:nvPr/>
        </p:nvSpPr>
        <p:spPr>
          <a:xfrm>
            <a:off x="1403648" y="2084832"/>
            <a:ext cx="6654502" cy="646331"/>
          </a:xfrm>
          <a:prstGeom prst="rect">
            <a:avLst/>
          </a:prstGeom>
          <a:noFill/>
        </p:spPr>
        <p:txBody>
          <a:bodyPr wrap="square" rtlCol="0">
            <a:spAutoFit/>
          </a:bodyPr>
          <a:lstStyle/>
          <a:p>
            <a:pPr algn="ctr"/>
            <a:r>
              <a:rPr lang="en-US" altLang="en-US" sz="1800" b="1" dirty="0">
                <a:solidFill>
                  <a:srgbClr val="003300"/>
                </a:solidFill>
                <a:cs typeface="Times New Roman" panose="02020603050405020304" pitchFamily="18" charset="0"/>
              </a:rPr>
              <a:t>Factors and vulnerable population</a:t>
            </a:r>
          </a:p>
          <a:p>
            <a:endParaRPr lang="en-US" dirty="0">
              <a:solidFill>
                <a:srgbClr val="0033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F7FAA46-F63C-45FE-B4F0-A7E677E9F4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2" name="Straight Connector 11">
            <a:extLst>
              <a:ext uri="{FF2B5EF4-FFF2-40B4-BE49-F238E27FC236}">
                <a16:creationId xmlns:a16="http://schemas.microsoft.com/office/drawing/2014/main" id="{DA9B7795-7E78-4F68-B6FE-6ECC916562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1"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78D874A-10D3-4D6E-D915-D33EB0A7702D}"/>
              </a:ext>
            </a:extLst>
          </p:cNvPr>
          <p:cNvSpPr>
            <a:spLocks noGrp="1"/>
          </p:cNvSpPr>
          <p:nvPr>
            <p:ph type="title"/>
          </p:nvPr>
        </p:nvSpPr>
        <p:spPr>
          <a:xfrm>
            <a:off x="342900" y="4960137"/>
            <a:ext cx="5829300" cy="1463040"/>
          </a:xfrm>
        </p:spPr>
        <p:txBody>
          <a:bodyPr vert="horz" lIns="91440" tIns="45720" rIns="91440" bIns="45720" rtlCol="0" anchor="ctr">
            <a:normAutofit/>
          </a:bodyPr>
          <a:lstStyle/>
          <a:p>
            <a:pPr defTabSz="914400"/>
            <a:r>
              <a:rPr lang="en-US" sz="5000">
                <a:solidFill>
                  <a:schemeClr val="tx1">
                    <a:lumMod val="90000"/>
                    <a:lumOff val="10000"/>
                  </a:schemeClr>
                </a:solidFill>
              </a:rPr>
              <a:t>Disability </a:t>
            </a:r>
          </a:p>
        </p:txBody>
      </p:sp>
      <p:pic>
        <p:nvPicPr>
          <p:cNvPr id="5" name="Picture Placeholder 4" descr="A shadow of a person in a wheelchair&#10;&#10;Description automatically generated">
            <a:extLst>
              <a:ext uri="{FF2B5EF4-FFF2-40B4-BE49-F238E27FC236}">
                <a16:creationId xmlns:a16="http://schemas.microsoft.com/office/drawing/2014/main" id="{D8C2A809-51A8-4720-C4E4-070B8FF88056}"/>
              </a:ext>
            </a:extLst>
          </p:cNvPr>
          <p:cNvPicPr>
            <a:picLocks noGrp="1" noChangeAspect="1"/>
          </p:cNvPicPr>
          <p:nvPr>
            <p:ph type="pic" idx="1"/>
          </p:nvPr>
        </p:nvPicPr>
        <p:blipFill>
          <a:blip r:embed="rId2"/>
          <a:srcRect t="6458" b="2633"/>
          <a:stretch/>
        </p:blipFill>
        <p:spPr>
          <a:xfrm>
            <a:off x="20" y="10"/>
            <a:ext cx="9143980" cy="4571990"/>
          </a:xfrm>
          <a:prstGeom prst="rect">
            <a:avLst/>
          </a:prstGeom>
        </p:spPr>
      </p:pic>
    </p:spTree>
    <p:extLst>
      <p:ext uri="{BB962C8B-B14F-4D97-AF65-F5344CB8AC3E}">
        <p14:creationId xmlns:p14="http://schemas.microsoft.com/office/powerpoint/2010/main" val="2999719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D18200E-8DF0-AF94-6F6D-6C82C5EDC06E}"/>
              </a:ext>
            </a:extLst>
          </p:cNvPr>
          <p:cNvSpPr>
            <a:spLocks noGrp="1"/>
          </p:cNvSpPr>
          <p:nvPr>
            <p:ph idx="1"/>
          </p:nvPr>
        </p:nvSpPr>
        <p:spPr>
          <a:xfrm>
            <a:off x="971600" y="1052736"/>
            <a:ext cx="7200800" cy="4192089"/>
          </a:xfrm>
        </p:spPr>
        <p:txBody>
          <a:bodyPr anchor="ctr">
            <a:normAutofit/>
          </a:bodyPr>
          <a:lstStyle/>
          <a:p>
            <a:pPr algn="ctr">
              <a:lnSpc>
                <a:spcPct val="150000"/>
              </a:lnSpc>
            </a:pPr>
            <a:r>
              <a:rPr lang="en-US" sz="2400" dirty="0"/>
              <a:t>Do you know someone living with a disability? </a:t>
            </a:r>
            <a:endParaRPr lang="ar-BH" sz="2400" dirty="0"/>
          </a:p>
          <a:p>
            <a:pPr algn="ctr">
              <a:lnSpc>
                <a:spcPct val="150000"/>
              </a:lnSpc>
            </a:pPr>
            <a:r>
              <a:rPr lang="en-US" sz="2400" dirty="0"/>
              <a:t>Have you cared for a patient living with a disability? </a:t>
            </a:r>
            <a:endParaRPr lang="ar-BH" sz="2400" dirty="0"/>
          </a:p>
          <a:p>
            <a:pPr algn="ctr">
              <a:lnSpc>
                <a:spcPct val="150000"/>
              </a:lnSpc>
            </a:pPr>
            <a:r>
              <a:rPr lang="en-US" sz="2400" dirty="0"/>
              <a:t>What have you learned about their lives? </a:t>
            </a:r>
            <a:endParaRPr lang="ar-BH" sz="2400" dirty="0"/>
          </a:p>
          <a:p>
            <a:pPr algn="ctr">
              <a:lnSpc>
                <a:spcPct val="150000"/>
              </a:lnSpc>
            </a:pPr>
            <a:r>
              <a:rPr lang="en-US" sz="2400" dirty="0"/>
              <a:t>What does the word disability mean to you?</a:t>
            </a:r>
          </a:p>
        </p:txBody>
      </p:sp>
    </p:spTree>
    <p:extLst>
      <p:ext uri="{BB962C8B-B14F-4D97-AF65-F5344CB8AC3E}">
        <p14:creationId xmlns:p14="http://schemas.microsoft.com/office/powerpoint/2010/main" val="1553952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group of people with crutches&#10;&#10;Description automatically generated">
            <a:extLst>
              <a:ext uri="{FF2B5EF4-FFF2-40B4-BE49-F238E27FC236}">
                <a16:creationId xmlns:a16="http://schemas.microsoft.com/office/drawing/2014/main" id="{45446245-495D-225C-6D66-E9E8774AA459}"/>
              </a:ext>
            </a:extLst>
          </p:cNvPr>
          <p:cNvPicPr>
            <a:picLocks noChangeAspect="1"/>
          </p:cNvPicPr>
          <p:nvPr/>
        </p:nvPicPr>
        <p:blipFill>
          <a:blip r:embed="rId2"/>
          <a:srcRect l="14691" t="553" r="38569" b="1"/>
          <a:stretch/>
        </p:blipFill>
        <p:spPr>
          <a:xfrm>
            <a:off x="20" y="10"/>
            <a:ext cx="9143980" cy="6857990"/>
          </a:xfrm>
          <a:prstGeom prst="rect">
            <a:avLst/>
          </a:prstGeom>
        </p:spPr>
      </p:pic>
      <p:sp>
        <p:nvSpPr>
          <p:cNvPr id="9" name="Rectangle 8">
            <a:extLst>
              <a:ext uri="{FF2B5EF4-FFF2-40B4-BE49-F238E27FC236}">
                <a16:creationId xmlns:a16="http://schemas.microsoft.com/office/drawing/2014/main" id="{FAD9FB75-5E1A-4AE8-99C7-1089F2031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64198" cy="6858000"/>
          </a:xfrm>
          <a:prstGeom prst="rect">
            <a:avLst/>
          </a:prstGeom>
          <a:solidFill>
            <a:srgbClr val="FFFFF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75AF47-7476-2254-4C74-DF0C5ECC9D50}"/>
              </a:ext>
            </a:extLst>
          </p:cNvPr>
          <p:cNvSpPr>
            <a:spLocks noGrp="1"/>
          </p:cNvSpPr>
          <p:nvPr>
            <p:ph type="title"/>
          </p:nvPr>
        </p:nvSpPr>
        <p:spPr>
          <a:xfrm>
            <a:off x="768096" y="585216"/>
            <a:ext cx="4550112" cy="1499616"/>
          </a:xfrm>
        </p:spPr>
        <p:txBody>
          <a:bodyPr>
            <a:normAutofit/>
          </a:bodyPr>
          <a:lstStyle/>
          <a:p>
            <a:r>
              <a:rPr lang="en-GB" dirty="0">
                <a:solidFill>
                  <a:schemeClr val="accent1"/>
                </a:solidFill>
              </a:rPr>
              <a:t>Disability</a:t>
            </a:r>
            <a:r>
              <a:rPr lang="en-GB" dirty="0">
                <a:solidFill>
                  <a:srgbClr val="000000"/>
                </a:solidFill>
              </a:rPr>
              <a:t> </a:t>
            </a:r>
          </a:p>
        </p:txBody>
      </p:sp>
      <p:cxnSp>
        <p:nvCxnSpPr>
          <p:cNvPr id="11" name="Straight Connector 10">
            <a:extLst>
              <a:ext uri="{FF2B5EF4-FFF2-40B4-BE49-F238E27FC236}">
                <a16:creationId xmlns:a16="http://schemas.microsoft.com/office/drawing/2014/main" id="{85BD3C60-BA10-42C4-9F11-282AEE6A2F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F250CAA-A2CB-74B0-B584-B3B0EA90A486}"/>
              </a:ext>
            </a:extLst>
          </p:cNvPr>
          <p:cNvSpPr>
            <a:spLocks noGrp="1"/>
          </p:cNvSpPr>
          <p:nvPr>
            <p:ph idx="1"/>
          </p:nvPr>
        </p:nvSpPr>
        <p:spPr>
          <a:xfrm>
            <a:off x="457124" y="2008316"/>
            <a:ext cx="5172056" cy="4023360"/>
          </a:xfrm>
        </p:spPr>
        <p:txBody>
          <a:bodyPr>
            <a:normAutofit/>
          </a:bodyPr>
          <a:lstStyle/>
          <a:p>
            <a:r>
              <a:rPr lang="en-GB" sz="2400" dirty="0"/>
              <a:t>Disability refers to the negative aspects of the interaction between individuals with a health condition (such as cerebral palsy and depression) and personal and environmental factors (such as negative attitudes, inaccessible transportation and public buildings, and limited social supports)” (WHO, 2011) </a:t>
            </a:r>
          </a:p>
        </p:txBody>
      </p:sp>
    </p:spTree>
    <p:extLst>
      <p:ext uri="{BB962C8B-B14F-4D97-AF65-F5344CB8AC3E}">
        <p14:creationId xmlns:p14="http://schemas.microsoft.com/office/powerpoint/2010/main" val="2759975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CCF873-45C6-CCB4-D926-940E66D82A91}"/>
              </a:ext>
            </a:extLst>
          </p:cNvPr>
          <p:cNvSpPr txBox="1">
            <a:spLocks/>
          </p:cNvSpPr>
          <p:nvPr/>
        </p:nvSpPr>
        <p:spPr>
          <a:xfrm>
            <a:off x="755576" y="980728"/>
            <a:ext cx="7992888" cy="3719888"/>
          </a:xfrm>
          <a:prstGeom prst="rect">
            <a:avLst/>
          </a:prstGeom>
        </p:spPr>
        <p:txBody>
          <a:bodyPr anchor="t">
            <a:normAutofit/>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eaLnBrk="1" hangingPunct="1"/>
            <a:r>
              <a:rPr lang="en-US" b="1" u="sng" dirty="0">
                <a:solidFill>
                  <a:schemeClr val="accent2">
                    <a:lumMod val="50000"/>
                  </a:schemeClr>
                </a:solidFill>
                <a:latin typeface="Candara" panose="020E0502030303020204" pitchFamily="34" charset="0"/>
              </a:rPr>
              <a:t>Disability</a:t>
            </a:r>
            <a:r>
              <a:rPr lang="en-US" b="1" dirty="0">
                <a:solidFill>
                  <a:schemeClr val="accent6">
                    <a:lumMod val="50000"/>
                  </a:schemeClr>
                </a:solidFill>
                <a:latin typeface="Candara" panose="020E0502030303020204" pitchFamily="34" charset="0"/>
              </a:rPr>
              <a:t> </a:t>
            </a:r>
            <a:r>
              <a:rPr lang="en-US" dirty="0">
                <a:latin typeface="Candara" panose="020E0502030303020204" pitchFamily="34" charset="0"/>
              </a:rPr>
              <a:t>is </a:t>
            </a:r>
            <a:r>
              <a:rPr lang="en-US" dirty="0">
                <a:solidFill>
                  <a:srgbClr val="C00000"/>
                </a:solidFill>
                <a:latin typeface="Candara" panose="020E0502030303020204" pitchFamily="34" charset="0"/>
              </a:rPr>
              <a:t>the incapacity to do something </a:t>
            </a:r>
            <a:r>
              <a:rPr lang="en-US" dirty="0">
                <a:latin typeface="Candara" panose="020E0502030303020204" pitchFamily="34" charset="0"/>
              </a:rPr>
              <a:t>because of a handicap- Physical, mental etc.</a:t>
            </a:r>
          </a:p>
          <a:p>
            <a:pPr eaLnBrk="1" hangingPunct="1"/>
            <a:endParaRPr lang="en-US" dirty="0">
              <a:latin typeface="Candara" panose="020E0502030303020204" pitchFamily="34" charset="0"/>
            </a:endParaRPr>
          </a:p>
          <a:p>
            <a:pPr eaLnBrk="1" hangingPunct="1"/>
            <a:r>
              <a:rPr lang="en-US" b="1" u="sng" dirty="0">
                <a:solidFill>
                  <a:schemeClr val="accent2">
                    <a:lumMod val="50000"/>
                  </a:schemeClr>
                </a:solidFill>
                <a:latin typeface="Candara" panose="020E0502030303020204" pitchFamily="34" charset="0"/>
              </a:rPr>
              <a:t>Disability </a:t>
            </a:r>
            <a:r>
              <a:rPr lang="en-US" dirty="0">
                <a:latin typeface="Candara" panose="020E0502030303020204" pitchFamily="34" charset="0"/>
              </a:rPr>
              <a:t>is linked to </a:t>
            </a:r>
            <a:r>
              <a:rPr lang="en-US" dirty="0">
                <a:solidFill>
                  <a:srgbClr val="C00000"/>
                </a:solidFill>
                <a:latin typeface="Candara" panose="020E0502030303020204" pitchFamily="34" charset="0"/>
              </a:rPr>
              <a:t>inability</a:t>
            </a:r>
            <a:r>
              <a:rPr lang="en-US" dirty="0">
                <a:latin typeface="Candara" panose="020E0502030303020204" pitchFamily="34" charset="0"/>
              </a:rPr>
              <a:t>, which is defined as “the lack of ability to do something, whatever the reason, but usually through incompetence, weakness, lack of training”.</a:t>
            </a:r>
          </a:p>
          <a:p>
            <a:pPr eaLnBrk="1" hangingPunct="1"/>
            <a:endParaRPr lang="en-US" dirty="0">
              <a:latin typeface="Candara" panose="020E0502030303020204" pitchFamily="34" charset="0"/>
            </a:endParaRPr>
          </a:p>
          <a:p>
            <a:pPr eaLnBrk="1" hangingPunct="1"/>
            <a:r>
              <a:rPr lang="en-US" b="1" u="sng" dirty="0">
                <a:solidFill>
                  <a:schemeClr val="accent2">
                    <a:lumMod val="50000"/>
                  </a:schemeClr>
                </a:solidFill>
                <a:latin typeface="Candara" panose="020E0502030303020204" pitchFamily="34" charset="0"/>
              </a:rPr>
              <a:t>Disability</a:t>
            </a:r>
            <a:r>
              <a:rPr lang="en-US" dirty="0">
                <a:latin typeface="Candara" panose="020E0502030303020204" pitchFamily="34" charset="0"/>
              </a:rPr>
              <a:t> is part of human life, and an impairment or condition does </a:t>
            </a:r>
            <a:r>
              <a:rPr lang="en-US" dirty="0">
                <a:solidFill>
                  <a:srgbClr val="C00000"/>
                </a:solidFill>
                <a:latin typeface="Candara" panose="020E0502030303020204" pitchFamily="34" charset="0"/>
              </a:rPr>
              <a:t>not define individuals</a:t>
            </a:r>
            <a:r>
              <a:rPr lang="en-US" dirty="0">
                <a:latin typeface="Candara" panose="020E0502030303020204" pitchFamily="34" charset="0"/>
              </a:rPr>
              <a:t>, their health, or their talents and abilities.</a:t>
            </a:r>
          </a:p>
        </p:txBody>
      </p:sp>
      <p:pic>
        <p:nvPicPr>
          <p:cNvPr id="4" name="Picture 3">
            <a:extLst>
              <a:ext uri="{FF2B5EF4-FFF2-40B4-BE49-F238E27FC236}">
                <a16:creationId xmlns:a16="http://schemas.microsoft.com/office/drawing/2014/main" id="{75EC90BC-8E67-0C63-76D5-D1D9BD3B1304}"/>
              </a:ext>
            </a:extLst>
          </p:cNvPr>
          <p:cNvPicPr>
            <a:picLocks noChangeAspect="1"/>
          </p:cNvPicPr>
          <p:nvPr/>
        </p:nvPicPr>
        <p:blipFill>
          <a:blip r:embed="rId2"/>
          <a:stretch>
            <a:fillRect/>
          </a:stretch>
        </p:blipFill>
        <p:spPr>
          <a:xfrm>
            <a:off x="4427984" y="3312858"/>
            <a:ext cx="4395976" cy="3545142"/>
          </a:xfrm>
          <a:prstGeom prst="rect">
            <a:avLst/>
          </a:prstGeom>
        </p:spPr>
      </p:pic>
    </p:spTree>
    <p:extLst>
      <p:ext uri="{BB962C8B-B14F-4D97-AF65-F5344CB8AC3E}">
        <p14:creationId xmlns:p14="http://schemas.microsoft.com/office/powerpoint/2010/main" val="330215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6BB1A71-1D39-43C5-A56A-38D33A405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4572002"/>
          </a:xfrm>
          <a:prstGeom prst="rect">
            <a:avLst/>
          </a:prstGeom>
          <a:solidFill>
            <a:srgbClr val="EF745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 name="Picture 3" descr="A chart of disability type&#10;&#10;AI-generated content may be incorrect.">
            <a:extLst>
              <a:ext uri="{FF2B5EF4-FFF2-40B4-BE49-F238E27FC236}">
                <a16:creationId xmlns:a16="http://schemas.microsoft.com/office/drawing/2014/main" id="{2DA88B9E-DA1C-CF5A-4468-D37CBB86F4E2}"/>
              </a:ext>
            </a:extLst>
          </p:cNvPr>
          <p:cNvPicPr>
            <a:picLocks noChangeAspect="1"/>
          </p:cNvPicPr>
          <p:nvPr/>
        </p:nvPicPr>
        <p:blipFill>
          <a:blip r:embed="rId2"/>
          <a:srcRect r="1640" b="2"/>
          <a:stretch>
            <a:fillRect/>
          </a:stretch>
        </p:blipFill>
        <p:spPr>
          <a:xfrm>
            <a:off x="482600" y="643467"/>
            <a:ext cx="8178799" cy="5571066"/>
          </a:xfrm>
          <a:prstGeom prst="rect">
            <a:avLst/>
          </a:prstGeom>
        </p:spPr>
      </p:pic>
    </p:spTree>
    <p:extLst>
      <p:ext uri="{BB962C8B-B14F-4D97-AF65-F5344CB8AC3E}">
        <p14:creationId xmlns:p14="http://schemas.microsoft.com/office/powerpoint/2010/main" val="2684146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D84960AC-1CD6-452A-B5F4-2186E3FD74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24837E51-3F39-EABA-B9F4-348F1CA0CE97}"/>
              </a:ext>
            </a:extLst>
          </p:cNvPr>
          <p:cNvSpPr>
            <a:spLocks noGrp="1"/>
          </p:cNvSpPr>
          <p:nvPr>
            <p:ph type="title"/>
          </p:nvPr>
        </p:nvSpPr>
        <p:spPr>
          <a:xfrm>
            <a:off x="723591" y="804333"/>
            <a:ext cx="2476809" cy="5249334"/>
          </a:xfrm>
        </p:spPr>
        <p:txBody>
          <a:bodyPr vert="horz" lIns="91440" tIns="45720" rIns="91440" bIns="45720" rtlCol="0" anchor="ctr">
            <a:normAutofit/>
          </a:bodyPr>
          <a:lstStyle/>
          <a:p>
            <a:pPr algn="r" defTabSz="914400"/>
            <a:r>
              <a:rPr lang="en-US" sz="3500" b="1">
                <a:solidFill>
                  <a:srgbClr val="FFFFFF"/>
                </a:solidFill>
              </a:rPr>
              <a:t>Causes of Disabilities </a:t>
            </a:r>
          </a:p>
        </p:txBody>
      </p:sp>
      <p:sp>
        <p:nvSpPr>
          <p:cNvPr id="7" name="Content Placeholder 2">
            <a:extLst>
              <a:ext uri="{FF2B5EF4-FFF2-40B4-BE49-F238E27FC236}">
                <a16:creationId xmlns:a16="http://schemas.microsoft.com/office/drawing/2014/main" id="{3A2B4BC9-127A-FF1E-A35A-8DD0647485F7}"/>
              </a:ext>
            </a:extLst>
          </p:cNvPr>
          <p:cNvSpPr txBox="1">
            <a:spLocks/>
          </p:cNvSpPr>
          <p:nvPr/>
        </p:nvSpPr>
        <p:spPr>
          <a:xfrm>
            <a:off x="3832411" y="804333"/>
            <a:ext cx="4610377" cy="5249334"/>
          </a:xfrm>
          <a:prstGeom prst="rect">
            <a:avLst/>
          </a:prstGeom>
        </p:spPr>
        <p:txBody>
          <a:bodyPr vert="horz" lIns="45720" tIns="45720" rIns="45720" bIns="45720" rtlCol="0" anchor="ctr">
            <a:normAutofit/>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0" indent="0" defTabSz="914400" eaLnBrk="1" hangingPunct="1">
              <a:buFont typeface="Tw Cen MT" panose="020B0602020104020603" pitchFamily="34" charset="0"/>
              <a:buNone/>
            </a:pPr>
            <a:endParaRPr lang="en-US"/>
          </a:p>
          <a:p>
            <a:pPr defTabSz="914400" eaLnBrk="1" hangingPunct="1">
              <a:buFont typeface="Wingdings" panose="05000000000000000000" pitchFamily="2" charset="2"/>
              <a:buChar char="v"/>
            </a:pPr>
            <a:r>
              <a:rPr lang="en-US" b="1"/>
              <a:t>Congenital</a:t>
            </a:r>
            <a:r>
              <a:rPr lang="en-US"/>
              <a:t>: </a:t>
            </a:r>
          </a:p>
          <a:p>
            <a:pPr defTabSz="914400" eaLnBrk="1" hangingPunct="1"/>
            <a:r>
              <a:rPr lang="en-US"/>
              <a:t>Genetic/hereditary factors </a:t>
            </a:r>
          </a:p>
          <a:p>
            <a:pPr defTabSz="914400" eaLnBrk="1" hangingPunct="1"/>
            <a:r>
              <a:rPr lang="en-US"/>
              <a:t>Non-hereditary </a:t>
            </a:r>
          </a:p>
          <a:p>
            <a:pPr marL="0" indent="0" defTabSz="914400" eaLnBrk="1" hangingPunct="1">
              <a:buFont typeface="Tw Cen MT" panose="020B0602020104020603" pitchFamily="34" charset="0"/>
              <a:buNone/>
            </a:pPr>
            <a:endParaRPr lang="en-US"/>
          </a:p>
          <a:p>
            <a:pPr defTabSz="914400" eaLnBrk="1" hangingPunct="1">
              <a:buFont typeface="Wingdings" panose="05000000000000000000" pitchFamily="2" charset="2"/>
              <a:buChar char="v"/>
            </a:pPr>
            <a:r>
              <a:rPr lang="en-US" b="1"/>
              <a:t>Acquired</a:t>
            </a:r>
            <a:r>
              <a:rPr lang="en-US"/>
              <a:t>: </a:t>
            </a:r>
          </a:p>
          <a:p>
            <a:pPr defTabSz="914400" eaLnBrk="1" hangingPunct="1"/>
            <a:r>
              <a:rPr lang="en-US"/>
              <a:t>Infectious </a:t>
            </a:r>
          </a:p>
          <a:p>
            <a:pPr defTabSz="914400" eaLnBrk="1" hangingPunct="1"/>
            <a:r>
              <a:rPr lang="en-US"/>
              <a:t>Non-infectious (chronic diseases, malnutrition, addiction, age related) </a:t>
            </a:r>
          </a:p>
          <a:p>
            <a:pPr defTabSz="914400" eaLnBrk="1" hangingPunct="1">
              <a:buFont typeface="Wingdings" panose="05000000000000000000" pitchFamily="2" charset="2"/>
              <a:buChar char="v"/>
            </a:pPr>
            <a:r>
              <a:rPr lang="en-US" b="1"/>
              <a:t>Accidents </a:t>
            </a:r>
            <a:endParaRPr lang="en-US"/>
          </a:p>
          <a:p>
            <a:pPr defTabSz="914400" eaLnBrk="1" hangingPunct="1"/>
            <a:endParaRPr lang="en-US"/>
          </a:p>
        </p:txBody>
      </p:sp>
      <p:sp>
        <p:nvSpPr>
          <p:cNvPr id="6" name="AutoShape 2" descr="Supporting people with disability | Transport for NSW">
            <a:extLst>
              <a:ext uri="{FF2B5EF4-FFF2-40B4-BE49-F238E27FC236}">
                <a16:creationId xmlns:a16="http://schemas.microsoft.com/office/drawing/2014/main" id="{B4330A71-EC20-909C-8B6E-6C7DB695988D}"/>
              </a:ext>
            </a:extLst>
          </p:cNvPr>
          <p:cNvSpPr>
            <a:spLocks noChangeAspect="1" noChangeArrowheads="1"/>
          </p:cNvSpPr>
          <p:nvPr/>
        </p:nvSpPr>
        <p:spPr bwMode="auto">
          <a:xfrm>
            <a:off x="5943599" y="3276600"/>
            <a:ext cx="406633"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154248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0AD926A-6A49-4FAF-A392-4534F4E939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white symbol on a colorful background&#10;&#10;Description automatically generated">
            <a:extLst>
              <a:ext uri="{FF2B5EF4-FFF2-40B4-BE49-F238E27FC236}">
                <a16:creationId xmlns:a16="http://schemas.microsoft.com/office/drawing/2014/main" id="{0E736B97-3DC3-D72A-0418-48C8A57085EC}"/>
              </a:ext>
            </a:extLst>
          </p:cNvPr>
          <p:cNvPicPr>
            <a:picLocks noChangeAspect="1"/>
          </p:cNvPicPr>
          <p:nvPr/>
        </p:nvPicPr>
        <p:blipFill>
          <a:blip r:embed="rId2"/>
          <a:srcRect l="15387" r="30281" b="1"/>
          <a:stretch/>
        </p:blipFill>
        <p:spPr>
          <a:xfrm>
            <a:off x="20" y="10"/>
            <a:ext cx="9143980" cy="6857990"/>
          </a:xfrm>
          <a:prstGeom prst="rect">
            <a:avLst/>
          </a:prstGeom>
        </p:spPr>
      </p:pic>
      <p:sp>
        <p:nvSpPr>
          <p:cNvPr id="12" name="Rectangle 11">
            <a:extLst>
              <a:ext uri="{FF2B5EF4-FFF2-40B4-BE49-F238E27FC236}">
                <a16:creationId xmlns:a16="http://schemas.microsoft.com/office/drawing/2014/main" id="{FAD9FB75-5E1A-4AE8-99C7-1089F2031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64198" cy="6858000"/>
          </a:xfrm>
          <a:prstGeom prst="rect">
            <a:avLst/>
          </a:prstGeom>
          <a:solidFill>
            <a:srgbClr val="FFFFF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62813E39-F696-A471-24D0-0F095A29F9A7}"/>
              </a:ext>
            </a:extLst>
          </p:cNvPr>
          <p:cNvSpPr>
            <a:spLocks noGrp="1"/>
          </p:cNvSpPr>
          <p:nvPr>
            <p:ph type="title"/>
          </p:nvPr>
        </p:nvSpPr>
        <p:spPr>
          <a:xfrm>
            <a:off x="768096" y="585216"/>
            <a:ext cx="4550112" cy="1499616"/>
          </a:xfrm>
        </p:spPr>
        <p:txBody>
          <a:bodyPr vert="horz" lIns="91440" tIns="45720" rIns="91440" bIns="45720" rtlCol="0" anchor="ctr">
            <a:normAutofit/>
          </a:bodyPr>
          <a:lstStyle/>
          <a:p>
            <a:pPr defTabSz="914400"/>
            <a:r>
              <a:rPr lang="en-US" sz="5000" b="1" dirty="0">
                <a:solidFill>
                  <a:schemeClr val="accent1"/>
                </a:solidFill>
              </a:rPr>
              <a:t>Types of Disabilities </a:t>
            </a:r>
            <a:endParaRPr lang="en-US" sz="5000" dirty="0">
              <a:solidFill>
                <a:schemeClr val="accent1"/>
              </a:solidFill>
            </a:endParaRPr>
          </a:p>
        </p:txBody>
      </p:sp>
      <p:cxnSp>
        <p:nvCxnSpPr>
          <p:cNvPr id="14" name="Straight Connector 13">
            <a:extLst>
              <a:ext uri="{FF2B5EF4-FFF2-40B4-BE49-F238E27FC236}">
                <a16:creationId xmlns:a16="http://schemas.microsoft.com/office/drawing/2014/main" id="{85BD3C60-BA10-42C4-9F11-282AEE6A2F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D21F1279-3332-25DC-E5B0-D8C4B074A010}"/>
              </a:ext>
            </a:extLst>
          </p:cNvPr>
          <p:cNvSpPr txBox="1">
            <a:spLocks/>
          </p:cNvSpPr>
          <p:nvPr/>
        </p:nvSpPr>
        <p:spPr>
          <a:xfrm>
            <a:off x="796763" y="2084832"/>
            <a:ext cx="4550112" cy="4023360"/>
          </a:xfrm>
          <a:prstGeom prst="rect">
            <a:avLst/>
          </a:prstGeom>
        </p:spPr>
        <p:txBody>
          <a:bodyPr vert="horz" lIns="45720" tIns="45720" rIns="45720" bIns="45720" rtlCol="0">
            <a:normAutofit/>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defTabSz="914400" eaLnBrk="1" hangingPunct="1"/>
            <a:endParaRPr lang="en-US" dirty="0">
              <a:solidFill>
                <a:srgbClr val="000000"/>
              </a:solidFill>
            </a:endParaRPr>
          </a:p>
          <a:p>
            <a:pPr defTabSz="914400" eaLnBrk="1" hangingPunct="1"/>
            <a:endParaRPr lang="en-US" dirty="0">
              <a:solidFill>
                <a:srgbClr val="000000"/>
              </a:solidFill>
            </a:endParaRPr>
          </a:p>
          <a:p>
            <a:pPr defTabSz="914400" eaLnBrk="1" hangingPunct="1">
              <a:buFont typeface="Wingdings" panose="05000000000000000000" pitchFamily="2" charset="2"/>
              <a:buChar char="q"/>
            </a:pPr>
            <a:r>
              <a:rPr lang="en-US" dirty="0">
                <a:solidFill>
                  <a:srgbClr val="000000"/>
                </a:solidFill>
              </a:rPr>
              <a:t>Mobility/ Locomotor</a:t>
            </a:r>
          </a:p>
          <a:p>
            <a:pPr defTabSz="914400" eaLnBrk="1" hangingPunct="1">
              <a:buFont typeface="Wingdings" panose="05000000000000000000" pitchFamily="2" charset="2"/>
              <a:buChar char="q"/>
            </a:pPr>
            <a:r>
              <a:rPr lang="en-US" dirty="0">
                <a:solidFill>
                  <a:srgbClr val="000000"/>
                </a:solidFill>
              </a:rPr>
              <a:t> Intellectual</a:t>
            </a:r>
          </a:p>
          <a:p>
            <a:pPr defTabSz="914400" eaLnBrk="1" hangingPunct="1">
              <a:buFont typeface="Wingdings" panose="05000000000000000000" pitchFamily="2" charset="2"/>
              <a:buChar char="q"/>
            </a:pPr>
            <a:r>
              <a:rPr lang="en-US" dirty="0">
                <a:solidFill>
                  <a:srgbClr val="000000"/>
                </a:solidFill>
              </a:rPr>
              <a:t>Developmental</a:t>
            </a:r>
          </a:p>
          <a:p>
            <a:pPr defTabSz="914400" eaLnBrk="1" hangingPunct="1">
              <a:buFont typeface="Wingdings" panose="05000000000000000000" pitchFamily="2" charset="2"/>
              <a:buChar char="q"/>
            </a:pPr>
            <a:r>
              <a:rPr lang="en-US" dirty="0">
                <a:solidFill>
                  <a:srgbClr val="000000"/>
                </a:solidFill>
              </a:rPr>
              <a:t>Cognitive/Mental </a:t>
            </a:r>
          </a:p>
          <a:p>
            <a:pPr defTabSz="914400" eaLnBrk="1" hangingPunct="1">
              <a:buFont typeface="Wingdings" panose="05000000000000000000" pitchFamily="2" charset="2"/>
              <a:buChar char="q"/>
            </a:pPr>
            <a:r>
              <a:rPr lang="en-US" dirty="0">
                <a:solidFill>
                  <a:srgbClr val="000000"/>
                </a:solidFill>
              </a:rPr>
              <a:t>Hearing </a:t>
            </a:r>
          </a:p>
          <a:p>
            <a:pPr defTabSz="914400" eaLnBrk="1" hangingPunct="1">
              <a:buFont typeface="Wingdings" panose="05000000000000000000" pitchFamily="2" charset="2"/>
              <a:buChar char="q"/>
            </a:pPr>
            <a:r>
              <a:rPr lang="en-US" dirty="0">
                <a:solidFill>
                  <a:srgbClr val="000000"/>
                </a:solidFill>
              </a:rPr>
              <a:t>Visual </a:t>
            </a:r>
          </a:p>
          <a:p>
            <a:pPr defTabSz="914400" eaLnBrk="1" hangingPunct="1">
              <a:buFont typeface="Wingdings" panose="05000000000000000000" pitchFamily="2" charset="2"/>
              <a:buChar char="q"/>
            </a:pPr>
            <a:r>
              <a:rPr lang="en-US" dirty="0">
                <a:solidFill>
                  <a:srgbClr val="000000"/>
                </a:solidFill>
              </a:rPr>
              <a:t>Speech </a:t>
            </a:r>
          </a:p>
          <a:p>
            <a:pPr marL="0" indent="0" defTabSz="914400" eaLnBrk="1" hangingPunct="1">
              <a:buFont typeface="Tw Cen MT" panose="020B0602020104020603" pitchFamily="34" charset="0"/>
              <a:buNone/>
            </a:pPr>
            <a:endParaRPr lang="en-US" dirty="0">
              <a:solidFill>
                <a:srgbClr val="000000"/>
              </a:solidFill>
            </a:endParaRPr>
          </a:p>
          <a:p>
            <a:pPr defTabSz="914400" eaLnBrk="1" hangingPunct="1"/>
            <a:endParaRPr lang="en-US" dirty="0">
              <a:solidFill>
                <a:srgbClr val="000000"/>
              </a:solidFill>
            </a:endParaRPr>
          </a:p>
        </p:txBody>
      </p:sp>
    </p:spTree>
    <p:extLst>
      <p:ext uri="{BB962C8B-B14F-4D97-AF65-F5344CB8AC3E}">
        <p14:creationId xmlns:p14="http://schemas.microsoft.com/office/powerpoint/2010/main" val="3142594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57157-EE97-4D4E-B18A-84CD519991CE}"/>
              </a:ext>
            </a:extLst>
          </p:cNvPr>
          <p:cNvSpPr>
            <a:spLocks noGrp="1"/>
          </p:cNvSpPr>
          <p:nvPr>
            <p:ph type="title"/>
          </p:nvPr>
        </p:nvSpPr>
        <p:spPr>
          <a:xfrm>
            <a:off x="768096" y="585216"/>
            <a:ext cx="7290054" cy="1499616"/>
          </a:xfrm>
        </p:spPr>
        <p:txBody>
          <a:bodyPr>
            <a:normAutofit/>
          </a:bodyPr>
          <a:lstStyle/>
          <a:p>
            <a:r>
              <a:rPr lang="en-US" b="1" dirty="0">
                <a:solidFill>
                  <a:schemeClr val="accent1"/>
                </a:solidFill>
              </a:rPr>
              <a:t>Chronic diseases </a:t>
            </a:r>
          </a:p>
        </p:txBody>
      </p:sp>
      <p:graphicFrame>
        <p:nvGraphicFramePr>
          <p:cNvPr id="5" name="Content Placeholder 2">
            <a:extLst>
              <a:ext uri="{FF2B5EF4-FFF2-40B4-BE49-F238E27FC236}">
                <a16:creationId xmlns:a16="http://schemas.microsoft.com/office/drawing/2014/main" id="{FE8224FB-5F41-0982-BB51-F3AFDB02D8A2}"/>
              </a:ext>
            </a:extLst>
          </p:cNvPr>
          <p:cNvGraphicFramePr>
            <a:graphicFrameLocks noGrp="1"/>
          </p:cNvGraphicFramePr>
          <p:nvPr>
            <p:ph idx="1"/>
            <p:extLst>
              <p:ext uri="{D42A27DB-BD31-4B8C-83A1-F6EECF244321}">
                <p14:modId xmlns:p14="http://schemas.microsoft.com/office/powerpoint/2010/main" val="1408428733"/>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4056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03FD-7953-673A-E393-6973BEE54C5F}"/>
              </a:ext>
            </a:extLst>
          </p:cNvPr>
          <p:cNvSpPr>
            <a:spLocks noGrp="1"/>
          </p:cNvSpPr>
          <p:nvPr>
            <p:ph type="title"/>
          </p:nvPr>
        </p:nvSpPr>
        <p:spPr>
          <a:xfrm>
            <a:off x="768096" y="585216"/>
            <a:ext cx="7548320" cy="1499616"/>
          </a:xfrm>
        </p:spPr>
        <p:txBody>
          <a:bodyPr>
            <a:normAutofit/>
          </a:bodyPr>
          <a:lstStyle/>
          <a:p>
            <a:pPr algn="just"/>
            <a:r>
              <a:rPr lang="en-US" b="1" dirty="0">
                <a:solidFill>
                  <a:schemeClr val="accent1"/>
                </a:solidFill>
              </a:rPr>
              <a:t>Key characteristics of chronic diseases</a:t>
            </a:r>
          </a:p>
        </p:txBody>
      </p:sp>
      <p:graphicFrame>
        <p:nvGraphicFramePr>
          <p:cNvPr id="5" name="Content Placeholder 2">
            <a:extLst>
              <a:ext uri="{FF2B5EF4-FFF2-40B4-BE49-F238E27FC236}">
                <a16:creationId xmlns:a16="http://schemas.microsoft.com/office/drawing/2014/main" id="{F21AE889-417D-35C6-9113-3E606D10BE68}"/>
              </a:ext>
            </a:extLst>
          </p:cNvPr>
          <p:cNvGraphicFramePr>
            <a:graphicFrameLocks noGrp="1"/>
          </p:cNvGraphicFramePr>
          <p:nvPr>
            <p:ph idx="1"/>
            <p:extLst>
              <p:ext uri="{D42A27DB-BD31-4B8C-83A1-F6EECF244321}">
                <p14:modId xmlns:p14="http://schemas.microsoft.com/office/powerpoint/2010/main" val="651722531"/>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0727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4F4AF38-8AAD-4B65-9274-0033CABC4A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0DC27DB8-832F-69D7-3131-295F337B562B}"/>
              </a:ext>
            </a:extLst>
          </p:cNvPr>
          <p:cNvSpPr>
            <a:spLocks noGrp="1"/>
          </p:cNvSpPr>
          <p:nvPr>
            <p:ph type="title"/>
          </p:nvPr>
        </p:nvSpPr>
        <p:spPr>
          <a:xfrm>
            <a:off x="760793" y="640080"/>
            <a:ext cx="7560839" cy="1499616"/>
          </a:xfrm>
        </p:spPr>
        <p:txBody>
          <a:bodyPr vert="horz" lIns="91440" tIns="45720" rIns="91440" bIns="45720" rtlCol="0" anchor="ctr">
            <a:normAutofit fontScale="90000"/>
          </a:bodyPr>
          <a:lstStyle/>
          <a:p>
            <a:pPr defTabSz="914400"/>
            <a:br>
              <a:rPr lang="en-US" sz="2400" i="0" u="none" strike="noStrike" kern="1200" cap="all" spc="100" baseline="0" dirty="0">
                <a:solidFill>
                  <a:schemeClr val="accent1"/>
                </a:solidFill>
                <a:latin typeface="+mj-lt"/>
                <a:ea typeface="+mj-ea"/>
                <a:cs typeface="+mj-cs"/>
              </a:rPr>
            </a:br>
            <a:r>
              <a:rPr lang="en-US" b="1" dirty="0">
                <a:solidFill>
                  <a:schemeClr val="accent1"/>
                </a:solidFill>
              </a:rPr>
              <a:t>The International Classification of Functioning, Disability, and Health (ICF)  </a:t>
            </a:r>
          </a:p>
        </p:txBody>
      </p:sp>
      <p:sp>
        <p:nvSpPr>
          <p:cNvPr id="4" name="Content Placeholder 2">
            <a:extLst>
              <a:ext uri="{FF2B5EF4-FFF2-40B4-BE49-F238E27FC236}">
                <a16:creationId xmlns:a16="http://schemas.microsoft.com/office/drawing/2014/main" id="{09340B9E-291D-DD94-6590-5EE2B6D57944}"/>
              </a:ext>
            </a:extLst>
          </p:cNvPr>
          <p:cNvSpPr txBox="1">
            <a:spLocks/>
          </p:cNvSpPr>
          <p:nvPr/>
        </p:nvSpPr>
        <p:spPr>
          <a:xfrm>
            <a:off x="323527" y="2287758"/>
            <a:ext cx="8496943" cy="3931920"/>
          </a:xfrm>
          <a:prstGeom prst="rect">
            <a:avLst/>
          </a:prstGeom>
        </p:spPr>
        <p:txBody>
          <a:bodyPr vert="horz" lIns="45720" tIns="45720" rIns="45720" bIns="45720" rtlCol="0">
            <a:normAutofit/>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0" indent="0" defTabSz="914400" eaLnBrk="1" hangingPunct="1">
              <a:buFont typeface="Tw Cen MT" panose="020B0602020104020603" pitchFamily="34" charset="0"/>
              <a:buNone/>
            </a:pPr>
            <a:endParaRPr lang="en-US" dirty="0"/>
          </a:p>
          <a:p>
            <a:pPr algn="just" defTabSz="914400" eaLnBrk="1" hangingPunct="1"/>
            <a:r>
              <a:rPr lang="en-US" dirty="0"/>
              <a:t>The International Classification of Functioning, Disability, and Health (ICF) is a framework and classification system developed by the World Health Organization (WHO) in 2001.</a:t>
            </a:r>
          </a:p>
          <a:p>
            <a:pPr algn="just" defTabSz="914400" eaLnBrk="1" hangingPunct="1"/>
            <a:r>
              <a:rPr lang="en-US" dirty="0"/>
              <a:t>It provides a standardized and internationally accepted way of describing and organizing information about health, disability, and health-related domains.</a:t>
            </a:r>
          </a:p>
        </p:txBody>
      </p:sp>
      <p:pic>
        <p:nvPicPr>
          <p:cNvPr id="5" name="Picture 4" descr="A book cover with a diagram of kids&#10;&#10;Description automatically generated with medium confidence">
            <a:extLst>
              <a:ext uri="{FF2B5EF4-FFF2-40B4-BE49-F238E27FC236}">
                <a16:creationId xmlns:a16="http://schemas.microsoft.com/office/drawing/2014/main" id="{DBA2C8AF-8798-7980-F792-47CCC2C9D8B8}"/>
              </a:ext>
            </a:extLst>
          </p:cNvPr>
          <p:cNvPicPr>
            <a:picLocks noChangeAspect="1"/>
          </p:cNvPicPr>
          <p:nvPr/>
        </p:nvPicPr>
        <p:blipFill>
          <a:blip r:embed="rId2"/>
          <a:srcRect t="21802" r="7337" b="15786"/>
          <a:stretch/>
        </p:blipFill>
        <p:spPr>
          <a:xfrm>
            <a:off x="6133983" y="4509121"/>
            <a:ext cx="2999740" cy="2257592"/>
          </a:xfrm>
          <a:prstGeom prst="rect">
            <a:avLst/>
          </a:prstGeom>
        </p:spPr>
      </p:pic>
    </p:spTree>
    <p:extLst>
      <p:ext uri="{BB962C8B-B14F-4D97-AF65-F5344CB8AC3E}">
        <p14:creationId xmlns:p14="http://schemas.microsoft.com/office/powerpoint/2010/main" val="3815513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E1966-AF58-0E6A-39D1-DDB394D46522}"/>
              </a:ext>
            </a:extLst>
          </p:cNvPr>
          <p:cNvSpPr txBox="1">
            <a:spLocks/>
          </p:cNvSpPr>
          <p:nvPr/>
        </p:nvSpPr>
        <p:spPr>
          <a:xfrm>
            <a:off x="683568" y="836712"/>
            <a:ext cx="8136904" cy="5256584"/>
          </a:xfrm>
          <a:prstGeom prst="rect">
            <a:avLst/>
          </a:prstGeom>
        </p:spPr>
        <p:txBody>
          <a:bodyPr anchor="t">
            <a:normAutofit fontScale="25000" lnSpcReduction="20000"/>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0" indent="0" eaLnBrk="1" hangingPunct="1">
              <a:buFont typeface="Tw Cen MT" panose="020B0602020104020603" pitchFamily="34" charset="0"/>
              <a:buNone/>
            </a:pPr>
            <a:r>
              <a:rPr lang="en-US" sz="12800" b="1" cap="all" spc="100" dirty="0">
                <a:solidFill>
                  <a:schemeClr val="accent1"/>
                </a:solidFill>
                <a:latin typeface="+mj-lt"/>
                <a:ea typeface="+mj-ea"/>
                <a:cs typeface="+mj-cs"/>
              </a:rPr>
              <a:t>The key aims of the ICF are the following: </a:t>
            </a:r>
          </a:p>
          <a:p>
            <a:pPr marL="0" indent="0" eaLnBrk="1" hangingPunct="1">
              <a:buFont typeface="Tw Cen MT" panose="020B0602020104020603" pitchFamily="34" charset="0"/>
              <a:buNone/>
            </a:pPr>
            <a:endParaRPr lang="en-US" sz="4000" b="1" cap="all" spc="100" dirty="0">
              <a:solidFill>
                <a:schemeClr val="accent1"/>
              </a:solidFill>
              <a:latin typeface="+mj-lt"/>
              <a:ea typeface="+mj-ea"/>
              <a:cs typeface="+mj-cs"/>
            </a:endParaRPr>
          </a:p>
          <a:p>
            <a:pPr algn="just" eaLnBrk="1" hangingPunct="1">
              <a:buFont typeface="Wingdings" panose="05000000000000000000" pitchFamily="2" charset="2"/>
              <a:buChar char="Ø"/>
            </a:pPr>
            <a:r>
              <a:rPr lang="en-US" sz="11200" dirty="0">
                <a:latin typeface="+mj-lt"/>
              </a:rPr>
              <a:t>Provide a scientific basis for understanding and studying health and health-related states, outcomes, and determinations.</a:t>
            </a:r>
          </a:p>
          <a:p>
            <a:pPr algn="just" eaLnBrk="1" hangingPunct="1">
              <a:buFont typeface="Wingdings" panose="05000000000000000000" pitchFamily="2" charset="2"/>
              <a:buChar char="Ø"/>
            </a:pPr>
            <a:endParaRPr lang="en-US" sz="11200" dirty="0">
              <a:latin typeface="+mj-lt"/>
            </a:endParaRPr>
          </a:p>
          <a:p>
            <a:pPr algn="just" eaLnBrk="1" hangingPunct="1">
              <a:buFont typeface="Wingdings" panose="05000000000000000000" pitchFamily="2" charset="2"/>
              <a:buChar char="Ø"/>
            </a:pPr>
            <a:r>
              <a:rPr lang="en-US" sz="11200" dirty="0">
                <a:latin typeface="+mj-lt"/>
              </a:rPr>
              <a:t>Establish a common language for describing health and health-related states to improve communication between different users. </a:t>
            </a:r>
          </a:p>
          <a:p>
            <a:pPr marL="0" indent="0" algn="just" eaLnBrk="1" hangingPunct="1">
              <a:buNone/>
            </a:pPr>
            <a:endParaRPr lang="en-US" sz="11200" dirty="0">
              <a:latin typeface="+mj-lt"/>
            </a:endParaRPr>
          </a:p>
          <a:p>
            <a:pPr algn="just" eaLnBrk="1" hangingPunct="1">
              <a:buFont typeface="Wingdings" panose="05000000000000000000" pitchFamily="2" charset="2"/>
              <a:buChar char="Ø"/>
            </a:pPr>
            <a:r>
              <a:rPr lang="en-US" sz="11200" dirty="0">
                <a:latin typeface="+mj-lt"/>
              </a:rPr>
              <a:t>Permit comparison of data across countries, health care disciplines, services, and time.</a:t>
            </a:r>
          </a:p>
          <a:p>
            <a:pPr marL="0" indent="0" algn="just" eaLnBrk="1" hangingPunct="1">
              <a:buNone/>
            </a:pPr>
            <a:endParaRPr lang="en-US" sz="11200" dirty="0">
              <a:latin typeface="+mj-lt"/>
            </a:endParaRPr>
          </a:p>
          <a:p>
            <a:pPr algn="just" eaLnBrk="1" hangingPunct="1">
              <a:buFont typeface="Wingdings" panose="05000000000000000000" pitchFamily="2" charset="2"/>
              <a:buChar char="Ø"/>
            </a:pPr>
            <a:r>
              <a:rPr lang="en-US" sz="11200" dirty="0">
                <a:latin typeface="+mj-lt"/>
              </a:rPr>
              <a:t>Provide a systematic coding scheme for health information systems.</a:t>
            </a:r>
          </a:p>
          <a:p>
            <a:pPr eaLnBrk="1" hangingPunct="1"/>
            <a:endParaRPr lang="en-US" sz="2200" dirty="0"/>
          </a:p>
        </p:txBody>
      </p:sp>
      <p:pic>
        <p:nvPicPr>
          <p:cNvPr id="4" name="Picture 3">
            <a:extLst>
              <a:ext uri="{FF2B5EF4-FFF2-40B4-BE49-F238E27FC236}">
                <a16:creationId xmlns:a16="http://schemas.microsoft.com/office/drawing/2014/main" id="{6EF24872-C12D-8F4E-2B54-5D4C417A5736}"/>
              </a:ext>
            </a:extLst>
          </p:cNvPr>
          <p:cNvPicPr>
            <a:picLocks noChangeAspect="1"/>
          </p:cNvPicPr>
          <p:nvPr/>
        </p:nvPicPr>
        <p:blipFill>
          <a:blip r:embed="rId2"/>
          <a:stretch>
            <a:fillRect/>
          </a:stretch>
        </p:blipFill>
        <p:spPr>
          <a:xfrm>
            <a:off x="6795120" y="5661248"/>
            <a:ext cx="2348880" cy="1268760"/>
          </a:xfrm>
          <a:prstGeom prst="rect">
            <a:avLst/>
          </a:prstGeom>
        </p:spPr>
      </p:pic>
    </p:spTree>
    <p:extLst>
      <p:ext uri="{BB962C8B-B14F-4D97-AF65-F5344CB8AC3E}">
        <p14:creationId xmlns:p14="http://schemas.microsoft.com/office/powerpoint/2010/main" val="1571520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97D78-C33C-B172-3EBB-5C791FEDF392}"/>
              </a:ext>
            </a:extLst>
          </p:cNvPr>
          <p:cNvSpPr>
            <a:spLocks noGrp="1"/>
          </p:cNvSpPr>
          <p:nvPr>
            <p:ph type="title"/>
          </p:nvPr>
        </p:nvSpPr>
        <p:spPr>
          <a:xfrm>
            <a:off x="683568" y="116632"/>
            <a:ext cx="8124130" cy="1498600"/>
          </a:xfrm>
        </p:spPr>
        <p:txBody>
          <a:bodyPr>
            <a:normAutofit/>
          </a:bodyPr>
          <a:lstStyle/>
          <a:p>
            <a:pPr algn="just"/>
            <a:r>
              <a:rPr lang="en-GB" sz="4000" dirty="0">
                <a:solidFill>
                  <a:schemeClr val="accent1"/>
                </a:solidFill>
              </a:rPr>
              <a:t>International Classification of Functioning, Disability, and Health</a:t>
            </a:r>
          </a:p>
        </p:txBody>
      </p:sp>
      <p:sp>
        <p:nvSpPr>
          <p:cNvPr id="6" name="TextBox 5">
            <a:extLst>
              <a:ext uri="{FF2B5EF4-FFF2-40B4-BE49-F238E27FC236}">
                <a16:creationId xmlns:a16="http://schemas.microsoft.com/office/drawing/2014/main" id="{FD0E6A20-81F8-7C40-66F3-83101C9E3678}"/>
              </a:ext>
            </a:extLst>
          </p:cNvPr>
          <p:cNvSpPr txBox="1"/>
          <p:nvPr/>
        </p:nvSpPr>
        <p:spPr>
          <a:xfrm>
            <a:off x="1043608" y="1628800"/>
            <a:ext cx="6408712" cy="1200329"/>
          </a:xfrm>
          <a:prstGeom prst="rect">
            <a:avLst/>
          </a:prstGeom>
          <a:noFill/>
        </p:spPr>
        <p:txBody>
          <a:bodyPr wrap="square">
            <a:spAutoFit/>
          </a:bodyPr>
          <a:lstStyle/>
          <a:p>
            <a:pPr algn="just"/>
            <a:r>
              <a:rPr lang="en-GB" sz="2400" dirty="0">
                <a:latin typeface="+mj-lt"/>
              </a:rPr>
              <a:t>Is a universal classification system using standardized language</a:t>
            </a:r>
          </a:p>
          <a:p>
            <a:pPr algn="just"/>
            <a:r>
              <a:rPr lang="en-GB" sz="2400" dirty="0">
                <a:latin typeface="+mj-lt"/>
              </a:rPr>
              <a:t>that views the domains of health from a holistic viewpoint. </a:t>
            </a:r>
          </a:p>
          <a:p>
            <a:pPr algn="just"/>
            <a:r>
              <a:rPr lang="en-GB" sz="2400" dirty="0">
                <a:latin typeface="+mj-lt"/>
              </a:rPr>
              <a:t>(</a:t>
            </a:r>
            <a:r>
              <a:rPr lang="en-GB" sz="2000" b="0" i="0" u="none" strike="noStrike" baseline="0" dirty="0">
                <a:solidFill>
                  <a:schemeClr val="accent6">
                    <a:lumMod val="75000"/>
                  </a:schemeClr>
                </a:solidFill>
                <a:latin typeface="+mj-lt"/>
              </a:rPr>
              <a:t>approach for assessing people with disabilities</a:t>
            </a:r>
            <a:r>
              <a:rPr lang="en-GB" sz="2400" dirty="0">
                <a:latin typeface="+mj-lt"/>
              </a:rPr>
              <a:t>). </a:t>
            </a:r>
          </a:p>
        </p:txBody>
      </p:sp>
      <p:sp>
        <p:nvSpPr>
          <p:cNvPr id="8" name="TextBox 7">
            <a:extLst>
              <a:ext uri="{FF2B5EF4-FFF2-40B4-BE49-F238E27FC236}">
                <a16:creationId xmlns:a16="http://schemas.microsoft.com/office/drawing/2014/main" id="{361CF436-940A-7D17-60B5-9DDB3F039EC8}"/>
              </a:ext>
            </a:extLst>
          </p:cNvPr>
          <p:cNvSpPr txBox="1"/>
          <p:nvPr/>
        </p:nvSpPr>
        <p:spPr>
          <a:xfrm>
            <a:off x="251520" y="3053427"/>
            <a:ext cx="8892480" cy="3785652"/>
          </a:xfrm>
          <a:prstGeom prst="rect">
            <a:avLst/>
          </a:prstGeom>
          <a:noFill/>
        </p:spPr>
        <p:txBody>
          <a:bodyPr wrap="square">
            <a:spAutoFit/>
          </a:bodyPr>
          <a:lstStyle/>
          <a:p>
            <a:r>
              <a:rPr lang="en-GB" sz="2400" b="1" i="0" u="sng" strike="noStrike" baseline="0" dirty="0">
                <a:solidFill>
                  <a:srgbClr val="FF0000"/>
                </a:solidFill>
                <a:latin typeface="+mj-lt"/>
              </a:rPr>
              <a:t>The following concepts:</a:t>
            </a:r>
          </a:p>
          <a:p>
            <a:r>
              <a:rPr lang="en-GB" sz="2400" b="1" dirty="0">
                <a:latin typeface="+mj-lt"/>
              </a:rPr>
              <a:t>Body functions</a:t>
            </a:r>
            <a:r>
              <a:rPr lang="en-GB" sz="2400" dirty="0">
                <a:latin typeface="+mj-lt"/>
              </a:rPr>
              <a:t>: physiologic functions of body</a:t>
            </a:r>
          </a:p>
          <a:p>
            <a:r>
              <a:rPr lang="en-GB" sz="2400" b="1" dirty="0">
                <a:latin typeface="+mj-lt"/>
              </a:rPr>
              <a:t>Body structure</a:t>
            </a:r>
            <a:r>
              <a:rPr lang="en-GB" sz="2400" dirty="0">
                <a:latin typeface="+mj-lt"/>
              </a:rPr>
              <a:t>: anatomic parts of the body</a:t>
            </a:r>
          </a:p>
          <a:p>
            <a:r>
              <a:rPr lang="en-GB" sz="2400" b="1" dirty="0">
                <a:latin typeface="+mj-lt"/>
              </a:rPr>
              <a:t>Impairments:</a:t>
            </a:r>
            <a:r>
              <a:rPr lang="en-GB" sz="2400" dirty="0">
                <a:latin typeface="+mj-lt"/>
              </a:rPr>
              <a:t> problems in body function or structure</a:t>
            </a:r>
          </a:p>
          <a:p>
            <a:r>
              <a:rPr lang="en-GB" sz="2400" b="1" dirty="0">
                <a:latin typeface="+mj-lt"/>
              </a:rPr>
              <a:t>Activity: </a:t>
            </a:r>
            <a:r>
              <a:rPr lang="en-GB" sz="2400" dirty="0">
                <a:latin typeface="+mj-lt"/>
              </a:rPr>
              <a:t>task or action</a:t>
            </a:r>
          </a:p>
          <a:p>
            <a:r>
              <a:rPr lang="en-GB" sz="2400" b="1" dirty="0">
                <a:latin typeface="+mj-lt"/>
              </a:rPr>
              <a:t>Participation:</a:t>
            </a:r>
            <a:r>
              <a:rPr lang="en-GB" sz="2400" dirty="0">
                <a:latin typeface="+mj-lt"/>
              </a:rPr>
              <a:t> to be involved in a life situation</a:t>
            </a:r>
          </a:p>
          <a:p>
            <a:r>
              <a:rPr lang="en-GB" sz="2400" b="1" dirty="0">
                <a:latin typeface="+mj-lt"/>
              </a:rPr>
              <a:t>Activity limitations</a:t>
            </a:r>
            <a:r>
              <a:rPr lang="en-GB" sz="2400" dirty="0">
                <a:latin typeface="+mj-lt"/>
              </a:rPr>
              <a:t>: difficulty an individual may have with an activity</a:t>
            </a:r>
          </a:p>
          <a:p>
            <a:r>
              <a:rPr lang="en-GB" sz="2400" b="1" dirty="0">
                <a:latin typeface="+mj-lt"/>
              </a:rPr>
              <a:t>Participation restrictions</a:t>
            </a:r>
            <a:r>
              <a:rPr lang="en-GB" sz="2400" dirty="0">
                <a:latin typeface="+mj-lt"/>
              </a:rPr>
              <a:t>: limitations in involvement</a:t>
            </a:r>
          </a:p>
          <a:p>
            <a:r>
              <a:rPr lang="en-GB" sz="2400" b="1" dirty="0">
                <a:latin typeface="+mj-lt"/>
              </a:rPr>
              <a:t>Environmental factors</a:t>
            </a:r>
            <a:r>
              <a:rPr lang="en-GB" sz="2400" dirty="0">
                <a:latin typeface="+mj-lt"/>
              </a:rPr>
              <a:t>: the physical and social environments where people live and conduct their lives</a:t>
            </a:r>
          </a:p>
        </p:txBody>
      </p:sp>
    </p:spTree>
    <p:extLst>
      <p:ext uri="{BB962C8B-B14F-4D97-AF65-F5344CB8AC3E}">
        <p14:creationId xmlns:p14="http://schemas.microsoft.com/office/powerpoint/2010/main" val="2315481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0255E-E660-30CB-E643-496C12814995}"/>
              </a:ext>
            </a:extLst>
          </p:cNvPr>
          <p:cNvSpPr>
            <a:spLocks noGrp="1"/>
          </p:cNvSpPr>
          <p:nvPr>
            <p:ph type="title"/>
          </p:nvPr>
        </p:nvSpPr>
        <p:spPr/>
        <p:txBody>
          <a:bodyPr/>
          <a:lstStyle/>
          <a:p>
            <a:endParaRPr lang="en-US"/>
          </a:p>
        </p:txBody>
      </p:sp>
      <p:pic>
        <p:nvPicPr>
          <p:cNvPr id="4098" name="Picture 2" descr="PDF] The role of clinical reasoning in understanding and applying the  International Classification of Functioning, Disability and Health (ICF) |  Semantic Scholar">
            <a:extLst>
              <a:ext uri="{FF2B5EF4-FFF2-40B4-BE49-F238E27FC236}">
                <a16:creationId xmlns:a16="http://schemas.microsoft.com/office/drawing/2014/main" id="{0EA65103-4C42-A267-5335-E040205D9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1763"/>
            <a:ext cx="9144000" cy="6592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6417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3CE2E-74D8-0DDB-DBEE-0B4E0473AB44}"/>
              </a:ext>
            </a:extLst>
          </p:cNvPr>
          <p:cNvSpPr>
            <a:spLocks noGrp="1"/>
          </p:cNvSpPr>
          <p:nvPr>
            <p:ph type="title"/>
          </p:nvPr>
        </p:nvSpPr>
        <p:spPr/>
        <p:txBody>
          <a:bodyPr/>
          <a:lstStyle/>
          <a:p>
            <a:endParaRPr lang="en-US"/>
          </a:p>
        </p:txBody>
      </p:sp>
      <p:pic>
        <p:nvPicPr>
          <p:cNvPr id="5122" name="Picture 2" descr="Using the International Classification of Functioning, Disability and Health  (ICF) to Describe Children Referred to Special Care or Paediatric Dental  Services | PLOS One">
            <a:extLst>
              <a:ext uri="{FF2B5EF4-FFF2-40B4-BE49-F238E27FC236}">
                <a16:creationId xmlns:a16="http://schemas.microsoft.com/office/drawing/2014/main" id="{F280E1DA-CC15-887F-71E6-06DD4BC652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16632"/>
            <a:ext cx="7272808" cy="6630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835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BCSS Raises Concerns About The UN Convention on the Rights of People with  Disabilities - BC Schizophrenia Society">
            <a:extLst>
              <a:ext uri="{FF2B5EF4-FFF2-40B4-BE49-F238E27FC236}">
                <a16:creationId xmlns:a16="http://schemas.microsoft.com/office/drawing/2014/main" id="{008017C8-9C51-726D-D62C-F5898CD104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50" r="1" b="1"/>
          <a:stretch/>
        </p:blipFill>
        <p:spPr bwMode="auto">
          <a:xfrm>
            <a:off x="20" y="11"/>
            <a:ext cx="9143980" cy="2348870"/>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204120A-41A4-DD38-B0D9-22098DCF71D0}"/>
              </a:ext>
            </a:extLst>
          </p:cNvPr>
          <p:cNvSpPr txBox="1">
            <a:spLocks/>
          </p:cNvSpPr>
          <p:nvPr/>
        </p:nvSpPr>
        <p:spPr>
          <a:xfrm>
            <a:off x="179512" y="2492896"/>
            <a:ext cx="8784976" cy="3744416"/>
          </a:xfrm>
          <a:prstGeom prst="rect">
            <a:avLst/>
          </a:prstGeom>
        </p:spPr>
        <p:txBody>
          <a:bodyPr vert="horz" lIns="91440" tIns="45720" rIns="91440" bIns="45720" rtlCol="0" anchor="ctr">
            <a:normAutofit/>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57150" indent="-285750" algn="just" eaLnBrk="1" hangingPunct="1">
              <a:buFont typeface="Wingdings" panose="05000000000000000000" pitchFamily="2" charset="2"/>
              <a:buChar char="v"/>
            </a:pPr>
            <a:r>
              <a:rPr lang="en-US" sz="1800" b="1" u="sng" dirty="0">
                <a:solidFill>
                  <a:schemeClr val="accent5">
                    <a:lumMod val="50000"/>
                  </a:schemeClr>
                </a:solidFill>
              </a:rPr>
              <a:t>Definition</a:t>
            </a:r>
            <a:r>
              <a:rPr lang="en-US" sz="1800" u="sng" dirty="0">
                <a:solidFill>
                  <a:schemeClr val="accent5">
                    <a:lumMod val="50000"/>
                  </a:schemeClr>
                </a:solidFill>
              </a:rPr>
              <a:t>: </a:t>
            </a:r>
          </a:p>
          <a:p>
            <a:pPr algn="just" eaLnBrk="1" hangingPunct="1"/>
            <a:r>
              <a:rPr lang="en-US" sz="1800" dirty="0"/>
              <a:t>Persons with disabilities include those who have long-term physical, mental, intellectual or sensory impairments which in interaction with various barriers may hinder their full and effective participation in society on an equal basis with others </a:t>
            </a:r>
          </a:p>
          <a:p>
            <a:pPr marL="57150" indent="-285750" algn="just" eaLnBrk="1" hangingPunct="1">
              <a:buFont typeface="Wingdings" panose="05000000000000000000" pitchFamily="2" charset="2"/>
              <a:buChar char="v"/>
            </a:pPr>
            <a:r>
              <a:rPr lang="en-US" sz="1800" b="1" u="sng" dirty="0">
                <a:solidFill>
                  <a:schemeClr val="accent5">
                    <a:lumMod val="50000"/>
                  </a:schemeClr>
                </a:solidFill>
              </a:rPr>
              <a:t>Purpose of the convention: </a:t>
            </a:r>
            <a:endParaRPr lang="en-US" sz="1800" u="sng" dirty="0">
              <a:solidFill>
                <a:schemeClr val="accent5">
                  <a:lumMod val="50000"/>
                </a:schemeClr>
              </a:solidFill>
            </a:endParaRPr>
          </a:p>
          <a:p>
            <a:pPr algn="just" eaLnBrk="1" hangingPunct="1"/>
            <a:r>
              <a:rPr lang="en-US" sz="1800" dirty="0"/>
              <a:t>To promote, protect and ensure the full and equal enjoyment of all human rights and fundamental freedoms by all persons with disabilities, and to promote respect for their inherent dignity. </a:t>
            </a:r>
          </a:p>
        </p:txBody>
      </p:sp>
    </p:spTree>
    <p:extLst>
      <p:ext uri="{BB962C8B-B14F-4D97-AF65-F5344CB8AC3E}">
        <p14:creationId xmlns:p14="http://schemas.microsoft.com/office/powerpoint/2010/main" val="3159627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7E28CF6-B326-E527-E3C6-63DF01BBE61E}"/>
              </a:ext>
            </a:extLst>
          </p:cNvPr>
          <p:cNvSpPr>
            <a:spLocks noGrp="1"/>
          </p:cNvSpPr>
          <p:nvPr>
            <p:ph type="title"/>
          </p:nvPr>
        </p:nvSpPr>
        <p:spPr>
          <a:xfrm>
            <a:off x="755576" y="1124744"/>
            <a:ext cx="7289800" cy="1115020"/>
          </a:xfrm>
        </p:spPr>
        <p:txBody>
          <a:bodyPr>
            <a:normAutofit fontScale="90000"/>
          </a:bodyPr>
          <a:lstStyle/>
          <a:p>
            <a:pPr algn="ctr"/>
            <a:r>
              <a:rPr lang="en-US" sz="3600" b="1" dirty="0">
                <a:latin typeface="Candara" panose="020E0502030303020204" pitchFamily="34" charset="0"/>
              </a:rPr>
              <a:t>The United Nations Convention on the Rights of Persons with Disabilities </a:t>
            </a:r>
            <a:br>
              <a:rPr lang="en-US" sz="3600" dirty="0">
                <a:latin typeface="Verdana" panose="020B0604030504040204" pitchFamily="34" charset="0"/>
              </a:rPr>
            </a:br>
            <a:endParaRPr lang="en-US" sz="3600" dirty="0"/>
          </a:p>
        </p:txBody>
      </p:sp>
      <p:graphicFrame>
        <p:nvGraphicFramePr>
          <p:cNvPr id="4" name="Content Placeholder 2">
            <a:extLst>
              <a:ext uri="{FF2B5EF4-FFF2-40B4-BE49-F238E27FC236}">
                <a16:creationId xmlns:a16="http://schemas.microsoft.com/office/drawing/2014/main" id="{9F5A4AAE-1779-A377-EC6E-A45862A2995B}"/>
              </a:ext>
            </a:extLst>
          </p:cNvPr>
          <p:cNvGraphicFramePr>
            <a:graphicFrameLocks/>
          </p:cNvGraphicFramePr>
          <p:nvPr>
            <p:extLst>
              <p:ext uri="{D42A27DB-BD31-4B8C-83A1-F6EECF244321}">
                <p14:modId xmlns:p14="http://schemas.microsoft.com/office/powerpoint/2010/main" val="4257292508"/>
              </p:ext>
            </p:extLst>
          </p:nvPr>
        </p:nvGraphicFramePr>
        <p:xfrm>
          <a:off x="35496" y="2132855"/>
          <a:ext cx="8928992" cy="40441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6808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84960AC-1CD6-452A-B5F4-2186E3FD74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2D551329-6882-9136-02A8-2BA0FC231D17}"/>
              </a:ext>
            </a:extLst>
          </p:cNvPr>
          <p:cNvSpPr txBox="1">
            <a:spLocks/>
          </p:cNvSpPr>
          <p:nvPr/>
        </p:nvSpPr>
        <p:spPr>
          <a:xfrm>
            <a:off x="768096" y="585216"/>
            <a:ext cx="6013704" cy="1499616"/>
          </a:xfrm>
          <a:prstGeom prst="rect">
            <a:avLst/>
          </a:prstGeom>
        </p:spPr>
        <p:txBody>
          <a:bodyPr vert="horz" lIns="91440" tIns="45720" rIns="91440" bIns="45720" rtlCol="0" anchor="ctr">
            <a:normAutofit/>
          </a:bodyPr>
          <a:lstStyle>
            <a:lvl1pPr algn="l" defTabSz="912813" rtl="0" fontAlgn="base">
              <a:lnSpc>
                <a:spcPct val="80000"/>
              </a:lnSpc>
              <a:spcBef>
                <a:spcPct val="0"/>
              </a:spcBef>
              <a:spcAft>
                <a:spcPct val="0"/>
              </a:spcAft>
              <a:defRPr sz="4400" kern="1200" cap="all" spc="100">
                <a:solidFill>
                  <a:srgbClr val="474233"/>
                </a:solidFill>
                <a:latin typeface="+mj-lt"/>
                <a:ea typeface="+mj-ea"/>
                <a:cs typeface="+mj-cs"/>
              </a:defRPr>
            </a:lvl1pPr>
            <a:lvl2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2pPr>
            <a:lvl3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3pPr>
            <a:lvl4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4pPr>
            <a:lvl5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5pPr>
            <a:lvl6pPr marL="4572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6pPr>
            <a:lvl7pPr marL="9144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7pPr>
            <a:lvl8pPr marL="13716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8pPr>
            <a:lvl9pPr marL="18288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9pPr>
          </a:lstStyle>
          <a:p>
            <a:pPr algn="just" defTabSz="914400" eaLnBrk="1" hangingPunct="1">
              <a:spcAft>
                <a:spcPts val="600"/>
              </a:spcAft>
            </a:pPr>
            <a:br>
              <a:rPr lang="en-US" sz="2800" dirty="0">
                <a:solidFill>
                  <a:schemeClr val="accent1"/>
                </a:solidFill>
              </a:rPr>
            </a:br>
            <a:r>
              <a:rPr lang="en-US" sz="2800" b="1" dirty="0">
                <a:solidFill>
                  <a:schemeClr val="accent1"/>
                </a:solidFill>
              </a:rPr>
              <a:t>Health Promotion and Prevention Needs of the Disabled and Chronically ill </a:t>
            </a:r>
            <a:endParaRPr lang="en-US" sz="2800" dirty="0">
              <a:solidFill>
                <a:schemeClr val="accent1"/>
              </a:solidFill>
            </a:endParaRPr>
          </a:p>
        </p:txBody>
      </p:sp>
      <p:sp>
        <p:nvSpPr>
          <p:cNvPr id="4" name="Content Placeholder 2">
            <a:extLst>
              <a:ext uri="{FF2B5EF4-FFF2-40B4-BE49-F238E27FC236}">
                <a16:creationId xmlns:a16="http://schemas.microsoft.com/office/drawing/2014/main" id="{8513B745-2B1D-7B24-2416-692CAC173FEA}"/>
              </a:ext>
            </a:extLst>
          </p:cNvPr>
          <p:cNvSpPr txBox="1">
            <a:spLocks/>
          </p:cNvSpPr>
          <p:nvPr/>
        </p:nvSpPr>
        <p:spPr>
          <a:xfrm>
            <a:off x="323528" y="2286000"/>
            <a:ext cx="6696741" cy="4023360"/>
          </a:xfrm>
          <a:prstGeom prst="rect">
            <a:avLst/>
          </a:prstGeom>
        </p:spPr>
        <p:txBody>
          <a:bodyPr vert="horz" lIns="45720" tIns="45720" rIns="45720" bIns="45720" rtlCol="0">
            <a:normAutofit/>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0" indent="0" defTabSz="914400" eaLnBrk="1" hangingPunct="1">
              <a:buFont typeface="Tw Cen MT" panose="020B0602020104020603" pitchFamily="34" charset="0"/>
              <a:buNone/>
            </a:pPr>
            <a:endParaRPr lang="en-US" b="1" u="sng" dirty="0"/>
          </a:p>
          <a:p>
            <a:pPr defTabSz="914400" eaLnBrk="1" hangingPunct="1">
              <a:buFont typeface="Wingdings" panose="05000000000000000000" pitchFamily="2" charset="2"/>
              <a:buChar char="q"/>
            </a:pPr>
            <a:r>
              <a:rPr lang="en-US" b="1" u="sng" dirty="0"/>
              <a:t>Misconceptions Impeding Improvement:</a:t>
            </a:r>
          </a:p>
          <a:p>
            <a:pPr marL="0" indent="0" defTabSz="914400" eaLnBrk="1" hangingPunct="1">
              <a:buFont typeface="Tw Cen MT" panose="020B0602020104020603" pitchFamily="34" charset="0"/>
              <a:buNone/>
            </a:pPr>
            <a:endParaRPr lang="en-US" b="1" dirty="0"/>
          </a:p>
          <a:p>
            <a:pPr defTabSz="914400" eaLnBrk="1" hangingPunct="1">
              <a:buFont typeface="Wingdings" panose="05000000000000000000" pitchFamily="2" charset="2"/>
              <a:buChar char="Ø"/>
            </a:pPr>
            <a:r>
              <a:rPr lang="en-US" dirty="0"/>
              <a:t>All people with disabilities have poor health.</a:t>
            </a:r>
          </a:p>
          <a:p>
            <a:pPr defTabSz="914400" eaLnBrk="1" hangingPunct="1">
              <a:buFont typeface="Wingdings" panose="05000000000000000000" pitchFamily="2" charset="2"/>
              <a:buChar char="Ø"/>
            </a:pPr>
            <a:r>
              <a:rPr lang="en-US" dirty="0"/>
              <a:t>Public health activities need to focus only on preventing disability.</a:t>
            </a:r>
          </a:p>
          <a:p>
            <a:pPr defTabSz="914400" eaLnBrk="1" hangingPunct="1">
              <a:buFont typeface="Wingdings" panose="05000000000000000000" pitchFamily="2" charset="2"/>
              <a:buChar char="Ø"/>
            </a:pPr>
            <a:r>
              <a:rPr lang="en-US" dirty="0"/>
              <a:t>There is no need for a clear definition of “disability” or “people with disabilities” in public health practice.</a:t>
            </a:r>
          </a:p>
          <a:p>
            <a:pPr defTabSz="914400" eaLnBrk="1" hangingPunct="1">
              <a:buFont typeface="Wingdings" panose="05000000000000000000" pitchFamily="2" charset="2"/>
              <a:buChar char="Ø"/>
            </a:pPr>
            <a:r>
              <a:rPr lang="en-US" dirty="0"/>
              <a:t>Environment does not play a significant role in the disability process.</a:t>
            </a:r>
          </a:p>
        </p:txBody>
      </p:sp>
      <p:sp>
        <p:nvSpPr>
          <p:cNvPr id="11" name="Rectangle 10">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82487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017D3F-6DA9-1B8D-AC6B-C0528318902F}"/>
              </a:ext>
            </a:extLst>
          </p:cNvPr>
          <p:cNvSpPr txBox="1">
            <a:spLocks/>
          </p:cNvSpPr>
          <p:nvPr/>
        </p:nvSpPr>
        <p:spPr>
          <a:xfrm>
            <a:off x="683568" y="620688"/>
            <a:ext cx="8242816" cy="5472608"/>
          </a:xfrm>
          <a:prstGeom prst="rect">
            <a:avLst/>
          </a:prstGeom>
        </p:spPr>
        <p:txBody>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0" indent="0" eaLnBrk="1" hangingPunct="1">
              <a:buFont typeface="Tw Cen MT" panose="020B0602020104020603" pitchFamily="34" charset="0"/>
              <a:buNone/>
            </a:pPr>
            <a:endParaRPr lang="en-US" sz="2200" b="1" u="sng" dirty="0">
              <a:solidFill>
                <a:schemeClr val="accent4">
                  <a:lumMod val="75000"/>
                </a:schemeClr>
              </a:solidFill>
              <a:latin typeface="Candara" panose="020E0502030303020204" pitchFamily="34" charset="0"/>
            </a:endParaRPr>
          </a:p>
          <a:p>
            <a:pPr eaLnBrk="1" hangingPunct="1">
              <a:buFont typeface="Wingdings" panose="05000000000000000000" pitchFamily="2" charset="2"/>
              <a:buChar char="q"/>
            </a:pPr>
            <a:r>
              <a:rPr lang="en-US" sz="2800" b="1" cap="all" spc="100" dirty="0">
                <a:solidFill>
                  <a:schemeClr val="accent1"/>
                </a:solidFill>
                <a:latin typeface="+mj-lt"/>
                <a:ea typeface="+mj-ea"/>
                <a:cs typeface="+mj-cs"/>
              </a:rPr>
              <a:t>Missed Opportunities</a:t>
            </a:r>
          </a:p>
          <a:p>
            <a:pPr marL="0" indent="0" eaLnBrk="1" hangingPunct="1">
              <a:buFont typeface="Tw Cen MT" panose="020B0602020104020603" pitchFamily="34" charset="0"/>
              <a:buNone/>
            </a:pPr>
            <a:endParaRPr lang="en-US" sz="900" b="1" u="sng" dirty="0">
              <a:solidFill>
                <a:srgbClr val="FF0000"/>
              </a:solidFill>
              <a:latin typeface="Candara" panose="020E0502030303020204" pitchFamily="34" charset="0"/>
            </a:endParaRPr>
          </a:p>
          <a:p>
            <a:pPr eaLnBrk="1" hangingPunct="1">
              <a:buFont typeface="Wingdings" panose="05000000000000000000" pitchFamily="2" charset="2"/>
              <a:buChar char="Ø"/>
            </a:pPr>
            <a:r>
              <a:rPr lang="en-US" sz="2200" dirty="0">
                <a:solidFill>
                  <a:srgbClr val="000000"/>
                </a:solidFill>
                <a:latin typeface="Candara" panose="020E0502030303020204" pitchFamily="34" charset="0"/>
              </a:rPr>
              <a:t>Focus of health care delivery system: increasingly skewed toward secondary and tertiary prevention; limited emphasis on health promotion </a:t>
            </a:r>
          </a:p>
          <a:p>
            <a:pPr eaLnBrk="1" hangingPunct="1">
              <a:buFont typeface="Wingdings" panose="05000000000000000000" pitchFamily="2" charset="2"/>
              <a:buChar char="Ø"/>
            </a:pPr>
            <a:r>
              <a:rPr lang="en-US" sz="2200" dirty="0">
                <a:solidFill>
                  <a:srgbClr val="000000"/>
                </a:solidFill>
                <a:latin typeface="Candara" panose="020E0502030303020204" pitchFamily="34" charset="0"/>
              </a:rPr>
              <a:t>Areas of secondary and tertiary prevention that may be unique to persons with disabilities or chronic illnesses that are completely ignored </a:t>
            </a:r>
          </a:p>
          <a:p>
            <a:pPr eaLnBrk="1" hangingPunct="1">
              <a:buFont typeface="Wingdings" panose="05000000000000000000" pitchFamily="2" charset="2"/>
              <a:buChar char="Ø"/>
            </a:pPr>
            <a:r>
              <a:rPr lang="en-US" sz="2200" dirty="0">
                <a:solidFill>
                  <a:srgbClr val="000000"/>
                </a:solidFill>
                <a:latin typeface="Candara" panose="020E0502030303020204" pitchFamily="34" charset="0"/>
              </a:rPr>
              <a:t>Disability or illness usually as the initial reason for care; often drives selection of prevention efforts to the possible exclusion of other equally important issues </a:t>
            </a:r>
          </a:p>
          <a:p>
            <a:pPr eaLnBrk="1" hangingPunct="1">
              <a:buFont typeface="Wingdings" panose="05000000000000000000" pitchFamily="2" charset="2"/>
              <a:buChar char="Ø"/>
            </a:pPr>
            <a:r>
              <a:rPr lang="en-US" sz="2200" dirty="0">
                <a:solidFill>
                  <a:srgbClr val="000000"/>
                </a:solidFill>
                <a:latin typeface="Candara" panose="020E0502030303020204" pitchFamily="34" charset="0"/>
              </a:rPr>
              <a:t>Health care disparities and discrimination </a:t>
            </a:r>
          </a:p>
          <a:p>
            <a:pPr marL="0" indent="0" eaLnBrk="1" hangingPunct="1">
              <a:buFont typeface="Tw Cen MT" panose="020B0602020104020603" pitchFamily="34" charset="0"/>
              <a:buNone/>
            </a:pPr>
            <a:endParaRPr lang="en-US" sz="2200" b="1" u="sng" dirty="0">
              <a:solidFill>
                <a:srgbClr val="FF0000"/>
              </a:solidFill>
              <a:latin typeface="Candara" panose="020E0502030303020204" pitchFamily="34" charset="0"/>
            </a:endParaRPr>
          </a:p>
        </p:txBody>
      </p:sp>
    </p:spTree>
    <p:extLst>
      <p:ext uri="{BB962C8B-B14F-4D97-AF65-F5344CB8AC3E}">
        <p14:creationId xmlns:p14="http://schemas.microsoft.com/office/powerpoint/2010/main" val="12421968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B0AD926A-6A49-4FAF-A392-4534F4E939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00A8708-159D-0F67-213E-9166F3CF299F}"/>
              </a:ext>
            </a:extLst>
          </p:cNvPr>
          <p:cNvSpPr txBox="1">
            <a:spLocks/>
          </p:cNvSpPr>
          <p:nvPr/>
        </p:nvSpPr>
        <p:spPr>
          <a:xfrm>
            <a:off x="768096" y="585216"/>
            <a:ext cx="5532096" cy="1499616"/>
          </a:xfrm>
          <a:prstGeom prst="rect">
            <a:avLst/>
          </a:prstGeom>
        </p:spPr>
        <p:txBody>
          <a:bodyPr vert="horz" lIns="91440" tIns="45720" rIns="91440" bIns="45720" rtlCol="0" anchor="ctr">
            <a:normAutofit/>
          </a:bodyPr>
          <a:lstStyle>
            <a:lvl1pPr algn="l" defTabSz="912813" rtl="0" fontAlgn="base">
              <a:lnSpc>
                <a:spcPct val="80000"/>
              </a:lnSpc>
              <a:spcBef>
                <a:spcPct val="0"/>
              </a:spcBef>
              <a:spcAft>
                <a:spcPct val="0"/>
              </a:spcAft>
              <a:defRPr sz="4400" kern="1200" cap="all" spc="100">
                <a:solidFill>
                  <a:srgbClr val="474233"/>
                </a:solidFill>
                <a:latin typeface="+mj-lt"/>
                <a:ea typeface="+mj-ea"/>
                <a:cs typeface="+mj-cs"/>
              </a:defRPr>
            </a:lvl1pPr>
            <a:lvl2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2pPr>
            <a:lvl3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3pPr>
            <a:lvl4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4pPr>
            <a:lvl5pPr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5pPr>
            <a:lvl6pPr marL="4572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6pPr>
            <a:lvl7pPr marL="9144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7pPr>
            <a:lvl8pPr marL="13716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8pPr>
            <a:lvl9pPr marL="1828800" algn="l" defTabSz="912813" rtl="0" fontAlgn="base">
              <a:lnSpc>
                <a:spcPct val="80000"/>
              </a:lnSpc>
              <a:spcBef>
                <a:spcPct val="0"/>
              </a:spcBef>
              <a:spcAft>
                <a:spcPct val="0"/>
              </a:spcAft>
              <a:defRPr sz="4400">
                <a:solidFill>
                  <a:srgbClr val="474233"/>
                </a:solidFill>
                <a:latin typeface="Tw Cen MT Condensed" panose="020B0606020104020203" pitchFamily="34" charset="0"/>
                <a:cs typeface="Arial" panose="020B0604020202020204" pitchFamily="34" charset="0"/>
              </a:defRPr>
            </a:lvl9pPr>
          </a:lstStyle>
          <a:p>
            <a:pPr algn="just" defTabSz="914400" eaLnBrk="1" hangingPunct="1">
              <a:spcAft>
                <a:spcPts val="600"/>
              </a:spcAft>
            </a:pPr>
            <a:r>
              <a:rPr lang="en-US" sz="3500" b="1" dirty="0">
                <a:solidFill>
                  <a:schemeClr val="accent1"/>
                </a:solidFill>
              </a:rPr>
              <a:t>MISSED OPPORTUNITIES EXAMPLE </a:t>
            </a:r>
          </a:p>
        </p:txBody>
      </p:sp>
      <p:sp>
        <p:nvSpPr>
          <p:cNvPr id="3" name="Content Placeholder 2">
            <a:extLst>
              <a:ext uri="{FF2B5EF4-FFF2-40B4-BE49-F238E27FC236}">
                <a16:creationId xmlns:a16="http://schemas.microsoft.com/office/drawing/2014/main" id="{B6C0125B-A67E-7446-E69D-D8E950535A09}"/>
              </a:ext>
            </a:extLst>
          </p:cNvPr>
          <p:cNvSpPr txBox="1">
            <a:spLocks/>
          </p:cNvSpPr>
          <p:nvPr/>
        </p:nvSpPr>
        <p:spPr>
          <a:xfrm>
            <a:off x="251519" y="2038539"/>
            <a:ext cx="8640961" cy="4023360"/>
          </a:xfrm>
          <a:prstGeom prst="rect">
            <a:avLst/>
          </a:prstGeom>
        </p:spPr>
        <p:txBody>
          <a:bodyPr vert="horz" lIns="45720" tIns="45720" rIns="45720" bIns="45720" rtlCol="0">
            <a:normAutofit fontScale="92500"/>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0" indent="0" algn="just" defTabSz="914400" eaLnBrk="1" hangingPunct="1">
              <a:buFont typeface="Tw Cen MT" panose="020B0602020104020603" pitchFamily="34" charset="0"/>
              <a:buNone/>
            </a:pPr>
            <a:r>
              <a:rPr lang="en-US" sz="2400" b="1" i="1" dirty="0"/>
              <a:t>A 60-year-old woman, blind since birth, self-sufficient, and active all of her life, has developed severe arthritis. She encounters a health care system that far too often f</a:t>
            </a:r>
            <a:r>
              <a:rPr lang="en-US" sz="2400" b="1" i="1" dirty="0">
                <a:solidFill>
                  <a:srgbClr val="FF0000"/>
                </a:solidFill>
              </a:rPr>
              <a:t>ocuses on her “disabilities” and not her “abilities” </a:t>
            </a:r>
            <a:r>
              <a:rPr lang="en-US" sz="2400" b="1" i="1" dirty="0"/>
              <a:t>.The focus is placed squarely on her tertiary health promotion needs, often at the expense of health-promoting or lifestyle-enhancing needs. The result is </a:t>
            </a:r>
            <a:r>
              <a:rPr lang="en-US" sz="2400" b="1" i="1" u="sng" dirty="0">
                <a:solidFill>
                  <a:srgbClr val="FF0000"/>
                </a:solidFill>
              </a:rPr>
              <a:t>a failure </a:t>
            </a:r>
            <a:r>
              <a:rPr lang="en-US" sz="2400" b="1" i="1" dirty="0"/>
              <a:t>to recognize that the “</a:t>
            </a:r>
            <a:r>
              <a:rPr lang="en-US" sz="2400" b="1" i="1" dirty="0">
                <a:solidFill>
                  <a:srgbClr val="FF0000"/>
                </a:solidFill>
              </a:rPr>
              <a:t>disability” of arthritis is likely no less and no more an issue for her than for a sighted person</a:t>
            </a:r>
            <a:r>
              <a:rPr lang="en-US" sz="2400" b="1" i="1" dirty="0"/>
              <a:t>. She receives the same medication therapy as does a sighted person but may not be offered a physical therapy program because of her disability. Her need for physical therapy is no less important, but locating an appropriate, safe, and easily accessible program requires some additional work on the part of her provider. The issue is that options potentially discussed with a sighted person are more apt to be omitted completely, which may negatively affect the client’s overall health and well-being</a:t>
            </a:r>
            <a:r>
              <a:rPr lang="en-US" sz="1400" b="1" i="1" dirty="0"/>
              <a:t>.</a:t>
            </a:r>
          </a:p>
        </p:txBody>
      </p:sp>
    </p:spTree>
    <p:extLst>
      <p:ext uri="{BB962C8B-B14F-4D97-AF65-F5344CB8AC3E}">
        <p14:creationId xmlns:p14="http://schemas.microsoft.com/office/powerpoint/2010/main" val="804213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4F4AF38-8AAD-4B65-9274-0033CABC4A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880BE9B-2849-495A-AB0E-E80D71B32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3052452"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B83114F5-B0A5-A390-4341-B3D7751C9DAB}"/>
              </a:ext>
            </a:extLst>
          </p:cNvPr>
          <p:cNvSpPr>
            <a:spLocks noGrp="1"/>
          </p:cNvSpPr>
          <p:nvPr>
            <p:ph type="title"/>
          </p:nvPr>
        </p:nvSpPr>
        <p:spPr>
          <a:xfrm>
            <a:off x="232529" y="640080"/>
            <a:ext cx="2572391" cy="5613236"/>
          </a:xfrm>
        </p:spPr>
        <p:txBody>
          <a:bodyPr vert="horz" lIns="91440" tIns="45720" rIns="91440" bIns="45720" rtlCol="0" anchor="ctr">
            <a:normAutofit/>
          </a:bodyPr>
          <a:lstStyle/>
          <a:p>
            <a:pPr defTabSz="914400"/>
            <a:br>
              <a:rPr lang="en-US" sz="2800" b="0" i="0" u="none" strike="noStrike" kern="1200" cap="all" spc="100" baseline="0">
                <a:solidFill>
                  <a:srgbClr val="FFFFFF"/>
                </a:solidFill>
                <a:latin typeface="+mj-lt"/>
                <a:ea typeface="+mj-ea"/>
                <a:cs typeface="+mj-cs"/>
              </a:rPr>
            </a:br>
            <a:r>
              <a:rPr lang="en-US" sz="2800" b="1" kern="1200" cap="all" spc="100" baseline="0">
                <a:solidFill>
                  <a:srgbClr val="FFFFFF"/>
                </a:solidFill>
                <a:latin typeface="+mj-lt"/>
                <a:ea typeface="+mj-ea"/>
                <a:cs typeface="+mj-cs"/>
              </a:rPr>
              <a:t>Health Care Disparities and Discrimination </a:t>
            </a:r>
          </a:p>
        </p:txBody>
      </p:sp>
      <p:sp>
        <p:nvSpPr>
          <p:cNvPr id="4" name="Content Placeholder 2">
            <a:extLst>
              <a:ext uri="{FF2B5EF4-FFF2-40B4-BE49-F238E27FC236}">
                <a16:creationId xmlns:a16="http://schemas.microsoft.com/office/drawing/2014/main" id="{ED79F538-337D-8903-EEFB-06B8E40F66E3}"/>
              </a:ext>
            </a:extLst>
          </p:cNvPr>
          <p:cNvSpPr txBox="1">
            <a:spLocks/>
          </p:cNvSpPr>
          <p:nvPr/>
        </p:nvSpPr>
        <p:spPr>
          <a:xfrm>
            <a:off x="3143891" y="640080"/>
            <a:ext cx="5760076" cy="3745107"/>
          </a:xfrm>
          <a:prstGeom prst="rect">
            <a:avLst/>
          </a:prstGeom>
        </p:spPr>
        <p:txBody>
          <a:bodyPr vert="horz" lIns="45720" tIns="45720" rIns="45720" bIns="45720" rtlCol="0">
            <a:normAutofit/>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0" indent="0" defTabSz="914400" eaLnBrk="1" hangingPunct="1">
              <a:buFont typeface="Tw Cen MT" panose="020B0602020104020603" pitchFamily="34" charset="0"/>
              <a:buNone/>
            </a:pPr>
            <a:endParaRPr lang="en-US" dirty="0"/>
          </a:p>
          <a:p>
            <a:pPr algn="just" defTabSz="914400" eaLnBrk="1" hangingPunct="1"/>
            <a:r>
              <a:rPr lang="en-US" dirty="0"/>
              <a:t>When an individual receives unequal, inappropriate, or limited services compared with those received by others, this is categorized as </a:t>
            </a:r>
            <a:r>
              <a:rPr lang="en-US" b="1" u="sng" dirty="0"/>
              <a:t>discrimination. </a:t>
            </a:r>
          </a:p>
          <a:p>
            <a:pPr marL="0" indent="0" algn="just" defTabSz="914400" eaLnBrk="1" hangingPunct="1">
              <a:buFont typeface="Tw Cen MT" panose="020B0602020104020603" pitchFamily="34" charset="0"/>
              <a:buNone/>
            </a:pPr>
            <a:endParaRPr lang="en-US" dirty="0"/>
          </a:p>
          <a:p>
            <a:pPr algn="just" defTabSz="914400" eaLnBrk="1" hangingPunct="1"/>
            <a:r>
              <a:rPr lang="en-US" dirty="0"/>
              <a:t>The incidence of unequal and inappropriate practices </a:t>
            </a:r>
            <a:r>
              <a:rPr lang="en-US" b="1" u="sng" dirty="0"/>
              <a:t>can be reduced </a:t>
            </a:r>
            <a:r>
              <a:rPr lang="en-US" dirty="0"/>
              <a:t>with education and training of health care providers, agency staff, and insurance carriers.</a:t>
            </a:r>
          </a:p>
        </p:txBody>
      </p:sp>
      <p:pic>
        <p:nvPicPr>
          <p:cNvPr id="5" name="Picture 4" descr="A group of people standing on a staircase&#10;&#10;Description automatically generated">
            <a:extLst>
              <a:ext uri="{FF2B5EF4-FFF2-40B4-BE49-F238E27FC236}">
                <a16:creationId xmlns:a16="http://schemas.microsoft.com/office/drawing/2014/main" id="{B3A4E8AF-850B-97FB-6347-AD30AD5B6DF8}"/>
              </a:ext>
            </a:extLst>
          </p:cNvPr>
          <p:cNvPicPr>
            <a:picLocks noChangeAspect="1"/>
          </p:cNvPicPr>
          <p:nvPr/>
        </p:nvPicPr>
        <p:blipFill>
          <a:blip r:embed="rId2"/>
          <a:stretch>
            <a:fillRect/>
          </a:stretch>
        </p:blipFill>
        <p:spPr>
          <a:xfrm>
            <a:off x="4715063" y="4553084"/>
            <a:ext cx="3004711" cy="16859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776353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B0AD926A-6A49-4FAF-A392-4534F4E939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3AA32706-9B0D-C656-B571-F34118DFF0E0}"/>
              </a:ext>
            </a:extLst>
          </p:cNvPr>
          <p:cNvSpPr>
            <a:spLocks noGrp="1"/>
          </p:cNvSpPr>
          <p:nvPr>
            <p:ph type="title"/>
          </p:nvPr>
        </p:nvSpPr>
        <p:spPr>
          <a:xfrm>
            <a:off x="768096" y="585216"/>
            <a:ext cx="7290054" cy="1499616"/>
          </a:xfrm>
        </p:spPr>
        <p:txBody>
          <a:bodyPr vert="horz" lIns="91440" tIns="45720" rIns="91440" bIns="45720" rtlCol="0">
            <a:normAutofit/>
          </a:bodyPr>
          <a:lstStyle/>
          <a:p>
            <a:pPr defTabSz="914400"/>
            <a:r>
              <a:rPr lang="en-US" sz="3700" b="1" dirty="0">
                <a:solidFill>
                  <a:srgbClr val="FF0000"/>
                </a:solidFill>
              </a:rPr>
              <a:t>Families with a Disabled or Chronically Ill Member </a:t>
            </a:r>
            <a:br>
              <a:rPr lang="en-US" sz="3700" dirty="0">
                <a:solidFill>
                  <a:srgbClr val="FF0000"/>
                </a:solidFill>
              </a:rPr>
            </a:br>
            <a:endParaRPr lang="en-US" sz="3700" dirty="0">
              <a:solidFill>
                <a:srgbClr val="FF0000"/>
              </a:solidFill>
            </a:endParaRPr>
          </a:p>
        </p:txBody>
      </p:sp>
      <p:pic>
        <p:nvPicPr>
          <p:cNvPr id="5" name="Picture 4" descr="A person and person with children in a wheelchair&#10;&#10;Description automatically generated">
            <a:extLst>
              <a:ext uri="{FF2B5EF4-FFF2-40B4-BE49-F238E27FC236}">
                <a16:creationId xmlns:a16="http://schemas.microsoft.com/office/drawing/2014/main" id="{4BCE857D-4804-A0D1-62F6-44F510A47677}"/>
              </a:ext>
            </a:extLst>
          </p:cNvPr>
          <p:cNvPicPr>
            <a:picLocks noChangeAspect="1"/>
          </p:cNvPicPr>
          <p:nvPr/>
        </p:nvPicPr>
        <p:blipFill>
          <a:blip r:embed="rId2"/>
          <a:srcRect l="21007" r="33270"/>
          <a:stretch>
            <a:fillRect/>
          </a:stretch>
        </p:blipFill>
        <p:spPr>
          <a:xfrm>
            <a:off x="181971" y="2204864"/>
            <a:ext cx="2362402" cy="3448851"/>
          </a:xfrm>
          <a:prstGeom prst="rect">
            <a:avLst/>
          </a:prstGeom>
        </p:spPr>
      </p:pic>
      <p:sp>
        <p:nvSpPr>
          <p:cNvPr id="4" name="Content Placeholder 2">
            <a:extLst>
              <a:ext uri="{FF2B5EF4-FFF2-40B4-BE49-F238E27FC236}">
                <a16:creationId xmlns:a16="http://schemas.microsoft.com/office/drawing/2014/main" id="{5EBCAE31-F14A-25B6-3C04-BF94C8A86F59}"/>
              </a:ext>
            </a:extLst>
          </p:cNvPr>
          <p:cNvSpPr txBox="1">
            <a:spLocks/>
          </p:cNvSpPr>
          <p:nvPr/>
        </p:nvSpPr>
        <p:spPr>
          <a:xfrm>
            <a:off x="2842429" y="1961432"/>
            <a:ext cx="6120681" cy="4311352"/>
          </a:xfrm>
          <a:prstGeom prst="rect">
            <a:avLst/>
          </a:prstGeom>
        </p:spPr>
        <p:txBody>
          <a:bodyPr vert="horz" lIns="45720" tIns="45720" rIns="45720" bIns="45720" rtlCol="0">
            <a:normAutofit fontScale="92500" lnSpcReduction="20000"/>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defTabSz="914400" eaLnBrk="1" hangingPunct="1"/>
            <a:endParaRPr lang="en-US" sz="1300" dirty="0"/>
          </a:p>
          <a:p>
            <a:pPr marL="0" indent="0" defTabSz="914400" eaLnBrk="1" hangingPunct="1">
              <a:buFont typeface="Tw Cen MT" panose="020B0602020104020603" pitchFamily="34" charset="0"/>
              <a:buNone/>
            </a:pPr>
            <a:r>
              <a:rPr lang="en-US" sz="2200" b="1" dirty="0">
                <a:solidFill>
                  <a:srgbClr val="0070C0"/>
                </a:solidFill>
              </a:rPr>
              <a:t>Family’s role in advocacy </a:t>
            </a:r>
          </a:p>
          <a:p>
            <a:pPr marL="0" indent="0" defTabSz="914400" eaLnBrk="1" hangingPunct="1">
              <a:buFont typeface="Tw Cen MT" panose="020B0602020104020603" pitchFamily="34" charset="0"/>
              <a:buNone/>
            </a:pPr>
            <a:endParaRPr lang="en-US" sz="200" b="1" dirty="0"/>
          </a:p>
          <a:p>
            <a:pPr defTabSz="914400" eaLnBrk="1" hangingPunct="1">
              <a:buFont typeface="Wingdings" panose="05000000000000000000" pitchFamily="2" charset="2"/>
              <a:buChar char="Ø"/>
            </a:pPr>
            <a:r>
              <a:rPr lang="en-US" b="1" i="1" dirty="0"/>
              <a:t>families face many challenges like</a:t>
            </a:r>
          </a:p>
          <a:p>
            <a:pPr defTabSz="914400" eaLnBrk="1" hangingPunct="1">
              <a:buFont typeface="Wingdings" panose="05000000000000000000" pitchFamily="2" charset="2"/>
              <a:buChar char="v"/>
            </a:pPr>
            <a:r>
              <a:rPr lang="en-US" dirty="0"/>
              <a:t>They </a:t>
            </a:r>
            <a:r>
              <a:rPr lang="en-US" b="1" dirty="0"/>
              <a:t>navigate a health care </a:t>
            </a:r>
            <a:r>
              <a:rPr lang="en-US" dirty="0"/>
              <a:t>system that they </a:t>
            </a:r>
            <a:r>
              <a:rPr lang="en-US" b="1" dirty="0"/>
              <a:t>may know little </a:t>
            </a:r>
            <a:r>
              <a:rPr lang="en-US" dirty="0"/>
              <a:t>about . </a:t>
            </a:r>
          </a:p>
          <a:p>
            <a:pPr defTabSz="914400" eaLnBrk="1" hangingPunct="1">
              <a:buFont typeface="Wingdings" panose="05000000000000000000" pitchFamily="2" charset="2"/>
              <a:buChar char="v"/>
            </a:pPr>
            <a:r>
              <a:rPr lang="en-US" dirty="0"/>
              <a:t>They serve as </a:t>
            </a:r>
            <a:r>
              <a:rPr lang="en-US" b="1" dirty="0"/>
              <a:t>advocates for their </a:t>
            </a:r>
            <a:r>
              <a:rPr lang="en-US" dirty="0"/>
              <a:t>(child, spouse, or parent) and may become exhausted or frustrated with their efforts. </a:t>
            </a:r>
          </a:p>
          <a:p>
            <a:pPr defTabSz="914400" eaLnBrk="1" hangingPunct="1">
              <a:buFont typeface="Wingdings" panose="05000000000000000000" pitchFamily="2" charset="2"/>
              <a:buChar char="v"/>
            </a:pPr>
            <a:r>
              <a:rPr lang="en-US" dirty="0"/>
              <a:t>Many </a:t>
            </a:r>
            <a:r>
              <a:rPr lang="en-US" b="1" dirty="0"/>
              <a:t>demand assistance from health care agencies</a:t>
            </a:r>
            <a:r>
              <a:rPr lang="en-US" dirty="0"/>
              <a:t>, social services, or transportation sources/ or </a:t>
            </a:r>
            <a:r>
              <a:rPr lang="en-US" b="1" dirty="0"/>
              <a:t>open their home to others </a:t>
            </a:r>
            <a:r>
              <a:rPr lang="en-US" dirty="0"/>
              <a:t>(e.g., community/public health nurses, social workers) .</a:t>
            </a:r>
          </a:p>
          <a:p>
            <a:pPr defTabSz="914400" eaLnBrk="1" hangingPunct="1">
              <a:buFont typeface="Wingdings" panose="05000000000000000000" pitchFamily="2" charset="2"/>
              <a:buChar char="v"/>
            </a:pPr>
            <a:r>
              <a:rPr lang="en-US" dirty="0"/>
              <a:t>Families may also have </a:t>
            </a:r>
            <a:r>
              <a:rPr lang="en-US" b="1" dirty="0"/>
              <a:t>little understanding </a:t>
            </a:r>
            <a:r>
              <a:rPr lang="en-US" dirty="0"/>
              <a:t>of what </a:t>
            </a:r>
            <a:r>
              <a:rPr lang="en-US" b="1" dirty="0"/>
              <a:t>services they are entitled </a:t>
            </a:r>
            <a:r>
              <a:rPr lang="en-US" dirty="0"/>
              <a:t>to because of </a:t>
            </a:r>
            <a:r>
              <a:rPr lang="en-US" b="1" dirty="0"/>
              <a:t>language barriers</a:t>
            </a:r>
            <a:r>
              <a:rPr lang="en-US" dirty="0"/>
              <a:t>, </a:t>
            </a:r>
            <a:r>
              <a:rPr lang="en-US" b="1" dirty="0"/>
              <a:t>difficult agency policies</a:t>
            </a:r>
            <a:r>
              <a:rPr lang="en-US" dirty="0"/>
              <a:t>, or </a:t>
            </a:r>
            <a:r>
              <a:rPr lang="en-US" b="1" dirty="0"/>
              <a:t>disjointed service delivery</a:t>
            </a:r>
            <a:r>
              <a:rPr lang="en-US" dirty="0"/>
              <a:t>. </a:t>
            </a:r>
          </a:p>
          <a:p>
            <a:pPr defTabSz="914400" eaLnBrk="1" hangingPunct="1"/>
            <a:endParaRPr lang="en-US" sz="1300" dirty="0"/>
          </a:p>
        </p:txBody>
      </p:sp>
    </p:spTree>
    <p:extLst>
      <p:ext uri="{BB962C8B-B14F-4D97-AF65-F5344CB8AC3E}">
        <p14:creationId xmlns:p14="http://schemas.microsoft.com/office/powerpoint/2010/main" val="29817652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B2FD00-9B48-1920-53F9-ABE7A8805396}"/>
              </a:ext>
            </a:extLst>
          </p:cNvPr>
          <p:cNvSpPr txBox="1">
            <a:spLocks/>
          </p:cNvSpPr>
          <p:nvPr/>
        </p:nvSpPr>
        <p:spPr>
          <a:xfrm>
            <a:off x="179512" y="1916832"/>
            <a:ext cx="10515600" cy="4351338"/>
          </a:xfrm>
          <a:prstGeom prst="rect">
            <a:avLst/>
          </a:prstGeom>
        </p:spPr>
        <p:txBody>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eaLnBrk="1" hangingPunct="1">
              <a:buFont typeface="Wingdings" panose="05000000000000000000" pitchFamily="2" charset="2"/>
              <a:buChar char="Ø"/>
            </a:pPr>
            <a:r>
              <a:rPr lang="en-US" sz="2400" b="1" dirty="0">
                <a:solidFill>
                  <a:srgbClr val="0070C0"/>
                </a:solidFill>
                <a:latin typeface="Candara" panose="020E0502030303020204" pitchFamily="34" charset="0"/>
              </a:rPr>
              <a:t>The PHN must earn the trust and confidence of the family by:</a:t>
            </a:r>
          </a:p>
          <a:p>
            <a:pPr marL="0" indent="0" eaLnBrk="1" hangingPunct="1">
              <a:buFont typeface="Tw Cen MT" panose="020B0602020104020603" pitchFamily="34" charset="0"/>
              <a:buNone/>
            </a:pPr>
            <a:endParaRPr lang="en-US" sz="2400" b="1" dirty="0">
              <a:solidFill>
                <a:srgbClr val="000000"/>
              </a:solidFill>
              <a:latin typeface="Candara" panose="020E0502030303020204" pitchFamily="34" charset="0"/>
            </a:endParaRPr>
          </a:p>
          <a:p>
            <a:pPr eaLnBrk="1" hangingPunct="1">
              <a:buFont typeface="Arial" panose="020B0604020202020204" pitchFamily="34" charset="0"/>
              <a:buChar char="•"/>
            </a:pPr>
            <a:r>
              <a:rPr lang="en-US" sz="2400" dirty="0">
                <a:latin typeface="Candara" panose="020E0502030303020204" pitchFamily="34" charset="0"/>
              </a:rPr>
              <a:t> </a:t>
            </a:r>
            <a:r>
              <a:rPr lang="en-US" sz="2400" dirty="0">
                <a:solidFill>
                  <a:srgbClr val="000000"/>
                </a:solidFill>
                <a:latin typeface="Candara" panose="020E0502030303020204" pitchFamily="34" charset="0"/>
              </a:rPr>
              <a:t>Practicing consistency</a:t>
            </a:r>
          </a:p>
          <a:p>
            <a:pPr eaLnBrk="1" hangingPunct="1">
              <a:buFont typeface="Arial" panose="020B0604020202020204" pitchFamily="34" charset="0"/>
              <a:buChar char="•"/>
            </a:pPr>
            <a:r>
              <a:rPr lang="en-US" sz="2400" dirty="0">
                <a:solidFill>
                  <a:srgbClr val="000000"/>
                </a:solidFill>
                <a:latin typeface="Candara" panose="020E0502030303020204" pitchFamily="34" charset="0"/>
              </a:rPr>
              <a:t>Following through with promised actions,</a:t>
            </a:r>
          </a:p>
          <a:p>
            <a:pPr eaLnBrk="1" hangingPunct="1">
              <a:buFont typeface="Arial" panose="020B0604020202020204" pitchFamily="34" charset="0"/>
              <a:buChar char="•"/>
            </a:pPr>
            <a:r>
              <a:rPr lang="en-US" sz="2400" dirty="0">
                <a:solidFill>
                  <a:srgbClr val="000000"/>
                </a:solidFill>
                <a:latin typeface="Candara" panose="020E0502030303020204" pitchFamily="34" charset="0"/>
              </a:rPr>
              <a:t>Always being truthful.</a:t>
            </a:r>
          </a:p>
        </p:txBody>
      </p:sp>
      <p:pic>
        <p:nvPicPr>
          <p:cNvPr id="4" name="Picture 3">
            <a:extLst>
              <a:ext uri="{FF2B5EF4-FFF2-40B4-BE49-F238E27FC236}">
                <a16:creationId xmlns:a16="http://schemas.microsoft.com/office/drawing/2014/main" id="{BEE1584A-7816-2D47-11F6-E25B0FBF69E5}"/>
              </a:ext>
            </a:extLst>
          </p:cNvPr>
          <p:cNvPicPr>
            <a:picLocks noChangeAspect="1"/>
          </p:cNvPicPr>
          <p:nvPr/>
        </p:nvPicPr>
        <p:blipFill>
          <a:blip r:embed="rId2"/>
          <a:stretch>
            <a:fillRect/>
          </a:stretch>
        </p:blipFill>
        <p:spPr>
          <a:xfrm>
            <a:off x="4139952" y="4653136"/>
            <a:ext cx="5004048" cy="2087866"/>
          </a:xfrm>
          <a:prstGeom prst="rect">
            <a:avLst/>
          </a:prstGeom>
        </p:spPr>
      </p:pic>
    </p:spTree>
    <p:extLst>
      <p:ext uri="{BB962C8B-B14F-4D97-AF65-F5344CB8AC3E}">
        <p14:creationId xmlns:p14="http://schemas.microsoft.com/office/powerpoint/2010/main" val="26944967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B0AD926A-6A49-4FAF-A392-4534F4E939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D0B4695C-6A07-673A-9718-F3A9C4A6A435}"/>
              </a:ext>
            </a:extLst>
          </p:cNvPr>
          <p:cNvSpPr>
            <a:spLocks noGrp="1"/>
          </p:cNvSpPr>
          <p:nvPr>
            <p:ph type="title"/>
          </p:nvPr>
        </p:nvSpPr>
        <p:spPr>
          <a:xfrm>
            <a:off x="768096" y="585216"/>
            <a:ext cx="7290054" cy="1499616"/>
          </a:xfrm>
        </p:spPr>
        <p:txBody>
          <a:bodyPr vert="horz" lIns="91440" tIns="45720" rIns="91440" bIns="45720" rtlCol="0">
            <a:normAutofit/>
          </a:bodyPr>
          <a:lstStyle/>
          <a:p>
            <a:pPr algn="just" defTabSz="914400"/>
            <a:r>
              <a:rPr kumimoji="0" lang="en-US" sz="3700" b="1" i="0" u="none" strike="noStrike" normalizeH="0" noProof="0" dirty="0">
                <a:ln>
                  <a:noFill/>
                </a:ln>
                <a:solidFill>
                  <a:srgbClr val="FF0000"/>
                </a:solidFill>
                <a:effectLst/>
                <a:uLnTx/>
                <a:uFillTx/>
              </a:rPr>
              <a:t>The impact of caregiving on families </a:t>
            </a:r>
            <a:endParaRPr lang="en-US" sz="3700" dirty="0">
              <a:solidFill>
                <a:srgbClr val="FF0000"/>
              </a:solidFill>
            </a:endParaRPr>
          </a:p>
        </p:txBody>
      </p:sp>
      <p:pic>
        <p:nvPicPr>
          <p:cNvPr id="5" name="Picture 4" descr="A person in a wheelchair with two children&#10;&#10;Description automatically generated">
            <a:extLst>
              <a:ext uri="{FF2B5EF4-FFF2-40B4-BE49-F238E27FC236}">
                <a16:creationId xmlns:a16="http://schemas.microsoft.com/office/drawing/2014/main" id="{6DA3C5A5-E0D6-687C-0877-7F0FD5892C4B}"/>
              </a:ext>
            </a:extLst>
          </p:cNvPr>
          <p:cNvPicPr>
            <a:picLocks noChangeAspect="1"/>
          </p:cNvPicPr>
          <p:nvPr/>
        </p:nvPicPr>
        <p:blipFill>
          <a:blip r:embed="rId2"/>
          <a:srcRect l="38967" r="17365" b="1"/>
          <a:stretch>
            <a:fillRect/>
          </a:stretch>
        </p:blipFill>
        <p:spPr>
          <a:xfrm>
            <a:off x="179511" y="2492896"/>
            <a:ext cx="2362402" cy="3448851"/>
          </a:xfrm>
          <a:prstGeom prst="rect">
            <a:avLst/>
          </a:prstGeom>
        </p:spPr>
      </p:pic>
      <p:sp>
        <p:nvSpPr>
          <p:cNvPr id="4" name="Content Placeholder 2">
            <a:extLst>
              <a:ext uri="{FF2B5EF4-FFF2-40B4-BE49-F238E27FC236}">
                <a16:creationId xmlns:a16="http://schemas.microsoft.com/office/drawing/2014/main" id="{D4A554BE-F167-93C6-0EF2-1B6F9F459FE2}"/>
              </a:ext>
            </a:extLst>
          </p:cNvPr>
          <p:cNvSpPr txBox="1">
            <a:spLocks/>
          </p:cNvSpPr>
          <p:nvPr/>
        </p:nvSpPr>
        <p:spPr>
          <a:xfrm>
            <a:off x="2699792" y="2084832"/>
            <a:ext cx="6444208" cy="4224528"/>
          </a:xfrm>
          <a:prstGeom prst="rect">
            <a:avLst/>
          </a:prstGeom>
        </p:spPr>
        <p:txBody>
          <a:bodyPr vert="horz" lIns="45720" tIns="45720" rIns="45720" bIns="45720" rtlCol="0">
            <a:normAutofit fontScale="92500" lnSpcReduction="10000"/>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0" indent="0" defTabSz="914400" eaLnBrk="1" hangingPunct="1">
              <a:buFont typeface="Tw Cen MT" panose="020B0602020104020603" pitchFamily="34" charset="0"/>
              <a:buNone/>
            </a:pPr>
            <a:endParaRPr lang="en-US" sz="1100" dirty="0"/>
          </a:p>
          <a:p>
            <a:pPr defTabSz="914400" eaLnBrk="1" hangingPunct="1">
              <a:buFont typeface="Wingdings" panose="05000000000000000000" pitchFamily="2" charset="2"/>
              <a:buChar char="Ø"/>
            </a:pPr>
            <a:r>
              <a:rPr lang="en-US" sz="1700" b="1" dirty="0"/>
              <a:t>The Impact on the family</a:t>
            </a:r>
            <a:r>
              <a:rPr lang="en-US" sz="1700" dirty="0"/>
              <a:t>: </a:t>
            </a:r>
          </a:p>
          <a:p>
            <a:pPr defTabSz="914400" eaLnBrk="1" hangingPunct="1">
              <a:buFont typeface="Courier New" panose="02070309020205020404" pitchFamily="49" charset="0"/>
              <a:buChar char="o"/>
            </a:pPr>
            <a:r>
              <a:rPr lang="en-US" sz="1700" dirty="0"/>
              <a:t>High level of anxiety, stress, depression, social isolation,  illness and financial burden.</a:t>
            </a:r>
          </a:p>
          <a:p>
            <a:pPr defTabSz="914400" eaLnBrk="1" hangingPunct="1">
              <a:buFont typeface="Courier New" panose="02070309020205020404" pitchFamily="49" charset="0"/>
              <a:buChar char="o"/>
            </a:pPr>
            <a:r>
              <a:rPr lang="en-US" sz="1700" dirty="0"/>
              <a:t>Obstacles, such as assistive devices and technology and financing, respite care, entitlements, loss of work, caregiver health, and mental health status. </a:t>
            </a:r>
          </a:p>
          <a:p>
            <a:pPr defTabSz="914400" eaLnBrk="1" hangingPunct="1">
              <a:buFont typeface="Wingdings" panose="05000000000000000000" pitchFamily="2" charset="2"/>
              <a:buChar char="Ø"/>
            </a:pPr>
            <a:r>
              <a:rPr lang="en-US" sz="1700" b="1" i="1" dirty="0"/>
              <a:t>The PHN is in an optimal position to</a:t>
            </a:r>
            <a:r>
              <a:rPr lang="en-US" sz="1700" i="1" dirty="0"/>
              <a:t>:</a:t>
            </a:r>
          </a:p>
          <a:p>
            <a:pPr marL="457200" indent="-457200" defTabSz="914400" eaLnBrk="1" hangingPunct="1">
              <a:buFont typeface="+mj-lt"/>
              <a:buAutoNum type="arabicParenR"/>
            </a:pPr>
            <a:r>
              <a:rPr lang="en-US" sz="1700" dirty="0"/>
              <a:t>Interpret health care systems to the families and to advocate for the needed care, services, and equipment. </a:t>
            </a:r>
          </a:p>
          <a:p>
            <a:pPr marL="457200" indent="-457200" defTabSz="914400" eaLnBrk="1" hangingPunct="1">
              <a:buFont typeface="+mj-lt"/>
              <a:buAutoNum type="arabicParenR"/>
            </a:pPr>
            <a:r>
              <a:rPr lang="en-US" sz="1700" dirty="0"/>
              <a:t>View the family holistically, </a:t>
            </a:r>
          </a:p>
          <a:p>
            <a:pPr marL="457200" indent="-457200" defTabSz="914400" eaLnBrk="1" hangingPunct="1">
              <a:buFont typeface="+mj-lt"/>
              <a:buAutoNum type="arabicParenR"/>
            </a:pPr>
            <a:r>
              <a:rPr lang="en-US" sz="1700" dirty="0"/>
              <a:t>Recognize additional needs that may develop as a result of the situation currently faced.</a:t>
            </a:r>
          </a:p>
          <a:p>
            <a:pPr marL="457200" indent="-457200" defTabSz="914400" eaLnBrk="1" hangingPunct="1">
              <a:buFont typeface="+mj-lt"/>
              <a:buAutoNum type="arabicParenR"/>
            </a:pPr>
            <a:r>
              <a:rPr lang="en-US" sz="1700" dirty="0"/>
              <a:t>Include an assessment of caregiver and family work patterns when caring for families with a disabled or chronically ill family member. </a:t>
            </a:r>
          </a:p>
          <a:p>
            <a:pPr defTabSz="914400" eaLnBrk="1" hangingPunct="1"/>
            <a:endParaRPr lang="en-US" sz="1100" dirty="0"/>
          </a:p>
        </p:txBody>
      </p:sp>
    </p:spTree>
    <p:extLst>
      <p:ext uri="{BB962C8B-B14F-4D97-AF65-F5344CB8AC3E}">
        <p14:creationId xmlns:p14="http://schemas.microsoft.com/office/powerpoint/2010/main" val="14150248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2869F-6777-5C50-DB60-AF1F5020CDD9}"/>
              </a:ext>
            </a:extLst>
          </p:cNvPr>
          <p:cNvSpPr>
            <a:spLocks noGrp="1"/>
          </p:cNvSpPr>
          <p:nvPr>
            <p:ph type="title"/>
          </p:nvPr>
        </p:nvSpPr>
        <p:spPr/>
        <p:txBody>
          <a:bodyPr/>
          <a:lstStyle/>
          <a:p>
            <a:r>
              <a:rPr lang="en-GB" dirty="0">
                <a:solidFill>
                  <a:srgbClr val="FF0000"/>
                </a:solidFill>
              </a:rPr>
              <a:t>UNIVERSAL DESIGN</a:t>
            </a:r>
          </a:p>
        </p:txBody>
      </p:sp>
      <p:sp>
        <p:nvSpPr>
          <p:cNvPr id="6" name="TextBox 5">
            <a:extLst>
              <a:ext uri="{FF2B5EF4-FFF2-40B4-BE49-F238E27FC236}">
                <a16:creationId xmlns:a16="http://schemas.microsoft.com/office/drawing/2014/main" id="{6EC29229-B616-4F87-0511-7702A997CD63}"/>
              </a:ext>
            </a:extLst>
          </p:cNvPr>
          <p:cNvSpPr txBox="1"/>
          <p:nvPr/>
        </p:nvSpPr>
        <p:spPr>
          <a:xfrm>
            <a:off x="692828" y="1981915"/>
            <a:ext cx="8127643" cy="830997"/>
          </a:xfrm>
          <a:prstGeom prst="rect">
            <a:avLst/>
          </a:prstGeom>
          <a:noFill/>
        </p:spPr>
        <p:txBody>
          <a:bodyPr wrap="square">
            <a:spAutoFit/>
          </a:bodyPr>
          <a:lstStyle/>
          <a:p>
            <a:pPr algn="just"/>
            <a:r>
              <a:rPr lang="en-GB" sz="2400" dirty="0">
                <a:latin typeface="+mj-lt"/>
              </a:rPr>
              <a:t>Is the concept of purposely creating environments in a way that they are accessible to all without the need for modifications</a:t>
            </a:r>
          </a:p>
        </p:txBody>
      </p:sp>
      <p:pic>
        <p:nvPicPr>
          <p:cNvPr id="8" name="Picture 7">
            <a:extLst>
              <a:ext uri="{FF2B5EF4-FFF2-40B4-BE49-F238E27FC236}">
                <a16:creationId xmlns:a16="http://schemas.microsoft.com/office/drawing/2014/main" id="{3BE668CF-9E04-08A4-AF0D-CBE01BC3C68A}"/>
              </a:ext>
            </a:extLst>
          </p:cNvPr>
          <p:cNvPicPr>
            <a:picLocks noChangeAspect="1"/>
          </p:cNvPicPr>
          <p:nvPr/>
        </p:nvPicPr>
        <p:blipFill>
          <a:blip r:embed="rId2"/>
          <a:stretch>
            <a:fillRect/>
          </a:stretch>
        </p:blipFill>
        <p:spPr>
          <a:xfrm>
            <a:off x="1144121" y="3129230"/>
            <a:ext cx="3083570" cy="1961578"/>
          </a:xfrm>
          <a:prstGeom prst="rect">
            <a:avLst/>
          </a:prstGeom>
        </p:spPr>
      </p:pic>
      <p:sp>
        <p:nvSpPr>
          <p:cNvPr id="10" name="TextBox 9">
            <a:extLst>
              <a:ext uri="{FF2B5EF4-FFF2-40B4-BE49-F238E27FC236}">
                <a16:creationId xmlns:a16="http://schemas.microsoft.com/office/drawing/2014/main" id="{2815261D-663B-E93C-2643-944DDF6AAE1C}"/>
              </a:ext>
            </a:extLst>
          </p:cNvPr>
          <p:cNvSpPr txBox="1"/>
          <p:nvPr/>
        </p:nvSpPr>
        <p:spPr>
          <a:xfrm>
            <a:off x="611560" y="5229200"/>
            <a:ext cx="4572000" cy="646331"/>
          </a:xfrm>
          <a:prstGeom prst="rect">
            <a:avLst/>
          </a:prstGeom>
          <a:noFill/>
        </p:spPr>
        <p:txBody>
          <a:bodyPr wrap="square">
            <a:spAutoFit/>
          </a:bodyPr>
          <a:lstStyle/>
          <a:p>
            <a:pPr algn="ctr"/>
            <a:r>
              <a:rPr lang="en-GB" sz="1800" b="0" i="0" u="none" strike="noStrike" baseline="0" dirty="0">
                <a:latin typeface="TimesNewRomanPSMT"/>
              </a:rPr>
              <a:t>Ramps are needed for those using wheelchairs</a:t>
            </a:r>
          </a:p>
          <a:p>
            <a:pPr algn="ctr"/>
            <a:r>
              <a:rPr lang="en-GB" sz="1800" b="0" i="0" u="none" strike="noStrike" baseline="0" dirty="0">
                <a:latin typeface="TimesNewRomanPSMT"/>
              </a:rPr>
              <a:t>to gain access to buildings.</a:t>
            </a:r>
            <a:endParaRPr lang="en-GB" dirty="0"/>
          </a:p>
        </p:txBody>
      </p:sp>
      <p:pic>
        <p:nvPicPr>
          <p:cNvPr id="12" name="Picture 11">
            <a:extLst>
              <a:ext uri="{FF2B5EF4-FFF2-40B4-BE49-F238E27FC236}">
                <a16:creationId xmlns:a16="http://schemas.microsoft.com/office/drawing/2014/main" id="{7A6E22D7-E483-5827-84E2-207C0FB46566}"/>
              </a:ext>
            </a:extLst>
          </p:cNvPr>
          <p:cNvPicPr>
            <a:picLocks noChangeAspect="1"/>
          </p:cNvPicPr>
          <p:nvPr/>
        </p:nvPicPr>
        <p:blipFill>
          <a:blip r:embed="rId3"/>
          <a:stretch>
            <a:fillRect/>
          </a:stretch>
        </p:blipFill>
        <p:spPr>
          <a:xfrm>
            <a:off x="5286598" y="3042518"/>
            <a:ext cx="3083570" cy="1957075"/>
          </a:xfrm>
          <a:prstGeom prst="rect">
            <a:avLst/>
          </a:prstGeom>
        </p:spPr>
      </p:pic>
      <p:sp>
        <p:nvSpPr>
          <p:cNvPr id="14" name="TextBox 13">
            <a:extLst>
              <a:ext uri="{FF2B5EF4-FFF2-40B4-BE49-F238E27FC236}">
                <a16:creationId xmlns:a16="http://schemas.microsoft.com/office/drawing/2014/main" id="{5341E4C5-318D-BDE2-9CA8-6337C6C2741C}"/>
              </a:ext>
            </a:extLst>
          </p:cNvPr>
          <p:cNvSpPr txBox="1"/>
          <p:nvPr/>
        </p:nvSpPr>
        <p:spPr>
          <a:xfrm>
            <a:off x="4716016" y="5172285"/>
            <a:ext cx="4572000" cy="369332"/>
          </a:xfrm>
          <a:prstGeom prst="rect">
            <a:avLst/>
          </a:prstGeom>
          <a:noFill/>
        </p:spPr>
        <p:txBody>
          <a:bodyPr wrap="square">
            <a:spAutoFit/>
          </a:bodyPr>
          <a:lstStyle/>
          <a:p>
            <a:pPr algn="ctr"/>
            <a:r>
              <a:rPr lang="en-GB" sz="1800" b="0" i="0" u="none" strike="noStrike" baseline="0" dirty="0">
                <a:latin typeface="TimesNewRomanPSMT"/>
              </a:rPr>
              <a:t>Handicap access shower</a:t>
            </a:r>
            <a:endParaRPr lang="en-GB" dirty="0"/>
          </a:p>
        </p:txBody>
      </p:sp>
    </p:spTree>
    <p:extLst>
      <p:ext uri="{BB962C8B-B14F-4D97-AF65-F5344CB8AC3E}">
        <p14:creationId xmlns:p14="http://schemas.microsoft.com/office/powerpoint/2010/main" val="29521257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B0AD926A-6A49-4FAF-A392-4534F4E939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0CBBB68-4283-2334-E529-DCFBDA9FD3AF}"/>
              </a:ext>
            </a:extLst>
          </p:cNvPr>
          <p:cNvSpPr>
            <a:spLocks noGrp="1"/>
          </p:cNvSpPr>
          <p:nvPr>
            <p:ph type="title"/>
          </p:nvPr>
        </p:nvSpPr>
        <p:spPr>
          <a:xfrm>
            <a:off x="768096" y="585216"/>
            <a:ext cx="7290054" cy="1499616"/>
          </a:xfrm>
        </p:spPr>
        <p:txBody>
          <a:bodyPr vert="horz" lIns="91440" tIns="45720" rIns="91440" bIns="45720" rtlCol="0">
            <a:normAutofit/>
          </a:bodyPr>
          <a:lstStyle/>
          <a:p>
            <a:pPr defTabSz="914400"/>
            <a:r>
              <a:rPr lang="en-US" sz="3700" b="1" kern="1200" cap="all" spc="100" baseline="0" dirty="0">
                <a:solidFill>
                  <a:srgbClr val="FF0000"/>
                </a:solidFill>
                <a:latin typeface="+mj-lt"/>
                <a:ea typeface="+mj-ea"/>
                <a:cs typeface="+mj-cs"/>
              </a:rPr>
              <a:t>THE ROLE OF THE</a:t>
            </a:r>
            <a:br>
              <a:rPr lang="en-US" sz="3700" b="1" kern="1200" cap="all" spc="100" baseline="0" dirty="0">
                <a:solidFill>
                  <a:srgbClr val="FF0000"/>
                </a:solidFill>
                <a:latin typeface="+mj-lt"/>
                <a:ea typeface="+mj-ea"/>
                <a:cs typeface="+mj-cs"/>
              </a:rPr>
            </a:br>
            <a:r>
              <a:rPr lang="en-US" sz="3700" b="1" kern="1200" cap="all" spc="100" baseline="0" dirty="0">
                <a:solidFill>
                  <a:srgbClr val="FF0000"/>
                </a:solidFill>
                <a:latin typeface="+mj-lt"/>
                <a:ea typeface="+mj-ea"/>
                <a:cs typeface="+mj-cs"/>
              </a:rPr>
              <a:t>COMMUNITY/PUBLIC HEALTH</a:t>
            </a:r>
            <a:br>
              <a:rPr lang="en-US" sz="3700" b="1" kern="1200" cap="all" spc="100" baseline="0" dirty="0">
                <a:solidFill>
                  <a:srgbClr val="FF0000"/>
                </a:solidFill>
                <a:latin typeface="+mj-lt"/>
                <a:ea typeface="+mj-ea"/>
                <a:cs typeface="+mj-cs"/>
              </a:rPr>
            </a:br>
            <a:r>
              <a:rPr lang="en-US" sz="3700" b="1" kern="1200" cap="all" spc="100" baseline="0" dirty="0">
                <a:solidFill>
                  <a:srgbClr val="FF0000"/>
                </a:solidFill>
                <a:latin typeface="+mj-lt"/>
                <a:ea typeface="+mj-ea"/>
                <a:cs typeface="+mj-cs"/>
              </a:rPr>
              <a:t>NURSE</a:t>
            </a:r>
          </a:p>
        </p:txBody>
      </p:sp>
      <p:pic>
        <p:nvPicPr>
          <p:cNvPr id="7" name="Picture 6" descr="A doctor and a child in a wheelchair&#10;&#10;Description automatically generated">
            <a:extLst>
              <a:ext uri="{FF2B5EF4-FFF2-40B4-BE49-F238E27FC236}">
                <a16:creationId xmlns:a16="http://schemas.microsoft.com/office/drawing/2014/main" id="{D861B46C-FD8B-7BF6-7108-9AD316587F8F}"/>
              </a:ext>
            </a:extLst>
          </p:cNvPr>
          <p:cNvPicPr>
            <a:picLocks noChangeAspect="1"/>
          </p:cNvPicPr>
          <p:nvPr/>
        </p:nvPicPr>
        <p:blipFill>
          <a:blip r:embed="rId2"/>
          <a:srcRect l="25264" r="29013"/>
          <a:stretch>
            <a:fillRect/>
          </a:stretch>
        </p:blipFill>
        <p:spPr>
          <a:xfrm>
            <a:off x="251520" y="2420888"/>
            <a:ext cx="2362402" cy="3448851"/>
          </a:xfrm>
          <a:prstGeom prst="rect">
            <a:avLst/>
          </a:prstGeom>
        </p:spPr>
      </p:pic>
      <p:sp>
        <p:nvSpPr>
          <p:cNvPr id="3" name="Content Placeholder 2">
            <a:extLst>
              <a:ext uri="{FF2B5EF4-FFF2-40B4-BE49-F238E27FC236}">
                <a16:creationId xmlns:a16="http://schemas.microsoft.com/office/drawing/2014/main" id="{41C4FA93-67AF-E79F-EC3B-27AC665866EE}"/>
              </a:ext>
            </a:extLst>
          </p:cNvPr>
          <p:cNvSpPr txBox="1">
            <a:spLocks/>
          </p:cNvSpPr>
          <p:nvPr/>
        </p:nvSpPr>
        <p:spPr>
          <a:xfrm>
            <a:off x="2771800" y="2286000"/>
            <a:ext cx="6264697" cy="4023360"/>
          </a:xfrm>
          <a:prstGeom prst="rect">
            <a:avLst/>
          </a:prstGeom>
        </p:spPr>
        <p:txBody>
          <a:bodyPr>
            <a:normAutofit/>
          </a:bodyPr>
          <a:lstStyle>
            <a:lvl1pPr marL="90488" indent="-90488" algn="l" defTabSz="912813" rtl="0" fontAlgn="base">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600" kern="1200">
                <a:solidFill>
                  <a:schemeClr val="tx1"/>
                </a:solidFill>
                <a:latin typeface="+mn-lt"/>
                <a:ea typeface="+mn-ea"/>
                <a:cs typeface="+mn-cs"/>
              </a:defRPr>
            </a:lvl2pPr>
            <a:lvl3pPr marL="44767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3pPr>
            <a:lvl4pPr marL="593725"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4pPr>
            <a:lvl5pPr marL="776288" indent="-136525" algn="l" defTabSz="912813" rtl="0" fontAlgn="base">
              <a:lnSpc>
                <a:spcPct val="90000"/>
              </a:lnSpc>
              <a:spcBef>
                <a:spcPts val="200"/>
              </a:spcBef>
              <a:spcAft>
                <a:spcPts val="400"/>
              </a:spcAft>
              <a:buClr>
                <a:schemeClr val="accent2"/>
              </a:buClr>
              <a:buFont typeface="Wingdings 3" panose="05040102010807070707"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eaLnBrk="1" hangingPunct="1"/>
            <a:endParaRPr lang="en-US" sz="1600" dirty="0">
              <a:latin typeface="Verdana" panose="020B0604030504040204" pitchFamily="34" charset="0"/>
            </a:endParaRPr>
          </a:p>
          <a:p>
            <a:pPr eaLnBrk="1" hangingPunct="1">
              <a:buFont typeface="Arial" panose="020B0604020202020204" pitchFamily="34" charset="0"/>
              <a:buChar char="•"/>
            </a:pPr>
            <a:r>
              <a:rPr lang="en-US" sz="1600" dirty="0">
                <a:latin typeface="Candara" panose="020E0502030303020204" pitchFamily="34" charset="0"/>
              </a:rPr>
              <a:t>Advocate for health care needs for disabled and chronically ill need for broad and holistic practice.</a:t>
            </a:r>
          </a:p>
          <a:p>
            <a:pPr eaLnBrk="1" hangingPunct="1"/>
            <a:r>
              <a:rPr lang="en-US" sz="1600" dirty="0">
                <a:latin typeface="Candara" panose="020E0502030303020204" pitchFamily="34" charset="0"/>
              </a:rPr>
              <a:t>Creativity, tenacity, honesty, and knowledge to make needed changes at the individual, family and community level to improve their lives. </a:t>
            </a:r>
          </a:p>
          <a:p>
            <a:pPr eaLnBrk="1" hangingPunct="1"/>
            <a:r>
              <a:rPr lang="en-US" sz="1600" dirty="0">
                <a:latin typeface="Candara" panose="020E0502030303020204" pitchFamily="34" charset="0"/>
              </a:rPr>
              <a:t>Involvement in wide-ranging, multiple roles, collaborate with other professionals and at different levels </a:t>
            </a:r>
          </a:p>
          <a:p>
            <a:pPr eaLnBrk="1" hangingPunct="1"/>
            <a:r>
              <a:rPr lang="en-US" sz="1600" dirty="0">
                <a:latin typeface="Candara" panose="020E0502030303020204" pitchFamily="34" charset="0"/>
              </a:rPr>
              <a:t>Community based intervention that help support disabled population with self management skills, improve health behaviors, and prevent secondary disabilities.  </a:t>
            </a:r>
          </a:p>
          <a:p>
            <a:pPr eaLnBrk="1" hangingPunct="1"/>
            <a:endParaRPr lang="en-US" sz="1600" dirty="0">
              <a:latin typeface="Candara" panose="020E0502030303020204" pitchFamily="34" charset="0"/>
            </a:endParaRPr>
          </a:p>
          <a:p>
            <a:pPr eaLnBrk="1" hangingPunct="1"/>
            <a:endParaRPr lang="en-US" sz="1600" dirty="0"/>
          </a:p>
        </p:txBody>
      </p:sp>
    </p:spTree>
    <p:extLst>
      <p:ext uri="{BB962C8B-B14F-4D97-AF65-F5344CB8AC3E}">
        <p14:creationId xmlns:p14="http://schemas.microsoft.com/office/powerpoint/2010/main" val="2379133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369C8-F0BA-46B7-1E0B-7380B70D4640}"/>
              </a:ext>
            </a:extLst>
          </p:cNvPr>
          <p:cNvSpPr>
            <a:spLocks noGrp="1"/>
          </p:cNvSpPr>
          <p:nvPr>
            <p:ph type="title"/>
          </p:nvPr>
        </p:nvSpPr>
        <p:spPr>
          <a:xfrm>
            <a:off x="768096" y="585216"/>
            <a:ext cx="4550113" cy="1499616"/>
          </a:xfrm>
        </p:spPr>
        <p:txBody>
          <a:bodyPr>
            <a:normAutofit/>
          </a:bodyPr>
          <a:lstStyle/>
          <a:p>
            <a:pPr algn="just"/>
            <a:r>
              <a:rPr lang="en-US" sz="3400" b="1" dirty="0">
                <a:solidFill>
                  <a:srgbClr val="FF0000"/>
                </a:solidFill>
                <a:latin typeface="Candara" panose="020E0502030303020204" pitchFamily="34" charset="0"/>
              </a:rPr>
              <a:t>Services Available in Kingdom of Bahrain</a:t>
            </a:r>
            <a:endParaRPr lang="en-US" sz="3400" dirty="0">
              <a:solidFill>
                <a:srgbClr val="FF0000"/>
              </a:solidFill>
              <a:latin typeface="Candara" panose="020E0502030303020204" pitchFamily="34" charset="0"/>
            </a:endParaRPr>
          </a:p>
        </p:txBody>
      </p:sp>
      <p:sp>
        <p:nvSpPr>
          <p:cNvPr id="3" name="Content Placeholder 2">
            <a:extLst>
              <a:ext uri="{FF2B5EF4-FFF2-40B4-BE49-F238E27FC236}">
                <a16:creationId xmlns:a16="http://schemas.microsoft.com/office/drawing/2014/main" id="{45E83D25-4220-0AFB-E906-1620BDA43874}"/>
              </a:ext>
            </a:extLst>
          </p:cNvPr>
          <p:cNvSpPr>
            <a:spLocks noGrp="1"/>
          </p:cNvSpPr>
          <p:nvPr>
            <p:ph idx="1"/>
          </p:nvPr>
        </p:nvSpPr>
        <p:spPr>
          <a:xfrm>
            <a:off x="768096" y="2286000"/>
            <a:ext cx="4550113" cy="4023360"/>
          </a:xfrm>
        </p:spPr>
        <p:txBody>
          <a:bodyPr>
            <a:normAutofit/>
          </a:bodyPr>
          <a:lstStyle/>
          <a:p>
            <a:pPr>
              <a:buFont typeface="Wingdings" panose="05000000000000000000" pitchFamily="2" charset="2"/>
              <a:buChar char="v"/>
            </a:pPr>
            <a:endParaRPr lang="en-US" b="1">
              <a:latin typeface="Times New Roman" panose="02020603050405020304" pitchFamily="18" charset="0"/>
            </a:endParaRPr>
          </a:p>
          <a:p>
            <a:pPr>
              <a:buFont typeface="Wingdings" panose="05000000000000000000" pitchFamily="2" charset="2"/>
              <a:buChar char="v"/>
            </a:pPr>
            <a:r>
              <a:rPr lang="en-US" b="1">
                <a:latin typeface="Candara" panose="020E0502030303020204" pitchFamily="34" charset="0"/>
              </a:rPr>
              <a:t>Ministry of Health </a:t>
            </a:r>
          </a:p>
          <a:p>
            <a:pPr>
              <a:buFont typeface="Wingdings" panose="05000000000000000000" pitchFamily="2" charset="2"/>
              <a:buChar char="v"/>
            </a:pPr>
            <a:r>
              <a:rPr lang="en-US" b="1">
                <a:latin typeface="Candara" panose="020E0502030303020204" pitchFamily="34" charset="0"/>
              </a:rPr>
              <a:t>Ministry of Social Development </a:t>
            </a:r>
          </a:p>
          <a:p>
            <a:pPr>
              <a:buFont typeface="Wingdings" panose="05000000000000000000" pitchFamily="2" charset="2"/>
              <a:buChar char="v"/>
            </a:pPr>
            <a:r>
              <a:rPr lang="en-US" b="1">
                <a:latin typeface="Candara" panose="020E0502030303020204" pitchFamily="34" charset="0"/>
              </a:rPr>
              <a:t>Ministry of Education </a:t>
            </a:r>
          </a:p>
          <a:p>
            <a:pPr>
              <a:buFont typeface="Wingdings" panose="05000000000000000000" pitchFamily="2" charset="2"/>
              <a:buChar char="v"/>
            </a:pPr>
            <a:r>
              <a:rPr lang="en-US" b="1">
                <a:latin typeface="Candara" panose="020E0502030303020204" pitchFamily="34" charset="0"/>
              </a:rPr>
              <a:t>The Private Sector </a:t>
            </a:r>
          </a:p>
          <a:p>
            <a:pPr>
              <a:buFont typeface="Wingdings" panose="05000000000000000000" pitchFamily="2" charset="2"/>
              <a:buChar char="v"/>
            </a:pPr>
            <a:r>
              <a:rPr lang="en-US" b="1">
                <a:latin typeface="Candara" panose="020E0502030303020204" pitchFamily="34" charset="0"/>
              </a:rPr>
              <a:t>NGO’s </a:t>
            </a:r>
          </a:p>
          <a:p>
            <a:pPr>
              <a:buFont typeface="Wingdings" panose="05000000000000000000" pitchFamily="2" charset="2"/>
              <a:buChar char="v"/>
            </a:pPr>
            <a:r>
              <a:rPr lang="en-US" b="1">
                <a:latin typeface="Candara" panose="020E0502030303020204" pitchFamily="34" charset="0"/>
              </a:rPr>
              <a:t>The Supreme Council for Youth and Sports </a:t>
            </a:r>
          </a:p>
          <a:p>
            <a:pPr>
              <a:buFont typeface="Wingdings" panose="05000000000000000000" pitchFamily="2" charset="2"/>
              <a:buChar char="v"/>
            </a:pPr>
            <a:r>
              <a:rPr lang="en-US" b="1">
                <a:latin typeface="Candara" panose="020E0502030303020204" pitchFamily="34" charset="0"/>
              </a:rPr>
              <a:t>Other Services</a:t>
            </a:r>
          </a:p>
          <a:p>
            <a:endParaRPr lang="en-US"/>
          </a:p>
        </p:txBody>
      </p:sp>
      <p:pic>
        <p:nvPicPr>
          <p:cNvPr id="4" name="Picture 3" descr="A logo of hands holding a couple of people&#10;&#10;Description automatically generated">
            <a:extLst>
              <a:ext uri="{FF2B5EF4-FFF2-40B4-BE49-F238E27FC236}">
                <a16:creationId xmlns:a16="http://schemas.microsoft.com/office/drawing/2014/main" id="{D5C28A3D-45AE-9139-0909-C0667129B3D4}"/>
              </a:ext>
            </a:extLst>
          </p:cNvPr>
          <p:cNvPicPr>
            <a:picLocks noChangeAspect="1"/>
          </p:cNvPicPr>
          <p:nvPr/>
        </p:nvPicPr>
        <p:blipFill rotWithShape="1">
          <a:blip r:embed="rId2"/>
          <a:srcRect t="14020" b="24535"/>
          <a:stretch/>
        </p:blipFill>
        <p:spPr>
          <a:xfrm>
            <a:off x="5664199" y="10"/>
            <a:ext cx="3479800" cy="2285990"/>
          </a:xfrm>
          <a:prstGeom prst="rect">
            <a:avLst/>
          </a:prstGeom>
        </p:spPr>
      </p:pic>
      <p:pic>
        <p:nvPicPr>
          <p:cNvPr id="5" name="Picture 4" descr="A logo with a triangle and a person in the middle&#10;&#10;Description automatically generated with medium confidence">
            <a:extLst>
              <a:ext uri="{FF2B5EF4-FFF2-40B4-BE49-F238E27FC236}">
                <a16:creationId xmlns:a16="http://schemas.microsoft.com/office/drawing/2014/main" id="{4643A897-33BF-A3B3-F767-3C15070FFEB1}"/>
              </a:ext>
            </a:extLst>
          </p:cNvPr>
          <p:cNvPicPr>
            <a:picLocks noChangeAspect="1"/>
          </p:cNvPicPr>
          <p:nvPr/>
        </p:nvPicPr>
        <p:blipFill rotWithShape="1">
          <a:blip r:embed="rId3"/>
          <a:srcRect t="20923" r="-3" b="13381"/>
          <a:stretch/>
        </p:blipFill>
        <p:spPr>
          <a:xfrm>
            <a:off x="5664199" y="2286000"/>
            <a:ext cx="3479800" cy="2286000"/>
          </a:xfrm>
          <a:prstGeom prst="rect">
            <a:avLst/>
          </a:prstGeom>
        </p:spPr>
      </p:pic>
      <p:pic>
        <p:nvPicPr>
          <p:cNvPr id="6" name="Picture 5" descr="A close-up of a building&#10;&#10;Description automatically generated">
            <a:extLst>
              <a:ext uri="{FF2B5EF4-FFF2-40B4-BE49-F238E27FC236}">
                <a16:creationId xmlns:a16="http://schemas.microsoft.com/office/drawing/2014/main" id="{CB5FCF1E-986A-C5F5-B4A6-E2852A786F3B}"/>
              </a:ext>
            </a:extLst>
          </p:cNvPr>
          <p:cNvPicPr>
            <a:picLocks noChangeAspect="1"/>
          </p:cNvPicPr>
          <p:nvPr/>
        </p:nvPicPr>
        <p:blipFill rotWithShape="1">
          <a:blip r:embed="rId4"/>
          <a:srcRect l="5760" r="12424" b="4"/>
          <a:stretch/>
        </p:blipFill>
        <p:spPr>
          <a:xfrm>
            <a:off x="5664199" y="4572001"/>
            <a:ext cx="3479801" cy="2286000"/>
          </a:xfrm>
          <a:prstGeom prst="rect">
            <a:avLst/>
          </a:prstGeom>
        </p:spPr>
      </p:pic>
    </p:spTree>
    <p:extLst>
      <p:ext uri="{BB962C8B-B14F-4D97-AF65-F5344CB8AC3E}">
        <p14:creationId xmlns:p14="http://schemas.microsoft.com/office/powerpoint/2010/main" val="10057714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B2C35-542F-8AEF-3A86-9555768F022A}"/>
              </a:ext>
            </a:extLst>
          </p:cNvPr>
          <p:cNvSpPr>
            <a:spLocks noGrp="1"/>
          </p:cNvSpPr>
          <p:nvPr>
            <p:ph type="title"/>
          </p:nvPr>
        </p:nvSpPr>
        <p:spPr>
          <a:xfrm>
            <a:off x="0" y="1335319"/>
            <a:ext cx="2563994" cy="4187361"/>
          </a:xfrm>
        </p:spPr>
        <p:txBody>
          <a:bodyPr anchor="ctr">
            <a:normAutofit/>
          </a:bodyPr>
          <a:lstStyle/>
          <a:p>
            <a:pPr algn="ctr"/>
            <a:r>
              <a:rPr lang="en-US" sz="4050" b="1" dirty="0">
                <a:solidFill>
                  <a:srgbClr val="FF0000"/>
                </a:solidFill>
                <a:latin typeface="Candara" panose="020E0502030303020204" pitchFamily="34" charset="0"/>
              </a:rPr>
              <a:t>Ministry of Health</a:t>
            </a:r>
          </a:p>
        </p:txBody>
      </p:sp>
      <p:graphicFrame>
        <p:nvGraphicFramePr>
          <p:cNvPr id="22" name="Content Placeholder 2">
            <a:extLst>
              <a:ext uri="{FF2B5EF4-FFF2-40B4-BE49-F238E27FC236}">
                <a16:creationId xmlns:a16="http://schemas.microsoft.com/office/drawing/2014/main" id="{D83BF25B-011F-CE8B-187B-1BF24806040E}"/>
              </a:ext>
            </a:extLst>
          </p:cNvPr>
          <p:cNvGraphicFramePr>
            <a:graphicFrameLocks noGrp="1"/>
          </p:cNvGraphicFramePr>
          <p:nvPr>
            <p:ph idx="1"/>
            <p:extLst>
              <p:ext uri="{D42A27DB-BD31-4B8C-83A1-F6EECF244321}">
                <p14:modId xmlns:p14="http://schemas.microsoft.com/office/powerpoint/2010/main" val="2865266080"/>
              </p:ext>
            </p:extLst>
          </p:nvPr>
        </p:nvGraphicFramePr>
        <p:xfrm>
          <a:off x="2411760" y="476672"/>
          <a:ext cx="6624736" cy="6048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68671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9CD80-3E25-C3BA-657A-945D65594C35}"/>
              </a:ext>
            </a:extLst>
          </p:cNvPr>
          <p:cNvSpPr>
            <a:spLocks noGrp="1"/>
          </p:cNvSpPr>
          <p:nvPr>
            <p:ph type="title"/>
          </p:nvPr>
        </p:nvSpPr>
        <p:spPr>
          <a:xfrm>
            <a:off x="748216" y="57176"/>
            <a:ext cx="8216273" cy="1499616"/>
          </a:xfrm>
        </p:spPr>
        <p:txBody>
          <a:bodyPr>
            <a:normAutofit fontScale="90000"/>
          </a:bodyPr>
          <a:lstStyle/>
          <a:p>
            <a:br>
              <a:rPr lang="en-US" sz="2400" b="1" i="0" u="none" strike="noStrike" baseline="0" dirty="0">
                <a:solidFill>
                  <a:srgbClr val="FF0000"/>
                </a:solidFill>
                <a:latin typeface="Wingdings" panose="05000000000000000000" pitchFamily="2" charset="2"/>
              </a:rPr>
            </a:br>
            <a:br>
              <a:rPr lang="en-US" sz="2400" b="1" i="0" u="none" strike="noStrike" baseline="0" dirty="0">
                <a:solidFill>
                  <a:srgbClr val="FF0000"/>
                </a:solidFill>
                <a:latin typeface="Wingdings" panose="05000000000000000000" pitchFamily="2" charset="2"/>
              </a:rPr>
            </a:br>
            <a:r>
              <a:rPr lang="en-US" sz="2400" b="1" dirty="0">
                <a:solidFill>
                  <a:srgbClr val="FF0000"/>
                </a:solidFill>
                <a:latin typeface="Candara" panose="020E0502030303020204" pitchFamily="34" charset="0"/>
              </a:rPr>
              <a:t>Ministry of Health</a:t>
            </a:r>
            <a:br>
              <a:rPr lang="en-US" sz="2400" b="1" dirty="0">
                <a:solidFill>
                  <a:srgbClr val="FF0000"/>
                </a:solidFill>
                <a:latin typeface="Candara" panose="020E0502030303020204" pitchFamily="34" charset="0"/>
              </a:rPr>
            </a:br>
            <a:br>
              <a:rPr lang="en-US" sz="2400" b="1" dirty="0">
                <a:solidFill>
                  <a:srgbClr val="FF0000"/>
                </a:solidFill>
                <a:latin typeface="Candara" panose="020E0502030303020204" pitchFamily="34" charset="0"/>
              </a:rPr>
            </a:br>
            <a:endParaRPr lang="en-US" sz="2400" b="1" dirty="0">
              <a:solidFill>
                <a:srgbClr val="FF0000"/>
              </a:solidFill>
              <a:latin typeface="Candara" panose="020E0502030303020204" pitchFamily="34" charset="0"/>
            </a:endParaRPr>
          </a:p>
        </p:txBody>
      </p:sp>
      <p:pic>
        <p:nvPicPr>
          <p:cNvPr id="4" name="Picture 3">
            <a:extLst>
              <a:ext uri="{FF2B5EF4-FFF2-40B4-BE49-F238E27FC236}">
                <a16:creationId xmlns:a16="http://schemas.microsoft.com/office/drawing/2014/main" id="{5536CE34-7A0F-3F4A-B4A5-0C1AA1D68155}"/>
              </a:ext>
            </a:extLst>
          </p:cNvPr>
          <p:cNvPicPr>
            <a:picLocks noChangeAspect="1"/>
          </p:cNvPicPr>
          <p:nvPr/>
        </p:nvPicPr>
        <p:blipFill rotWithShape="1">
          <a:blip r:embed="rId2"/>
          <a:srcRect l="30512" r="23938" b="3"/>
          <a:stretch>
            <a:fillRect/>
          </a:stretch>
        </p:blipFill>
        <p:spPr>
          <a:xfrm>
            <a:off x="0" y="2280658"/>
            <a:ext cx="2362402" cy="3448851"/>
          </a:xfrm>
          <a:prstGeom prst="rect">
            <a:avLst/>
          </a:prstGeom>
        </p:spPr>
      </p:pic>
      <p:sp>
        <p:nvSpPr>
          <p:cNvPr id="3" name="Content Placeholder 2">
            <a:extLst>
              <a:ext uri="{FF2B5EF4-FFF2-40B4-BE49-F238E27FC236}">
                <a16:creationId xmlns:a16="http://schemas.microsoft.com/office/drawing/2014/main" id="{C1CDD919-D7EF-2797-4FFE-41C5D9586A91}"/>
              </a:ext>
            </a:extLst>
          </p:cNvPr>
          <p:cNvSpPr>
            <a:spLocks noGrp="1"/>
          </p:cNvSpPr>
          <p:nvPr>
            <p:ph idx="1"/>
          </p:nvPr>
        </p:nvSpPr>
        <p:spPr>
          <a:xfrm>
            <a:off x="2541915" y="1700808"/>
            <a:ext cx="6422574" cy="4608552"/>
          </a:xfrm>
        </p:spPr>
        <p:txBody>
          <a:bodyPr>
            <a:normAutofit/>
          </a:bodyPr>
          <a:lstStyle/>
          <a:p>
            <a:endParaRPr lang="en-US" sz="1400" dirty="0">
              <a:latin typeface="Times New Roman" panose="02020603050405020304" pitchFamily="18" charset="0"/>
            </a:endParaRPr>
          </a:p>
          <a:p>
            <a:pPr marL="0" indent="0">
              <a:buNone/>
            </a:pPr>
            <a:r>
              <a:rPr lang="en-US" sz="1800" b="1" dirty="0">
                <a:latin typeface="Candara" panose="020E0502030303020204" pitchFamily="34" charset="0"/>
              </a:rPr>
              <a:t>Rehabilitative centers provide remedial, rehabilitative, occupational, educational and entertainment services. </a:t>
            </a:r>
          </a:p>
          <a:p>
            <a:pPr marL="0" indent="0">
              <a:buNone/>
            </a:pPr>
            <a:r>
              <a:rPr lang="en-US" sz="1800" b="1" dirty="0">
                <a:latin typeface="Candara" panose="020E0502030303020204" pitchFamily="34" charset="0"/>
              </a:rPr>
              <a:t>The centers are: </a:t>
            </a:r>
          </a:p>
          <a:p>
            <a:pPr>
              <a:buFont typeface="Wingdings" panose="05000000000000000000" pitchFamily="2" charset="2"/>
              <a:buChar char="Ø"/>
            </a:pPr>
            <a:r>
              <a:rPr lang="en-US" sz="1800" dirty="0">
                <a:latin typeface="Candara" panose="020E0502030303020204" pitchFamily="34" charset="0"/>
              </a:rPr>
              <a:t>NBB Rehabilitation Home For Disabled Children (moderate-severe mental retardation, &gt;12 years) </a:t>
            </a:r>
          </a:p>
          <a:p>
            <a:pPr>
              <a:buFont typeface="Wingdings" panose="05000000000000000000" pitchFamily="2" charset="2"/>
              <a:buChar char="Ø"/>
            </a:pPr>
            <a:r>
              <a:rPr lang="en-US" sz="1800" dirty="0">
                <a:latin typeface="Candara" panose="020E0502030303020204" pitchFamily="34" charset="0"/>
              </a:rPr>
              <a:t>Academic and vocational rehabilitation center(mild –moderate mental retardation,12-15, &gt;15) </a:t>
            </a:r>
          </a:p>
          <a:p>
            <a:pPr>
              <a:buFont typeface="Wingdings" panose="05000000000000000000" pitchFamily="2" charset="2"/>
              <a:buChar char="Ø"/>
            </a:pPr>
            <a:r>
              <a:rPr lang="en-US" sz="1800" dirty="0">
                <a:latin typeface="Candara" panose="020E0502030303020204" pitchFamily="34" charset="0"/>
              </a:rPr>
              <a:t>BBK rehabilitation center (moderate or severe mental, physical, &gt;16) </a:t>
            </a:r>
          </a:p>
          <a:p>
            <a:pPr>
              <a:buFont typeface="Wingdings" panose="05000000000000000000" pitchFamily="2" charset="2"/>
              <a:buChar char="Ø"/>
            </a:pPr>
            <a:r>
              <a:rPr lang="en-US" sz="1800" dirty="0" err="1">
                <a:latin typeface="Candara" panose="020E0502030303020204" pitchFamily="34" charset="0"/>
              </a:rPr>
              <a:t>Shaikhan</a:t>
            </a:r>
            <a:r>
              <a:rPr lang="en-US" sz="1800" dirty="0">
                <a:latin typeface="Candara" panose="020E0502030303020204" pitchFamily="34" charset="0"/>
              </a:rPr>
              <a:t> </a:t>
            </a:r>
            <a:r>
              <a:rPr lang="en-US" sz="1800" dirty="0" err="1">
                <a:latin typeface="Candara" panose="020E0502030303020204" pitchFamily="34" charset="0"/>
              </a:rPr>
              <a:t>Alfarsi</a:t>
            </a:r>
            <a:r>
              <a:rPr lang="en-US" sz="1800" dirty="0">
                <a:latin typeface="Candara" panose="020E0502030303020204" pitchFamily="34" charset="0"/>
              </a:rPr>
              <a:t> Center for Total Communication (auditory, 2.5-8years) </a:t>
            </a:r>
          </a:p>
          <a:p>
            <a:pPr>
              <a:buFont typeface="Wingdings" panose="05000000000000000000" pitchFamily="2" charset="2"/>
              <a:buChar char="Ø"/>
            </a:pPr>
            <a:r>
              <a:rPr lang="en-US" sz="1800" dirty="0">
                <a:latin typeface="Candara" panose="020E0502030303020204" pitchFamily="34" charset="0"/>
              </a:rPr>
              <a:t>Children day care center (multiple disabilities, 3-12years) </a:t>
            </a:r>
          </a:p>
          <a:p>
            <a:endParaRPr lang="en-US" sz="1400" dirty="0"/>
          </a:p>
        </p:txBody>
      </p:sp>
    </p:spTree>
    <p:extLst>
      <p:ext uri="{BB962C8B-B14F-4D97-AF65-F5344CB8AC3E}">
        <p14:creationId xmlns:p14="http://schemas.microsoft.com/office/powerpoint/2010/main" val="2683683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C695245-44E3-4A14-900A-D06036644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0F860B-2157-D125-FD7D-6AC5C3790062}"/>
              </a:ext>
            </a:extLst>
          </p:cNvPr>
          <p:cNvSpPr>
            <a:spLocks noGrp="1"/>
          </p:cNvSpPr>
          <p:nvPr>
            <p:ph type="title"/>
          </p:nvPr>
        </p:nvSpPr>
        <p:spPr>
          <a:xfrm>
            <a:off x="482601" y="643467"/>
            <a:ext cx="2561709" cy="5571066"/>
          </a:xfrm>
        </p:spPr>
        <p:txBody>
          <a:bodyPr>
            <a:normAutofit/>
          </a:bodyPr>
          <a:lstStyle/>
          <a:p>
            <a:br>
              <a:rPr lang="en-US" sz="4100" b="0" i="0" u="none" strike="noStrike" baseline="0" dirty="0">
                <a:solidFill>
                  <a:srgbClr val="FFFFFF"/>
                </a:solidFill>
                <a:latin typeface="Wingdings" panose="05000000000000000000" pitchFamily="2" charset="2"/>
              </a:rPr>
            </a:br>
            <a:br>
              <a:rPr lang="en-US" sz="4100" b="0" i="0" u="none" strike="noStrike" baseline="0" dirty="0">
                <a:solidFill>
                  <a:srgbClr val="FFFFFF"/>
                </a:solidFill>
                <a:latin typeface="Wingdings" panose="05000000000000000000" pitchFamily="2" charset="2"/>
              </a:rPr>
            </a:br>
            <a:r>
              <a:rPr lang="en-US" sz="4100" b="1" dirty="0">
                <a:solidFill>
                  <a:srgbClr val="FF0000"/>
                </a:solidFill>
                <a:latin typeface="Candara" panose="020E0502030303020204" pitchFamily="34" charset="0"/>
              </a:rPr>
              <a:t>Ministry of Health</a:t>
            </a:r>
            <a:br>
              <a:rPr lang="en-US" sz="4100" b="1" dirty="0">
                <a:solidFill>
                  <a:srgbClr val="FF0000"/>
                </a:solidFill>
                <a:latin typeface="Candara" panose="020E0502030303020204" pitchFamily="34" charset="0"/>
              </a:rPr>
            </a:br>
            <a:br>
              <a:rPr lang="en-US" sz="4100" b="1" dirty="0">
                <a:solidFill>
                  <a:srgbClr val="FF0000"/>
                </a:solidFill>
                <a:latin typeface="Candara" panose="020E0502030303020204" pitchFamily="34" charset="0"/>
              </a:rPr>
            </a:br>
            <a:endParaRPr lang="en-US" sz="4100" b="1" dirty="0">
              <a:solidFill>
                <a:srgbClr val="FF0000"/>
              </a:solidFill>
              <a:latin typeface="Candara" panose="020E0502030303020204" pitchFamily="34" charset="0"/>
            </a:endParaRPr>
          </a:p>
        </p:txBody>
      </p:sp>
      <p:graphicFrame>
        <p:nvGraphicFramePr>
          <p:cNvPr id="12" name="Content Placeholder 2">
            <a:extLst>
              <a:ext uri="{FF2B5EF4-FFF2-40B4-BE49-F238E27FC236}">
                <a16:creationId xmlns:a16="http://schemas.microsoft.com/office/drawing/2014/main" id="{75958AA8-07FE-0731-8975-1523806A3743}"/>
              </a:ext>
            </a:extLst>
          </p:cNvPr>
          <p:cNvGraphicFramePr>
            <a:graphicFrameLocks noGrp="1"/>
          </p:cNvGraphicFramePr>
          <p:nvPr>
            <p:ph idx="1"/>
            <p:extLst>
              <p:ext uri="{D42A27DB-BD31-4B8C-83A1-F6EECF244321}">
                <p14:modId xmlns:p14="http://schemas.microsoft.com/office/powerpoint/2010/main" val="1864051550"/>
              </p:ext>
            </p:extLst>
          </p:nvPr>
        </p:nvGraphicFramePr>
        <p:xfrm>
          <a:off x="3526912" y="0"/>
          <a:ext cx="5617088"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56243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8" name="Rectangle 1037">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4572000"/>
            <a:ext cx="5293730" cy="1964266"/>
          </a:xfrm>
          <a:prstGeom prst="rect">
            <a:avLst/>
          </a:prstGeom>
          <a:solidFill>
            <a:srgbClr val="415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B504C3-52A9-A78B-05C0-30CFC36D371E}"/>
              </a:ext>
            </a:extLst>
          </p:cNvPr>
          <p:cNvSpPr>
            <a:spLocks noGrp="1"/>
          </p:cNvSpPr>
          <p:nvPr>
            <p:ph type="title"/>
          </p:nvPr>
        </p:nvSpPr>
        <p:spPr>
          <a:xfrm>
            <a:off x="393192" y="4767072"/>
            <a:ext cx="4945641" cy="1625210"/>
          </a:xfrm>
        </p:spPr>
        <p:txBody>
          <a:bodyPr>
            <a:normAutofit/>
          </a:bodyPr>
          <a:lstStyle/>
          <a:p>
            <a:pPr algn="ctr"/>
            <a:r>
              <a:rPr lang="en-US" b="1" dirty="0">
                <a:solidFill>
                  <a:srgbClr val="FFFFFF"/>
                </a:solidFill>
                <a:latin typeface="Candara" panose="020E0502030303020204" pitchFamily="34" charset="0"/>
              </a:rPr>
              <a:t>Ministry of Education</a:t>
            </a:r>
            <a:endParaRPr lang="en-US" dirty="0">
              <a:solidFill>
                <a:srgbClr val="FFFFFF"/>
              </a:solidFill>
            </a:endParaRPr>
          </a:p>
        </p:txBody>
      </p:sp>
      <p:pic>
        <p:nvPicPr>
          <p:cNvPr id="1026" name="Picture 2" descr="Bahrain: Education Ministry opens registration for children born in  September 2014">
            <a:extLst>
              <a:ext uri="{FF2B5EF4-FFF2-40B4-BE49-F238E27FC236}">
                <a16:creationId xmlns:a16="http://schemas.microsoft.com/office/drawing/2014/main" id="{D382A4F0-FB2A-E6C1-10BF-BD817F645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149" r="2354"/>
          <a:stretch>
            <a:fillRect/>
          </a:stretch>
        </p:blipFill>
        <p:spPr bwMode="auto">
          <a:xfrm>
            <a:off x="245660" y="321733"/>
            <a:ext cx="5293729" cy="4107392"/>
          </a:xfrm>
          <a:prstGeom prst="rect">
            <a:avLst/>
          </a:prstGeom>
          <a:extLst>
            <a:ext uri="{909E8E84-426E-40DD-AFC4-6F175D3DCCD1}">
              <a14:hiddenFill xmlns:a14="http://schemas.microsoft.com/office/drawing/2010/main">
                <a:solidFill>
                  <a:srgbClr val="FFFFFF"/>
                </a:solidFill>
              </a14:hiddenFill>
            </a:ext>
          </a:extLst>
        </p:spPr>
      </p:pic>
      <p:sp>
        <p:nvSpPr>
          <p:cNvPr id="1040" name="Rectangle 1039">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55FF1AA-88B1-D0C0-271A-D3A71A8D755D}"/>
              </a:ext>
            </a:extLst>
          </p:cNvPr>
          <p:cNvSpPr>
            <a:spLocks noGrp="1"/>
          </p:cNvSpPr>
          <p:nvPr>
            <p:ph idx="1"/>
          </p:nvPr>
        </p:nvSpPr>
        <p:spPr>
          <a:xfrm>
            <a:off x="5686922" y="321732"/>
            <a:ext cx="3211418" cy="6536268"/>
          </a:xfrm>
        </p:spPr>
        <p:txBody>
          <a:bodyPr anchor="ctr">
            <a:normAutofit/>
          </a:bodyPr>
          <a:lstStyle/>
          <a:p>
            <a:pPr algn="just">
              <a:buFont typeface="Wingdings" panose="05000000000000000000" pitchFamily="2" charset="2"/>
              <a:buChar char="Ø"/>
            </a:pPr>
            <a:r>
              <a:rPr lang="en-US" sz="1300" dirty="0">
                <a:solidFill>
                  <a:srgbClr val="FFFFFF"/>
                </a:solidFill>
                <a:latin typeface="Candara" panose="020E0502030303020204" pitchFamily="34" charset="0"/>
              </a:rPr>
              <a:t>The Bahraini constitution states that education is available free of charge for all citizens. </a:t>
            </a:r>
          </a:p>
          <a:p>
            <a:pPr algn="just">
              <a:buFont typeface="Wingdings" panose="05000000000000000000" pitchFamily="2" charset="2"/>
              <a:buChar char="Ø"/>
            </a:pPr>
            <a:r>
              <a:rPr lang="en-US" sz="1300" dirty="0">
                <a:solidFill>
                  <a:srgbClr val="FFFFFF"/>
                </a:solidFill>
                <a:latin typeface="Candara" panose="020E0502030303020204" pitchFamily="34" charset="0"/>
              </a:rPr>
              <a:t>The special education directorate in the ministry determines the cases that can join the governmental schools and supervises all disabled students including those studying abroad. </a:t>
            </a:r>
          </a:p>
          <a:p>
            <a:pPr algn="just">
              <a:buFont typeface="Wingdings" panose="05000000000000000000" pitchFamily="2" charset="2"/>
              <a:buChar char="Ø"/>
            </a:pPr>
            <a:r>
              <a:rPr lang="en-US" sz="1300" dirty="0">
                <a:solidFill>
                  <a:srgbClr val="FFFFFF"/>
                </a:solidFill>
                <a:latin typeface="Candara" panose="020E0502030303020204" pitchFamily="34" charset="0"/>
              </a:rPr>
              <a:t>Integration of persons with disability in the schools: complete Remedial classes for slow learners are available in some schools (physical, visual), partial (down’s, mild MR, learning disabilities). </a:t>
            </a:r>
          </a:p>
          <a:p>
            <a:pPr algn="just">
              <a:buFont typeface="Wingdings" panose="05000000000000000000" pitchFamily="2" charset="2"/>
              <a:buChar char="Ø"/>
            </a:pPr>
            <a:r>
              <a:rPr lang="en-US" sz="1300" dirty="0">
                <a:solidFill>
                  <a:srgbClr val="FFFFFF"/>
                </a:solidFill>
                <a:latin typeface="Candara" panose="020E0502030303020204" pitchFamily="34" charset="0"/>
              </a:rPr>
              <a:t>Modifying the school environment to suit the disabled. </a:t>
            </a:r>
          </a:p>
          <a:p>
            <a:pPr algn="just">
              <a:buFont typeface="Wingdings" panose="05000000000000000000" pitchFamily="2" charset="2"/>
              <a:buChar char="Ø"/>
            </a:pPr>
            <a:r>
              <a:rPr lang="en-US" sz="1300" dirty="0">
                <a:solidFill>
                  <a:srgbClr val="FFFFFF"/>
                </a:solidFill>
                <a:latin typeface="Candara" panose="020E0502030303020204" pitchFamily="34" charset="0"/>
              </a:rPr>
              <a:t>Training of the staff . </a:t>
            </a:r>
          </a:p>
          <a:p>
            <a:pPr>
              <a:buFont typeface="Wingdings" panose="05000000000000000000" pitchFamily="2" charset="2"/>
              <a:buChar char="Ø"/>
            </a:pPr>
            <a:endParaRPr lang="en-US" sz="1300" dirty="0">
              <a:solidFill>
                <a:srgbClr val="FFFFFF"/>
              </a:solidFill>
            </a:endParaRPr>
          </a:p>
        </p:txBody>
      </p:sp>
    </p:spTree>
    <p:extLst>
      <p:ext uri="{BB962C8B-B14F-4D97-AF65-F5344CB8AC3E}">
        <p14:creationId xmlns:p14="http://schemas.microsoft.com/office/powerpoint/2010/main" val="42338432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0AD6B-A53B-2B44-773B-638EB5BFABBE}"/>
              </a:ext>
            </a:extLst>
          </p:cNvPr>
          <p:cNvSpPr>
            <a:spLocks noGrp="1"/>
          </p:cNvSpPr>
          <p:nvPr>
            <p:ph type="title"/>
          </p:nvPr>
        </p:nvSpPr>
        <p:spPr>
          <a:xfrm>
            <a:off x="768096" y="585216"/>
            <a:ext cx="3549183" cy="1499616"/>
          </a:xfrm>
        </p:spPr>
        <p:txBody>
          <a:bodyPr>
            <a:normAutofit/>
          </a:bodyPr>
          <a:lstStyle/>
          <a:p>
            <a:r>
              <a:rPr lang="en-US" sz="3700" b="1" dirty="0">
                <a:solidFill>
                  <a:srgbClr val="FF0000"/>
                </a:solidFill>
                <a:latin typeface="Candara" panose="020E0502030303020204" pitchFamily="34" charset="0"/>
              </a:rPr>
              <a:t>Private Sector</a:t>
            </a:r>
            <a:br>
              <a:rPr lang="en-US" sz="3700" b="1" dirty="0">
                <a:solidFill>
                  <a:srgbClr val="FF0000"/>
                </a:solidFill>
                <a:latin typeface="Candara" panose="020E0502030303020204" pitchFamily="34" charset="0"/>
              </a:rPr>
            </a:br>
            <a:endParaRPr lang="en-US" sz="3700" b="1" dirty="0">
              <a:solidFill>
                <a:srgbClr val="FF0000"/>
              </a:solidFill>
              <a:latin typeface="Candara" panose="020E0502030303020204" pitchFamily="34" charset="0"/>
            </a:endParaRPr>
          </a:p>
        </p:txBody>
      </p:sp>
      <p:sp>
        <p:nvSpPr>
          <p:cNvPr id="3" name="Content Placeholder 2">
            <a:extLst>
              <a:ext uri="{FF2B5EF4-FFF2-40B4-BE49-F238E27FC236}">
                <a16:creationId xmlns:a16="http://schemas.microsoft.com/office/drawing/2014/main" id="{3AF0E42C-BD84-7B48-BEC6-99F637CB398F}"/>
              </a:ext>
            </a:extLst>
          </p:cNvPr>
          <p:cNvSpPr>
            <a:spLocks noGrp="1"/>
          </p:cNvSpPr>
          <p:nvPr>
            <p:ph idx="1"/>
          </p:nvPr>
        </p:nvSpPr>
        <p:spPr>
          <a:xfrm>
            <a:off x="236000" y="1861176"/>
            <a:ext cx="4024273" cy="4808183"/>
          </a:xfrm>
        </p:spPr>
        <p:txBody>
          <a:bodyPr>
            <a:normAutofit/>
          </a:bodyPr>
          <a:lstStyle/>
          <a:p>
            <a:endParaRPr lang="en-US" sz="1400" dirty="0">
              <a:latin typeface="Times New Roman" panose="02020603050405020304" pitchFamily="18" charset="0"/>
            </a:endParaRPr>
          </a:p>
          <a:p>
            <a:pPr>
              <a:buFont typeface="Wingdings" panose="05000000000000000000" pitchFamily="2" charset="2"/>
              <a:buChar char="q"/>
            </a:pPr>
            <a:r>
              <a:rPr lang="en-US" sz="1800" dirty="0">
                <a:latin typeface="Candara" panose="020E0502030303020204" pitchFamily="34" charset="0"/>
              </a:rPr>
              <a:t>    Works closely with Ministry of Social development. </a:t>
            </a:r>
          </a:p>
          <a:p>
            <a:pPr>
              <a:buFont typeface="Wingdings" panose="05000000000000000000" pitchFamily="2" charset="2"/>
              <a:buChar char="q"/>
            </a:pPr>
            <a:r>
              <a:rPr lang="en-US" sz="1800" b="1" dirty="0">
                <a:latin typeface="Candara" panose="020E0502030303020204" pitchFamily="34" charset="0"/>
              </a:rPr>
              <a:t>    These centers include: </a:t>
            </a:r>
          </a:p>
          <a:p>
            <a:pPr lvl="1" algn="just">
              <a:buFont typeface="Wingdings" panose="05000000000000000000" pitchFamily="2" charset="2"/>
              <a:buChar char="Ø"/>
            </a:pPr>
            <a:r>
              <a:rPr lang="en-US" sz="1800" dirty="0">
                <a:latin typeface="Candara" panose="020E0502030303020204" pitchFamily="34" charset="0"/>
              </a:rPr>
              <a:t>  Bahrain comprehensive center for caring and rehabilitating persons with special needs. </a:t>
            </a:r>
          </a:p>
          <a:p>
            <a:pPr lvl="1" algn="just">
              <a:buFont typeface="Wingdings" panose="05000000000000000000" pitchFamily="2" charset="2"/>
              <a:buChar char="Ø"/>
            </a:pPr>
            <a:r>
              <a:rPr lang="en-US" sz="1800" dirty="0">
                <a:latin typeface="Candara" panose="020E0502030303020204" pitchFamily="34" charset="0"/>
              </a:rPr>
              <a:t>   The Bahraini institution for special education.</a:t>
            </a:r>
          </a:p>
          <a:p>
            <a:pPr lvl="1">
              <a:buFont typeface="Wingdings" panose="05000000000000000000" pitchFamily="2" charset="2"/>
              <a:buChar char="Ø"/>
            </a:pPr>
            <a:r>
              <a:rPr lang="en-US" sz="1800" dirty="0">
                <a:latin typeface="Candara" panose="020E0502030303020204" pitchFamily="34" charset="0"/>
              </a:rPr>
              <a:t>   Autism center. </a:t>
            </a:r>
          </a:p>
          <a:p>
            <a:pPr marL="342900" lvl="1" indent="0">
              <a:buNone/>
            </a:pPr>
            <a:endParaRPr lang="en-US" sz="1800" dirty="0">
              <a:latin typeface="Candara" panose="020E0502030303020204" pitchFamily="34" charset="0"/>
            </a:endParaRPr>
          </a:p>
          <a:p>
            <a:pPr marL="342900" lvl="1" indent="0">
              <a:buNone/>
            </a:pPr>
            <a:r>
              <a:rPr lang="en-US" sz="1800" b="1" dirty="0">
                <a:latin typeface="Candara" panose="020E0502030303020204" pitchFamily="34" charset="0"/>
              </a:rPr>
              <a:t>Partnership with the ministry of social development: </a:t>
            </a:r>
          </a:p>
          <a:p>
            <a:pPr lvl="1">
              <a:buFont typeface="Wingdings" panose="05000000000000000000" pitchFamily="2" charset="2"/>
              <a:buChar char="Ø"/>
            </a:pPr>
            <a:r>
              <a:rPr lang="en-US" sz="1800" dirty="0">
                <a:latin typeface="Candara" panose="020E0502030303020204" pitchFamily="34" charset="0"/>
              </a:rPr>
              <a:t>  Al-</a:t>
            </a:r>
            <a:r>
              <a:rPr lang="en-US" sz="1800" dirty="0" err="1">
                <a:latin typeface="Candara" panose="020E0502030303020204" pitchFamily="34" charset="0"/>
              </a:rPr>
              <a:t>Matrook</a:t>
            </a:r>
            <a:r>
              <a:rPr lang="en-US" sz="1800" dirty="0">
                <a:latin typeface="Candara" panose="020E0502030303020204" pitchFamily="34" charset="0"/>
              </a:rPr>
              <a:t> center </a:t>
            </a:r>
          </a:p>
          <a:p>
            <a:pPr lvl="1">
              <a:buFont typeface="Wingdings" panose="05000000000000000000" pitchFamily="2" charset="2"/>
              <a:buChar char="Ø"/>
            </a:pPr>
            <a:r>
              <a:rPr lang="en-US" sz="1800" dirty="0">
                <a:latin typeface="Candara" panose="020E0502030303020204" pitchFamily="34" charset="0"/>
              </a:rPr>
              <a:t>  The mobile unit project </a:t>
            </a:r>
          </a:p>
          <a:p>
            <a:endParaRPr lang="en-US" sz="1400" dirty="0"/>
          </a:p>
        </p:txBody>
      </p:sp>
      <p:sp>
        <p:nvSpPr>
          <p:cNvPr id="6157" name="Rectangle 6156">
            <a:extLst>
              <a:ext uri="{FF2B5EF4-FFF2-40B4-BE49-F238E27FC236}">
                <a16:creationId xmlns:a16="http://schemas.microsoft.com/office/drawing/2014/main" id="{51CAEDA1-2D9E-4101-B553-8060F59F8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2456" y="0"/>
            <a:ext cx="4579088"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9" name="Rectangle 6158">
            <a:extLst>
              <a:ext uri="{FF2B5EF4-FFF2-40B4-BE49-F238E27FC236}">
                <a16:creationId xmlns:a16="http://schemas.microsoft.com/office/drawing/2014/main" id="{D8AF0666-DC61-45FB-A7C3-3666814B1A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3756" y="321731"/>
            <a:ext cx="2949380" cy="366223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Dana Special Education SPG - Bahrain Schools Guide">
            <a:extLst>
              <a:ext uri="{FF2B5EF4-FFF2-40B4-BE49-F238E27FC236}">
                <a16:creationId xmlns:a16="http://schemas.microsoft.com/office/drawing/2014/main" id="{F40887A3-48C6-B003-6189-4CCA08A0F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7805" b="-1"/>
          <a:stretch/>
        </p:blipFill>
        <p:spPr bwMode="auto">
          <a:xfrm>
            <a:off x="4927420" y="509148"/>
            <a:ext cx="2702052" cy="3287400"/>
          </a:xfrm>
          <a:prstGeom prst="rect">
            <a:avLst/>
          </a:prstGeom>
          <a:noFill/>
          <a:extLst>
            <a:ext uri="{909E8E84-426E-40DD-AFC4-6F175D3DCCD1}">
              <a14:hiddenFill xmlns:a14="http://schemas.microsoft.com/office/drawing/2010/main">
                <a:solidFill>
                  <a:srgbClr val="FFFFFF"/>
                </a:solidFill>
              </a14:hiddenFill>
            </a:ext>
          </a:extLst>
        </p:spPr>
      </p:pic>
      <p:sp>
        <p:nvSpPr>
          <p:cNvPr id="6161" name="Rectangle 6160">
            <a:extLst>
              <a:ext uri="{FF2B5EF4-FFF2-40B4-BE49-F238E27FC236}">
                <a16:creationId xmlns:a16="http://schemas.microsoft.com/office/drawing/2014/main" id="{EF8AA041-5690-47D3-93E9-B8DE194D7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1846" y="321732"/>
            <a:ext cx="1014521" cy="3668542"/>
          </a:xfrm>
          <a:prstGeom prst="rect">
            <a:avLst/>
          </a:prstGeom>
          <a:solidFill>
            <a:srgbClr val="FF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3" name="Rectangle 6162">
            <a:extLst>
              <a:ext uri="{FF2B5EF4-FFF2-40B4-BE49-F238E27FC236}">
                <a16:creationId xmlns:a16="http://schemas.microsoft.com/office/drawing/2014/main" id="{592E6D62-9EA0-4821-A9F1-919E480D5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3756" y="4157447"/>
            <a:ext cx="1578562" cy="2312282"/>
          </a:xfrm>
          <a:prstGeom prst="rect">
            <a:avLst/>
          </a:prstGeom>
          <a:solidFill>
            <a:schemeClr val="accent2">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5" name="Rectangle 6164">
            <a:extLst>
              <a:ext uri="{FF2B5EF4-FFF2-40B4-BE49-F238E27FC236}">
                <a16:creationId xmlns:a16="http://schemas.microsoft.com/office/drawing/2014/main" id="{939F7F10-4ADB-4678-918B-BC1498630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2968" y="4157447"/>
            <a:ext cx="2405032" cy="231228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52" name="Picture 8" descr="Photo">
            <a:extLst>
              <a:ext uri="{FF2B5EF4-FFF2-40B4-BE49-F238E27FC236}">
                <a16:creationId xmlns:a16="http://schemas.microsoft.com/office/drawing/2014/main" id="{362B05AE-61C8-B329-2B55-4CEFB5B56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2" r="3" b="3"/>
          <a:stretch/>
        </p:blipFill>
        <p:spPr bwMode="auto">
          <a:xfrm>
            <a:off x="6625349" y="4498990"/>
            <a:ext cx="2160270" cy="1629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50495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77B316-4C06-90B4-76DE-81F4AAAB757C}"/>
              </a:ext>
            </a:extLst>
          </p:cNvPr>
          <p:cNvPicPr>
            <a:picLocks noChangeAspect="1"/>
          </p:cNvPicPr>
          <p:nvPr/>
        </p:nvPicPr>
        <p:blipFill rotWithShape="1">
          <a:blip r:embed="rId2">
            <a:duotone>
              <a:schemeClr val="bg2">
                <a:shade val="45000"/>
                <a:satMod val="135000"/>
              </a:schemeClr>
              <a:prstClr val="white"/>
            </a:duotone>
          </a:blip>
          <a:srcRect t="13476" b="9732"/>
          <a:stretch/>
        </p:blipFill>
        <p:spPr>
          <a:xfrm>
            <a:off x="15" y="857257"/>
            <a:ext cx="9143985" cy="5143493"/>
          </a:xfrm>
          <a:prstGeom prst="rect">
            <a:avLst/>
          </a:prstGeom>
        </p:spPr>
      </p:pic>
      <p:sp>
        <p:nvSpPr>
          <p:cNvPr id="2" name="Title 1">
            <a:extLst>
              <a:ext uri="{FF2B5EF4-FFF2-40B4-BE49-F238E27FC236}">
                <a16:creationId xmlns:a16="http://schemas.microsoft.com/office/drawing/2014/main" id="{556EB7A6-05A7-99DF-36B6-A5251F69D3FA}"/>
              </a:ext>
            </a:extLst>
          </p:cNvPr>
          <p:cNvSpPr>
            <a:spLocks noGrp="1"/>
          </p:cNvSpPr>
          <p:nvPr>
            <p:ph type="title"/>
          </p:nvPr>
        </p:nvSpPr>
        <p:spPr>
          <a:xfrm>
            <a:off x="628650" y="1131094"/>
            <a:ext cx="7886700" cy="994172"/>
          </a:xfrm>
        </p:spPr>
        <p:txBody>
          <a:bodyPr>
            <a:normAutofit fontScale="90000"/>
          </a:bodyPr>
          <a:lstStyle/>
          <a:p>
            <a:r>
              <a:rPr lang="en-US" b="1">
                <a:latin typeface="Candara" panose="020E0502030303020204" pitchFamily="34" charset="0"/>
              </a:rPr>
              <a:t>NGO’ s related to Disability:</a:t>
            </a:r>
            <a:br>
              <a:rPr lang="en-US" b="1">
                <a:latin typeface="Candara" panose="020E0502030303020204" pitchFamily="34" charset="0"/>
              </a:rPr>
            </a:br>
            <a:endParaRPr lang="en-US" b="1">
              <a:latin typeface="Candara" panose="020E0502030303020204" pitchFamily="34" charset="0"/>
            </a:endParaRPr>
          </a:p>
        </p:txBody>
      </p:sp>
      <p:graphicFrame>
        <p:nvGraphicFramePr>
          <p:cNvPr id="5" name="Content Placeholder 2">
            <a:extLst>
              <a:ext uri="{FF2B5EF4-FFF2-40B4-BE49-F238E27FC236}">
                <a16:creationId xmlns:a16="http://schemas.microsoft.com/office/drawing/2014/main" id="{C148B86F-06D8-4D8E-9712-3E6D689F4299}"/>
              </a:ext>
            </a:extLst>
          </p:cNvPr>
          <p:cNvGraphicFramePr>
            <a:graphicFrameLocks noGrp="1"/>
          </p:cNvGraphicFramePr>
          <p:nvPr>
            <p:ph idx="1"/>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74763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A99044-0F7D-2E58-5F05-13729D8A1E15}"/>
              </a:ext>
            </a:extLst>
          </p:cNvPr>
          <p:cNvSpPr>
            <a:spLocks noGrp="1"/>
          </p:cNvSpPr>
          <p:nvPr>
            <p:ph type="title"/>
          </p:nvPr>
        </p:nvSpPr>
        <p:spPr>
          <a:xfrm>
            <a:off x="723591" y="804333"/>
            <a:ext cx="2476809" cy="5249334"/>
          </a:xfrm>
        </p:spPr>
        <p:txBody>
          <a:bodyPr>
            <a:normAutofit/>
          </a:bodyPr>
          <a:lstStyle/>
          <a:p>
            <a:pPr algn="r"/>
            <a:r>
              <a:rPr lang="en-US" sz="3400" b="1">
                <a:solidFill>
                  <a:srgbClr val="FFFFFF"/>
                </a:solidFill>
                <a:latin typeface="Candara" panose="020E0502030303020204" pitchFamily="34" charset="0"/>
              </a:rPr>
              <a:t>NGO’ s related to Disability</a:t>
            </a:r>
            <a:br>
              <a:rPr lang="en-US" sz="3400" b="1">
                <a:solidFill>
                  <a:srgbClr val="FFFFFF"/>
                </a:solidFill>
                <a:latin typeface="Candara" panose="020E0502030303020204" pitchFamily="34" charset="0"/>
              </a:rPr>
            </a:br>
            <a:endParaRPr lang="en-US" sz="3400" b="1">
              <a:solidFill>
                <a:srgbClr val="FFFFFF"/>
              </a:solidFill>
              <a:latin typeface="Candara" panose="020E0502030303020204" pitchFamily="34" charset="0"/>
            </a:endParaRPr>
          </a:p>
        </p:txBody>
      </p:sp>
      <p:sp>
        <p:nvSpPr>
          <p:cNvPr id="3" name="Content Placeholder 2">
            <a:extLst>
              <a:ext uri="{FF2B5EF4-FFF2-40B4-BE49-F238E27FC236}">
                <a16:creationId xmlns:a16="http://schemas.microsoft.com/office/drawing/2014/main" id="{0FDBF702-91FB-0223-435A-D594B9CB8C97}"/>
              </a:ext>
            </a:extLst>
          </p:cNvPr>
          <p:cNvSpPr>
            <a:spLocks noGrp="1"/>
          </p:cNvSpPr>
          <p:nvPr>
            <p:ph idx="1"/>
          </p:nvPr>
        </p:nvSpPr>
        <p:spPr>
          <a:xfrm>
            <a:off x="3563888" y="0"/>
            <a:ext cx="5580111" cy="6857999"/>
          </a:xfrm>
        </p:spPr>
        <p:txBody>
          <a:bodyPr anchor="ctr">
            <a:normAutofit/>
          </a:bodyPr>
          <a:lstStyle/>
          <a:p>
            <a:pPr>
              <a:buFont typeface="Wingdings" panose="05000000000000000000" pitchFamily="2" charset="2"/>
              <a:buChar char="Ø"/>
            </a:pPr>
            <a:r>
              <a:rPr lang="en-US" sz="1800" b="1" dirty="0">
                <a:latin typeface="Candara" panose="020E0502030303020204" pitchFamily="34" charset="0"/>
              </a:rPr>
              <a:t>Center for Bahrain Mobility International</a:t>
            </a:r>
          </a:p>
          <a:p>
            <a:pPr>
              <a:buFont typeface="Wingdings" panose="05000000000000000000" pitchFamily="2" charset="2"/>
              <a:buChar char="Ø"/>
            </a:pPr>
            <a:r>
              <a:rPr lang="en-US" sz="1800" b="1" dirty="0">
                <a:latin typeface="Candara" panose="020E0502030303020204" pitchFamily="34" charset="0"/>
              </a:rPr>
              <a:t>Friendship Association for the Blind</a:t>
            </a:r>
          </a:p>
          <a:p>
            <a:pPr>
              <a:buFont typeface="Wingdings" panose="05000000000000000000" pitchFamily="2" charset="2"/>
              <a:buChar char="Ø"/>
            </a:pPr>
            <a:r>
              <a:rPr lang="en-US" sz="1800" b="1" dirty="0">
                <a:latin typeface="Candara" panose="020E0502030303020204" pitchFamily="34" charset="0"/>
              </a:rPr>
              <a:t>The Bahraini union for disabled sports</a:t>
            </a:r>
          </a:p>
          <a:p>
            <a:pPr>
              <a:buFont typeface="Wingdings" panose="05000000000000000000" pitchFamily="2" charset="2"/>
              <a:buChar char="Ø"/>
            </a:pPr>
            <a:r>
              <a:rPr lang="en-US" sz="1800" b="1" dirty="0">
                <a:latin typeface="Candara" panose="020E0502030303020204" pitchFamily="34" charset="0"/>
              </a:rPr>
              <a:t>National Foundation for Disabled Services</a:t>
            </a:r>
          </a:p>
          <a:p>
            <a:pPr>
              <a:buFont typeface="Wingdings" panose="05000000000000000000" pitchFamily="2" charset="2"/>
              <a:buChar char="Ø"/>
            </a:pPr>
            <a:r>
              <a:rPr lang="en-US" sz="1800" b="1" dirty="0">
                <a:latin typeface="Candara" panose="020E0502030303020204" pitchFamily="34" charset="0"/>
              </a:rPr>
              <a:t>Bahrain association for mental retardation</a:t>
            </a:r>
          </a:p>
          <a:p>
            <a:pPr>
              <a:buFont typeface="Wingdings" panose="05000000000000000000" pitchFamily="2" charset="2"/>
              <a:buChar char="Ø"/>
            </a:pPr>
            <a:r>
              <a:rPr lang="en-US" sz="1800" b="1" dirty="0">
                <a:latin typeface="Candara" panose="020E0502030303020204" pitchFamily="34" charset="0"/>
              </a:rPr>
              <a:t>Saudi Bahraini institute for the blind</a:t>
            </a:r>
          </a:p>
          <a:p>
            <a:pPr>
              <a:buFont typeface="Wingdings" panose="05000000000000000000" pitchFamily="2" charset="2"/>
              <a:buChar char="Ø"/>
            </a:pPr>
            <a:r>
              <a:rPr lang="en-US" sz="1800" b="1" dirty="0">
                <a:latin typeface="Candara" panose="020E0502030303020204" pitchFamily="34" charset="0"/>
              </a:rPr>
              <a:t>Bahrain association for Down’s syndrome</a:t>
            </a:r>
          </a:p>
          <a:p>
            <a:pPr>
              <a:buFont typeface="Wingdings" panose="05000000000000000000" pitchFamily="2" charset="2"/>
              <a:buChar char="Ø"/>
            </a:pPr>
            <a:r>
              <a:rPr lang="en-US" sz="1800" b="1" dirty="0">
                <a:latin typeface="Candara" panose="020E0502030303020204" pitchFamily="34" charset="0"/>
              </a:rPr>
              <a:t>Bahrain Society for the parents and friends of the disabled.</a:t>
            </a:r>
          </a:p>
          <a:p>
            <a:pPr>
              <a:buFont typeface="Wingdings" panose="05000000000000000000" pitchFamily="2" charset="2"/>
              <a:buChar char="Ø"/>
            </a:pPr>
            <a:r>
              <a:rPr lang="en-US" sz="1800" b="1" dirty="0">
                <a:latin typeface="Candara" panose="020E0502030303020204" pitchFamily="34" charset="0"/>
              </a:rPr>
              <a:t>Bahrain Society for Children with difficulty in communication and behavior</a:t>
            </a:r>
          </a:p>
          <a:p>
            <a:pPr>
              <a:buFont typeface="Wingdings" panose="05000000000000000000" pitchFamily="2" charset="2"/>
              <a:buChar char="Ø"/>
            </a:pPr>
            <a:r>
              <a:rPr lang="en-US" sz="1800" b="1" dirty="0">
                <a:latin typeface="Candara" panose="020E0502030303020204" pitchFamily="34" charset="0"/>
              </a:rPr>
              <a:t>Society of Friends of cerebral palsy</a:t>
            </a:r>
          </a:p>
          <a:p>
            <a:pPr>
              <a:buFont typeface="Wingdings" panose="05000000000000000000" pitchFamily="2" charset="2"/>
              <a:buChar char="Ø"/>
            </a:pPr>
            <a:r>
              <a:rPr lang="en-US" sz="1800" b="1" dirty="0">
                <a:latin typeface="Candara" panose="020E0502030303020204" pitchFamily="34" charset="0"/>
              </a:rPr>
              <a:t>Cochlear Implant Association</a:t>
            </a:r>
          </a:p>
          <a:p>
            <a:pPr>
              <a:buFont typeface="Wingdings" panose="05000000000000000000" pitchFamily="2" charset="2"/>
              <a:buChar char="Ø"/>
            </a:pPr>
            <a:r>
              <a:rPr lang="en-US" sz="1800" b="1" dirty="0">
                <a:latin typeface="Candara" panose="020E0502030303020204" pitchFamily="34" charset="0"/>
              </a:rPr>
              <a:t>Bahrain association of hearing, speech and vision impairment</a:t>
            </a:r>
          </a:p>
          <a:p>
            <a:pPr>
              <a:buFont typeface="Wingdings" panose="05000000000000000000" pitchFamily="2" charset="2"/>
              <a:buChar char="Ø"/>
            </a:pPr>
            <a:r>
              <a:rPr lang="en-US" sz="1800" b="1" dirty="0">
                <a:latin typeface="Candara" panose="020E0502030303020204" pitchFamily="34" charset="0"/>
              </a:rPr>
              <a:t>Deaf club</a:t>
            </a:r>
          </a:p>
          <a:p>
            <a:pPr>
              <a:buFont typeface="Wingdings" panose="05000000000000000000" pitchFamily="2" charset="2"/>
              <a:buChar char="Ø"/>
            </a:pPr>
            <a:r>
              <a:rPr lang="en-US" sz="1800" b="1" dirty="0">
                <a:latin typeface="Candara" panose="020E0502030303020204" pitchFamily="34" charset="0"/>
              </a:rPr>
              <a:t>Bahrain deaf association</a:t>
            </a:r>
            <a:endParaRPr lang="en-US" sz="1300" b="1" dirty="0">
              <a:latin typeface="Candara" panose="020E0502030303020204" pitchFamily="34" charset="0"/>
            </a:endParaRPr>
          </a:p>
        </p:txBody>
      </p:sp>
    </p:spTree>
    <p:extLst>
      <p:ext uri="{BB962C8B-B14F-4D97-AF65-F5344CB8AC3E}">
        <p14:creationId xmlns:p14="http://schemas.microsoft.com/office/powerpoint/2010/main" val="29978168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80BE9B-2849-495A-AB0E-E80D71B32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3052452"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640B4-4F75-F510-8B72-20BD16B1BCEC}"/>
              </a:ext>
            </a:extLst>
          </p:cNvPr>
          <p:cNvSpPr>
            <a:spLocks noGrp="1"/>
          </p:cNvSpPr>
          <p:nvPr>
            <p:ph type="title"/>
          </p:nvPr>
        </p:nvSpPr>
        <p:spPr>
          <a:xfrm>
            <a:off x="232529" y="640080"/>
            <a:ext cx="2572391" cy="5613236"/>
          </a:xfrm>
        </p:spPr>
        <p:txBody>
          <a:bodyPr anchor="ctr">
            <a:normAutofit/>
          </a:bodyPr>
          <a:lstStyle/>
          <a:p>
            <a:r>
              <a:rPr lang="en-US" sz="3400" b="1">
                <a:solidFill>
                  <a:srgbClr val="FFFFFF"/>
                </a:solidFill>
                <a:latin typeface="Candara" panose="020E0502030303020204" pitchFamily="34" charset="0"/>
              </a:rPr>
              <a:t>NGO’ s related to Disability:</a:t>
            </a:r>
            <a:br>
              <a:rPr lang="en-US" sz="3400" b="1">
                <a:solidFill>
                  <a:srgbClr val="FFFFFF"/>
                </a:solidFill>
                <a:latin typeface="Candara" panose="020E0502030303020204" pitchFamily="34" charset="0"/>
              </a:rPr>
            </a:br>
            <a:endParaRPr lang="en-US" sz="3400">
              <a:solidFill>
                <a:srgbClr val="FFFFFF"/>
              </a:solidFill>
            </a:endParaRPr>
          </a:p>
        </p:txBody>
      </p:sp>
      <p:sp>
        <p:nvSpPr>
          <p:cNvPr id="3" name="Content Placeholder 2">
            <a:extLst>
              <a:ext uri="{FF2B5EF4-FFF2-40B4-BE49-F238E27FC236}">
                <a16:creationId xmlns:a16="http://schemas.microsoft.com/office/drawing/2014/main" id="{A6445D21-39EA-30D5-A300-5C93F6BD2860}"/>
              </a:ext>
            </a:extLst>
          </p:cNvPr>
          <p:cNvSpPr>
            <a:spLocks noGrp="1"/>
          </p:cNvSpPr>
          <p:nvPr>
            <p:ph idx="1"/>
          </p:nvPr>
        </p:nvSpPr>
        <p:spPr>
          <a:xfrm>
            <a:off x="3131840" y="188640"/>
            <a:ext cx="5832648" cy="6336704"/>
          </a:xfrm>
        </p:spPr>
        <p:txBody>
          <a:bodyPr>
            <a:normAutofit/>
          </a:bodyPr>
          <a:lstStyle/>
          <a:p>
            <a:pPr>
              <a:buFont typeface="Wingdings" panose="05000000000000000000" pitchFamily="2" charset="2"/>
              <a:buChar char="ü"/>
            </a:pPr>
            <a:r>
              <a:rPr lang="en-US" sz="1800" b="1" dirty="0">
                <a:latin typeface="Candara" panose="020E0502030303020204" pitchFamily="34" charset="0"/>
              </a:rPr>
              <a:t>Bahrain Mobility International (BMI) kindergarten</a:t>
            </a:r>
          </a:p>
          <a:p>
            <a:pPr>
              <a:buFont typeface="Wingdings" panose="05000000000000000000" pitchFamily="2" charset="2"/>
              <a:buChar char="ü"/>
            </a:pPr>
            <a:r>
              <a:rPr lang="en-US" sz="1800" b="1" dirty="0">
                <a:latin typeface="Candara" panose="020E0502030303020204" pitchFamily="34" charset="0"/>
              </a:rPr>
              <a:t>BMI Nursery</a:t>
            </a:r>
          </a:p>
          <a:p>
            <a:pPr>
              <a:buFont typeface="Wingdings" panose="05000000000000000000" pitchFamily="2" charset="2"/>
              <a:buChar char="ü"/>
            </a:pPr>
            <a:r>
              <a:rPr lang="en-US" sz="1800" b="1" dirty="0">
                <a:latin typeface="Candara" panose="020E0502030303020204" pitchFamily="34" charset="0"/>
              </a:rPr>
              <a:t>Al-Wafa Center(MR)</a:t>
            </a:r>
          </a:p>
          <a:p>
            <a:pPr>
              <a:buFont typeface="Wingdings" panose="05000000000000000000" pitchFamily="2" charset="2"/>
              <a:buChar char="ü"/>
            </a:pPr>
            <a:r>
              <a:rPr lang="en-US" sz="1800" b="1" dirty="0">
                <a:latin typeface="Candara" panose="020E0502030303020204" pitchFamily="34" charset="0"/>
              </a:rPr>
              <a:t>Al-Wafa Center (Autism)</a:t>
            </a:r>
          </a:p>
          <a:p>
            <a:pPr>
              <a:buFont typeface="Wingdings" panose="05000000000000000000" pitchFamily="2" charset="2"/>
              <a:buChar char="ü"/>
            </a:pPr>
            <a:r>
              <a:rPr lang="en-US" sz="1800" b="1" dirty="0">
                <a:latin typeface="Candara" panose="020E0502030303020204" pitchFamily="34" charset="0"/>
              </a:rPr>
              <a:t>Saudi Bahraini Institute for the Blind</a:t>
            </a:r>
          </a:p>
          <a:p>
            <a:pPr>
              <a:buFont typeface="Wingdings" panose="05000000000000000000" pitchFamily="2" charset="2"/>
              <a:buChar char="ü"/>
            </a:pPr>
            <a:r>
              <a:rPr lang="en-US" sz="1800" b="1" dirty="0">
                <a:latin typeface="Candara" panose="020E0502030303020204" pitchFamily="34" charset="0"/>
              </a:rPr>
              <a:t>Al-Rahma Center</a:t>
            </a:r>
          </a:p>
          <a:p>
            <a:pPr>
              <a:buFont typeface="Wingdings" panose="05000000000000000000" pitchFamily="2" charset="2"/>
              <a:buChar char="ü"/>
            </a:pPr>
            <a:r>
              <a:rPr lang="en-US" sz="1800" b="1" dirty="0">
                <a:latin typeface="Candara" panose="020E0502030303020204" pitchFamily="34" charset="0"/>
              </a:rPr>
              <a:t>Al-</a:t>
            </a:r>
            <a:r>
              <a:rPr lang="en-US" sz="1800" b="1" dirty="0" err="1">
                <a:latin typeface="Candara" panose="020E0502030303020204" pitchFamily="34" charset="0"/>
              </a:rPr>
              <a:t>Hidd</a:t>
            </a:r>
            <a:r>
              <a:rPr lang="en-US" sz="1800" b="1" dirty="0">
                <a:latin typeface="Candara" panose="020E0502030303020204" pitchFamily="34" charset="0"/>
              </a:rPr>
              <a:t> Center for Rehabilitating the Special Needs Persons</a:t>
            </a:r>
          </a:p>
          <a:p>
            <a:pPr>
              <a:buFont typeface="Wingdings" panose="05000000000000000000" pitchFamily="2" charset="2"/>
              <a:buChar char="ü"/>
            </a:pPr>
            <a:r>
              <a:rPr lang="en-US" sz="1800" b="1" dirty="0">
                <a:latin typeface="Candara" panose="020E0502030303020204" pitchFamily="34" charset="0"/>
              </a:rPr>
              <a:t>Friendship for the Blind Kindergarten</a:t>
            </a:r>
          </a:p>
          <a:p>
            <a:pPr>
              <a:buFont typeface="Wingdings" panose="05000000000000000000" pitchFamily="2" charset="2"/>
              <a:buChar char="ü"/>
            </a:pPr>
            <a:r>
              <a:rPr lang="en-US" sz="1800" b="1" dirty="0">
                <a:latin typeface="Candara" panose="020E0502030303020204" pitchFamily="34" charset="0"/>
              </a:rPr>
              <a:t>Al-Rashad Center</a:t>
            </a:r>
          </a:p>
          <a:p>
            <a:pPr>
              <a:buFont typeface="Wingdings" panose="05000000000000000000" pitchFamily="2" charset="2"/>
              <a:buChar char="ü"/>
            </a:pPr>
            <a:r>
              <a:rPr lang="en-US" sz="1800" b="1" dirty="0">
                <a:latin typeface="Candara" panose="020E0502030303020204" pitchFamily="34" charset="0"/>
              </a:rPr>
              <a:t>Hope Institute for Early Care</a:t>
            </a:r>
          </a:p>
          <a:p>
            <a:pPr>
              <a:buFont typeface="Wingdings" panose="05000000000000000000" pitchFamily="2" charset="2"/>
              <a:buChar char="ü"/>
            </a:pPr>
            <a:r>
              <a:rPr lang="en-US" sz="1800" b="1" dirty="0">
                <a:latin typeface="Candara" panose="020E0502030303020204" pitchFamily="34" charset="0"/>
              </a:rPr>
              <a:t>Prince Sultan Bin Abdul-Aziz Center for Development of Hearing and Speech</a:t>
            </a:r>
          </a:p>
          <a:p>
            <a:pPr>
              <a:buFont typeface="Wingdings" panose="05000000000000000000" pitchFamily="2" charset="2"/>
              <a:buChar char="ü"/>
            </a:pPr>
            <a:r>
              <a:rPr lang="en-US" sz="1800" b="1" dirty="0">
                <a:latin typeface="Candara" panose="020E0502030303020204" pitchFamily="34" charset="0"/>
              </a:rPr>
              <a:t>Down’s Syndrome Center</a:t>
            </a:r>
          </a:p>
          <a:p>
            <a:pPr>
              <a:buFont typeface="Wingdings" panose="05000000000000000000" pitchFamily="2" charset="2"/>
              <a:buChar char="ü"/>
            </a:pPr>
            <a:r>
              <a:rPr lang="en-US" sz="1800" b="1" dirty="0">
                <a:latin typeface="Candara" panose="020E0502030303020204" pitchFamily="34" charset="0"/>
              </a:rPr>
              <a:t>Alia Center for Early Intervention</a:t>
            </a:r>
            <a:endParaRPr lang="en-US" sz="800" b="1" dirty="0">
              <a:latin typeface="Candara" panose="020E0502030303020204" pitchFamily="34" charset="0"/>
            </a:endParaRPr>
          </a:p>
        </p:txBody>
      </p:sp>
      <p:pic>
        <p:nvPicPr>
          <p:cNvPr id="5" name="Picture 4">
            <a:extLst>
              <a:ext uri="{FF2B5EF4-FFF2-40B4-BE49-F238E27FC236}">
                <a16:creationId xmlns:a16="http://schemas.microsoft.com/office/drawing/2014/main" id="{59CBF687-0BFA-E381-C934-D45A5352F34D}"/>
              </a:ext>
            </a:extLst>
          </p:cNvPr>
          <p:cNvPicPr>
            <a:picLocks noChangeAspect="1"/>
          </p:cNvPicPr>
          <p:nvPr/>
        </p:nvPicPr>
        <p:blipFill>
          <a:blip r:embed="rId2"/>
          <a:stretch>
            <a:fillRect/>
          </a:stretch>
        </p:blipFill>
        <p:spPr>
          <a:xfrm>
            <a:off x="0" y="5207421"/>
            <a:ext cx="3635165" cy="1685977"/>
          </a:xfrm>
          <a:prstGeom prst="rect">
            <a:avLst/>
          </a:prstGeom>
        </p:spPr>
      </p:pic>
    </p:spTree>
    <p:extLst>
      <p:ext uri="{BB962C8B-B14F-4D97-AF65-F5344CB8AC3E}">
        <p14:creationId xmlns:p14="http://schemas.microsoft.com/office/powerpoint/2010/main" val="22724754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683-7A23-8640-87FB-10DBEB619E45}"/>
              </a:ext>
            </a:extLst>
          </p:cNvPr>
          <p:cNvSpPr>
            <a:spLocks noGrp="1"/>
          </p:cNvSpPr>
          <p:nvPr>
            <p:ph type="title"/>
          </p:nvPr>
        </p:nvSpPr>
        <p:spPr>
          <a:xfrm>
            <a:off x="768096" y="585216"/>
            <a:ext cx="4550113" cy="1499616"/>
          </a:xfrm>
        </p:spPr>
        <p:txBody>
          <a:bodyPr>
            <a:normAutofit/>
          </a:bodyPr>
          <a:lstStyle/>
          <a:p>
            <a:r>
              <a:rPr lang="en-US" sz="2800" b="1" dirty="0">
                <a:solidFill>
                  <a:srgbClr val="FF0000"/>
                </a:solidFill>
                <a:latin typeface="Candara" panose="020E0502030303020204" pitchFamily="34" charset="0"/>
              </a:rPr>
              <a:t>The supreme council for youth and sports</a:t>
            </a:r>
            <a:br>
              <a:rPr lang="en-US" sz="2800" b="1" dirty="0">
                <a:solidFill>
                  <a:srgbClr val="FF0000"/>
                </a:solidFill>
                <a:latin typeface="Times New Roman" panose="02020603050405020304" pitchFamily="18" charset="0"/>
              </a:rPr>
            </a:br>
            <a:endParaRPr lang="en-US" sz="2800" b="1" dirty="0">
              <a:solidFill>
                <a:srgbClr val="FF0000"/>
              </a:solidFill>
            </a:endParaRPr>
          </a:p>
        </p:txBody>
      </p:sp>
      <p:graphicFrame>
        <p:nvGraphicFramePr>
          <p:cNvPr id="6" name="Content Placeholder 2">
            <a:extLst>
              <a:ext uri="{FF2B5EF4-FFF2-40B4-BE49-F238E27FC236}">
                <a16:creationId xmlns:a16="http://schemas.microsoft.com/office/drawing/2014/main" id="{DC9A770F-4710-01D0-F47E-BE9D20F6307F}"/>
              </a:ext>
            </a:extLst>
          </p:cNvPr>
          <p:cNvGraphicFramePr>
            <a:graphicFrameLocks noGrp="1"/>
          </p:cNvGraphicFramePr>
          <p:nvPr>
            <p:ph idx="1"/>
            <p:extLst>
              <p:ext uri="{D42A27DB-BD31-4B8C-83A1-F6EECF244321}">
                <p14:modId xmlns:p14="http://schemas.microsoft.com/office/powerpoint/2010/main" val="783795339"/>
              </p:ext>
            </p:extLst>
          </p:nvPr>
        </p:nvGraphicFramePr>
        <p:xfrm>
          <a:off x="467544" y="1700808"/>
          <a:ext cx="5904656" cy="4896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person and a child in a wheelchair&#10;&#10;Description automatically generated">
            <a:extLst>
              <a:ext uri="{FF2B5EF4-FFF2-40B4-BE49-F238E27FC236}">
                <a16:creationId xmlns:a16="http://schemas.microsoft.com/office/drawing/2014/main" id="{0BA9038D-DB17-CC75-1AEC-F65F5B6CC93A}"/>
              </a:ext>
            </a:extLst>
          </p:cNvPr>
          <p:cNvPicPr>
            <a:picLocks noChangeAspect="1"/>
          </p:cNvPicPr>
          <p:nvPr/>
        </p:nvPicPr>
        <p:blipFill rotWithShape="1">
          <a:blip r:embed="rId7"/>
          <a:srcRect l="21087" r="39590" b="2"/>
          <a:stretch/>
        </p:blipFill>
        <p:spPr>
          <a:xfrm>
            <a:off x="6516215" y="10"/>
            <a:ext cx="2627783" cy="6857990"/>
          </a:xfrm>
          <a:prstGeom prst="rect">
            <a:avLst/>
          </a:prstGeom>
        </p:spPr>
      </p:pic>
    </p:spTree>
    <p:extLst>
      <p:ext uri="{BB962C8B-B14F-4D97-AF65-F5344CB8AC3E}">
        <p14:creationId xmlns:p14="http://schemas.microsoft.com/office/powerpoint/2010/main" val="37378161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45EB-AAD3-530B-E450-783796DE520D}"/>
              </a:ext>
            </a:extLst>
          </p:cNvPr>
          <p:cNvSpPr>
            <a:spLocks noGrp="1"/>
          </p:cNvSpPr>
          <p:nvPr>
            <p:ph type="title"/>
          </p:nvPr>
        </p:nvSpPr>
        <p:spPr>
          <a:xfrm>
            <a:off x="768096" y="585216"/>
            <a:ext cx="7290054" cy="1499616"/>
          </a:xfrm>
        </p:spPr>
        <p:txBody>
          <a:bodyPr>
            <a:normAutofit/>
          </a:bodyPr>
          <a:lstStyle/>
          <a:p>
            <a:r>
              <a:rPr lang="en-US" b="1" dirty="0">
                <a:solidFill>
                  <a:srgbClr val="FF0000"/>
                </a:solidFill>
                <a:latin typeface="Candara" panose="020E0502030303020204" pitchFamily="34" charset="0"/>
              </a:rPr>
              <a:t>Other Services</a:t>
            </a:r>
          </a:p>
        </p:txBody>
      </p:sp>
      <p:graphicFrame>
        <p:nvGraphicFramePr>
          <p:cNvPr id="5" name="Content Placeholder 2">
            <a:extLst>
              <a:ext uri="{FF2B5EF4-FFF2-40B4-BE49-F238E27FC236}">
                <a16:creationId xmlns:a16="http://schemas.microsoft.com/office/drawing/2014/main" id="{B4A01772-9180-1827-A7D1-A19E3D8B0FEB}"/>
              </a:ext>
            </a:extLst>
          </p:cNvPr>
          <p:cNvGraphicFramePr>
            <a:graphicFrameLocks noGrp="1"/>
          </p:cNvGraphicFramePr>
          <p:nvPr>
            <p:ph idx="1"/>
            <p:extLst>
              <p:ext uri="{D42A27DB-BD31-4B8C-83A1-F6EECF244321}">
                <p14:modId xmlns:p14="http://schemas.microsoft.com/office/powerpoint/2010/main" val="978290453"/>
              </p:ext>
            </p:extLst>
          </p:nvPr>
        </p:nvGraphicFramePr>
        <p:xfrm>
          <a:off x="323528" y="1772816"/>
          <a:ext cx="8496943" cy="48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34353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E7C082-5B81-400A-A1DE-7CA9F26ED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 name="Straight Connector 19">
            <a:extLst>
              <a:ext uri="{FF2B5EF4-FFF2-40B4-BE49-F238E27FC236}">
                <a16:creationId xmlns:a16="http://schemas.microsoft.com/office/drawing/2014/main" id="{08D54232-CDE1-4B53-B430-AB82206F6B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1"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4C0648FB-4388-443C-8D4E-4A9FF0336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A8D762E-DA8D-419A-BA44-68B93D3D92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Rectangle 3">
            <a:extLst>
              <a:ext uri="{FF2B5EF4-FFF2-40B4-BE49-F238E27FC236}">
                <a16:creationId xmlns:a16="http://schemas.microsoft.com/office/drawing/2014/main" id="{AD5B5DD6-CB27-0E30-10DA-AA4ED4BE0B58}"/>
              </a:ext>
            </a:extLst>
          </p:cNvPr>
          <p:cNvSpPr/>
          <p:nvPr/>
        </p:nvSpPr>
        <p:spPr>
          <a:xfrm>
            <a:off x="965199" y="977048"/>
            <a:ext cx="7213600" cy="2960980"/>
          </a:xfrm>
          <a:prstGeom prst="rect">
            <a:avLst/>
          </a:prstGeom>
        </p:spPr>
        <p:txBody>
          <a:bodyPr vert="horz" lIns="91440" tIns="45720" rIns="91440" bIns="45720" rtlCol="0" anchor="b">
            <a:normAutofit/>
          </a:bodyPr>
          <a:lstStyle/>
          <a:p>
            <a:pPr algn="ctr" eaLnBrk="1" hangingPunct="1">
              <a:lnSpc>
                <a:spcPct val="80000"/>
              </a:lnSpc>
              <a:spcAft>
                <a:spcPts val="600"/>
              </a:spcAft>
              <a:defRPr/>
            </a:pPr>
            <a:r>
              <a:rPr lang="en-US" sz="5700" b="1" cap="all" spc="200" dirty="0">
                <a:ln w="22225">
                  <a:solidFill>
                    <a:schemeClr val="accent2"/>
                  </a:solidFill>
                  <a:prstDash val="solid"/>
                </a:ln>
                <a:solidFill>
                  <a:srgbClr val="FFFFFF"/>
                </a:solidFill>
                <a:latin typeface="+mj-lt"/>
                <a:ea typeface="+mj-ea"/>
                <a:cs typeface="+mj-cs"/>
              </a:rPr>
              <a:t>Thank You</a:t>
            </a:r>
          </a:p>
        </p:txBody>
      </p:sp>
    </p:spTree>
  </p:cSld>
  <p:clrMapOvr>
    <a:masterClrMapping/>
  </p:clrMapOvr>
</p:sld>
</file>

<file path=ppt/theme/_rels/them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schizophrenia JAMEELA">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master slid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63899EB7218148ABC9BC5B0430BABF" ma:contentTypeVersion="0" ma:contentTypeDescription="Create a new document." ma:contentTypeScope="" ma:versionID="55ce4a50c4cdcf9ac8a474fe6390b72b">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CCBB6F-8F84-4897-91C3-14DCDCBAC136}"/>
</file>

<file path=customXml/itemProps2.xml><?xml version="1.0" encoding="utf-8"?>
<ds:datastoreItem xmlns:ds="http://schemas.openxmlformats.org/officeDocument/2006/customXml" ds:itemID="{8D621AE5-C5F7-4022-8062-4C8468B62041}"/>
</file>

<file path=customXml/itemProps3.xml><?xml version="1.0" encoding="utf-8"?>
<ds:datastoreItem xmlns:ds="http://schemas.openxmlformats.org/officeDocument/2006/customXml" ds:itemID="{94C2063B-A103-45AB-82D6-CB19C1BC24BC}"/>
</file>

<file path=docMetadata/LabelInfo.xml><?xml version="1.0" encoding="utf-8"?>
<clbl:labelList xmlns:clbl="http://schemas.microsoft.com/office/2020/mipLabelMetadata">
  <clbl:label id="{de069c64-97de-41b1-b6a5-363c07bccaa3}" enabled="1" method="Standard" siteId="{026137b5-e313-46d1-9b2f-026ecb50c842}" contentBits="0" removed="0"/>
</clbl:labelList>
</file>

<file path=docProps/app.xml><?xml version="1.0" encoding="utf-8"?>
<Properties xmlns="http://schemas.openxmlformats.org/officeDocument/2006/extended-properties" xmlns:vt="http://schemas.openxmlformats.org/officeDocument/2006/docPropsVTypes">
  <Template>schizophrenia JAMEELA</Template>
  <TotalTime>4336</TotalTime>
  <Words>3599</Words>
  <Application>Microsoft Office PowerPoint</Application>
  <PresentationFormat>On-screen Show (4:3)</PresentationFormat>
  <Paragraphs>353</Paragraphs>
  <Slides>54</Slides>
  <Notes>15</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54</vt:i4>
      </vt:variant>
    </vt:vector>
  </HeadingPairs>
  <TitlesOfParts>
    <vt:vector size="71" baseType="lpstr">
      <vt:lpstr>Aptos</vt:lpstr>
      <vt:lpstr>Arial</vt:lpstr>
      <vt:lpstr>Calibri</vt:lpstr>
      <vt:lpstr>Candara</vt:lpstr>
      <vt:lpstr>Courier New</vt:lpstr>
      <vt:lpstr>Garamond</vt:lpstr>
      <vt:lpstr>Tahoma</vt:lpstr>
      <vt:lpstr>Times New Roman</vt:lpstr>
      <vt:lpstr>TimesNewRomanPSMT</vt:lpstr>
      <vt:lpstr>Tw Cen MT</vt:lpstr>
      <vt:lpstr>Tw Cen MT Condensed</vt:lpstr>
      <vt:lpstr>Verdana</vt:lpstr>
      <vt:lpstr>Wingdings</vt:lpstr>
      <vt:lpstr>Wingdings 3</vt:lpstr>
      <vt:lpstr>schizophrenia JAMEELA</vt:lpstr>
      <vt:lpstr>1_master slide</vt:lpstr>
      <vt:lpstr>Integral</vt:lpstr>
      <vt:lpstr>Working with Vulnerable People: Clients with Chronic Diseases or Disabilities  Chapter 23 &amp; 24 2025-2026</vt:lpstr>
      <vt:lpstr>Objectives</vt:lpstr>
      <vt:lpstr>Vulnerability </vt:lpstr>
      <vt:lpstr>Vulnerable Populations</vt:lpstr>
      <vt:lpstr>Models and Theories of Vulnerability</vt:lpstr>
      <vt:lpstr>Models and Theories of Vulnerability</vt:lpstr>
      <vt:lpstr>1- Vulnerable Populations Conceptual Model – Flaskerud &amp; Winslow (1998)</vt:lpstr>
      <vt:lpstr>1- Vulnerable Populations Conceptual Model – Flaskerud &amp; Winslow (1998)</vt:lpstr>
      <vt:lpstr>2- Behavioral Model for Vulnerable Populations – Gelberg, Andersen, &amp; Leake (2000)</vt:lpstr>
      <vt:lpstr>2- Behavioral Model for Vulnerable Populations – Gelberg, Andersen, &amp; Leake (2000)</vt:lpstr>
      <vt:lpstr>3. Differential Vulnerability Hypothesis – Kessler (1979)</vt:lpstr>
      <vt:lpstr>3. Differential Vulnerability Hypothesis – Kessler (1979)</vt:lpstr>
      <vt:lpstr>PowerPoint Presentation</vt:lpstr>
      <vt:lpstr>Socioeconomic Gradient of Health </vt:lpstr>
      <vt:lpstr>PowerPoint Presentation</vt:lpstr>
      <vt:lpstr>Who is considered vulnerable? </vt:lpstr>
      <vt:lpstr>Who is considered vulnerable? </vt:lpstr>
      <vt:lpstr>Disability </vt:lpstr>
      <vt:lpstr>PowerPoint Presentation</vt:lpstr>
      <vt:lpstr>Disability </vt:lpstr>
      <vt:lpstr>PowerPoint Presentation</vt:lpstr>
      <vt:lpstr>PowerPoint Presentation</vt:lpstr>
      <vt:lpstr>Causes of Disabilities </vt:lpstr>
      <vt:lpstr>Types of Disabilities </vt:lpstr>
      <vt:lpstr>Chronic diseases </vt:lpstr>
      <vt:lpstr>Key characteristics of chronic diseases</vt:lpstr>
      <vt:lpstr> The International Classification of Functioning, Disability, and Health (ICF)  </vt:lpstr>
      <vt:lpstr>PowerPoint Presentation</vt:lpstr>
      <vt:lpstr>International Classification of Functioning, Disability, and Health</vt:lpstr>
      <vt:lpstr>PowerPoint Presentation</vt:lpstr>
      <vt:lpstr>PowerPoint Presentation</vt:lpstr>
      <vt:lpstr>PowerPoint Presentation</vt:lpstr>
      <vt:lpstr>The United Nations Convention on the Rights of Persons with Disabilities  </vt:lpstr>
      <vt:lpstr>PowerPoint Presentation</vt:lpstr>
      <vt:lpstr>PowerPoint Presentation</vt:lpstr>
      <vt:lpstr>PowerPoint Presentation</vt:lpstr>
      <vt:lpstr> Health Care Disparities and Discrimination </vt:lpstr>
      <vt:lpstr>Families with a Disabled or Chronically Ill Member  </vt:lpstr>
      <vt:lpstr>PowerPoint Presentation</vt:lpstr>
      <vt:lpstr>The impact of caregiving on families </vt:lpstr>
      <vt:lpstr>UNIVERSAL DESIGN</vt:lpstr>
      <vt:lpstr>THE ROLE OF THE COMMUNITY/PUBLIC HEALTH NURSE</vt:lpstr>
      <vt:lpstr>Services Available in Kingdom of Bahrain</vt:lpstr>
      <vt:lpstr>Ministry of Health</vt:lpstr>
      <vt:lpstr>  Ministry of Health  </vt:lpstr>
      <vt:lpstr>  Ministry of Health  </vt:lpstr>
      <vt:lpstr>Ministry of Education</vt:lpstr>
      <vt:lpstr>Private Sector </vt:lpstr>
      <vt:lpstr>NGO’ s related to Disability: </vt:lpstr>
      <vt:lpstr>NGO’ s related to Disability </vt:lpstr>
      <vt:lpstr>NGO’ s related to Disability: </vt:lpstr>
      <vt:lpstr>The supreme council for youth and sports </vt:lpstr>
      <vt:lpstr>Other Services</vt:lpstr>
      <vt:lpstr>PowerPoint Presentation</vt:lpstr>
    </vt:vector>
  </TitlesOfParts>
  <Company>&lt;egyptian hak&gt;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dawdaw</dc:creator>
  <cp:lastModifiedBy>Dr.TOQA JAMEEL ABBAS BUSEBAIA</cp:lastModifiedBy>
  <cp:revision>126</cp:revision>
  <dcterms:created xsi:type="dcterms:W3CDTF">2007-11-24T21:38:50Z</dcterms:created>
  <dcterms:modified xsi:type="dcterms:W3CDTF">2026-09-07T07:43:06Z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0x010100B763899EB7218148ABC9BC5B0430BABF</vt:lpwstr>
  </property>
</Properties>
</file>