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48" r:id="rId4"/>
  </p:sldMasterIdLst>
  <p:notesMasterIdLst>
    <p:notesMasterId r:id="rId46"/>
  </p:notesMasterIdLst>
  <p:sldIdLst>
    <p:sldId id="288" r:id="rId5"/>
    <p:sldId id="257" r:id="rId6"/>
    <p:sldId id="325" r:id="rId7"/>
    <p:sldId id="327" r:id="rId8"/>
    <p:sldId id="338" r:id="rId9"/>
    <p:sldId id="337" r:id="rId10"/>
    <p:sldId id="394" r:id="rId11"/>
    <p:sldId id="329" r:id="rId12"/>
    <p:sldId id="339" r:id="rId13"/>
    <p:sldId id="328" r:id="rId14"/>
    <p:sldId id="326" r:id="rId15"/>
    <p:sldId id="298" r:id="rId16"/>
    <p:sldId id="331" r:id="rId17"/>
    <p:sldId id="332" r:id="rId18"/>
    <p:sldId id="367" r:id="rId19"/>
    <p:sldId id="368" r:id="rId20"/>
    <p:sldId id="335" r:id="rId21"/>
    <p:sldId id="336" r:id="rId22"/>
    <p:sldId id="369" r:id="rId23"/>
    <p:sldId id="341" r:id="rId24"/>
    <p:sldId id="370" r:id="rId25"/>
    <p:sldId id="356" r:id="rId26"/>
    <p:sldId id="373" r:id="rId27"/>
    <p:sldId id="371" r:id="rId28"/>
    <p:sldId id="374" r:id="rId29"/>
    <p:sldId id="346" r:id="rId30"/>
    <p:sldId id="347" r:id="rId31"/>
    <p:sldId id="377" r:id="rId32"/>
    <p:sldId id="378" r:id="rId33"/>
    <p:sldId id="380" r:id="rId34"/>
    <p:sldId id="379" r:id="rId35"/>
    <p:sldId id="381" r:id="rId36"/>
    <p:sldId id="382" r:id="rId37"/>
    <p:sldId id="385" r:id="rId38"/>
    <p:sldId id="384" r:id="rId39"/>
    <p:sldId id="391" r:id="rId40"/>
    <p:sldId id="314" r:id="rId41"/>
    <p:sldId id="353" r:id="rId42"/>
    <p:sldId id="293" r:id="rId43"/>
    <p:sldId id="354" r:id="rId44"/>
    <p:sldId id="26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EE3"/>
    <a:srgbClr val="D0EBB3"/>
    <a:srgbClr val="CC6600"/>
    <a:srgbClr val="A29338"/>
    <a:srgbClr val="D9D5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9D88B2-6BFB-4602-BBEF-E5E7F8583BCB}" v="5" dt="2026-09-26T09:23:05.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4707"/>
  </p:normalViewPr>
  <p:slideViewPr>
    <p:cSldViewPr snapToGrid="0">
      <p:cViewPr varScale="1">
        <p:scale>
          <a:sx n="78" d="100"/>
          <a:sy n="78" d="100"/>
        </p:scale>
        <p:origin x="898"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a Salah Elsayed Osman Eweida" userId="bb0c7e9a-2f3a-4560-9ea3-5f49e9004639" providerId="ADAL" clId="{83E1CF4F-C943-4C89-843E-432564DAF0C2}"/>
    <pc:docChg chg="custSel addSld delSld modSld">
      <pc:chgData name="Rasha Salah Elsayed Osman Eweida" userId="bb0c7e9a-2f3a-4560-9ea3-5f49e9004639" providerId="ADAL" clId="{83E1CF4F-C943-4C89-843E-432564DAF0C2}" dt="2026-09-26T09:26:39.937" v="126" actId="1076"/>
      <pc:docMkLst>
        <pc:docMk/>
      </pc:docMkLst>
      <pc:sldChg chg="delSp modSp add del mod setBg delDesignElem">
        <pc:chgData name="Rasha Salah Elsayed Osman Eweida" userId="bb0c7e9a-2f3a-4560-9ea3-5f49e9004639" providerId="ADAL" clId="{83E1CF4F-C943-4C89-843E-432564DAF0C2}" dt="2026-09-26T09:22:04.310" v="52" actId="47"/>
        <pc:sldMkLst>
          <pc:docMk/>
          <pc:sldMk cId="3780039301" sldId="256"/>
        </pc:sldMkLst>
        <pc:spChg chg="mod">
          <ac:chgData name="Rasha Salah Elsayed Osman Eweida" userId="bb0c7e9a-2f3a-4560-9ea3-5f49e9004639" providerId="ADAL" clId="{83E1CF4F-C943-4C89-843E-432564DAF0C2}" dt="2026-09-26T09:21:45.567" v="47" actId="21"/>
          <ac:spMkLst>
            <pc:docMk/>
            <pc:sldMk cId="3780039301" sldId="256"/>
            <ac:spMk id="2" creationId="{96C183B8-95B3-C821-0A42-103093B679CC}"/>
          </ac:spMkLst>
        </pc:spChg>
        <pc:spChg chg="del">
          <ac:chgData name="Rasha Salah Elsayed Osman Eweida" userId="bb0c7e9a-2f3a-4560-9ea3-5f49e9004639" providerId="ADAL" clId="{83E1CF4F-C943-4C89-843E-432564DAF0C2}" dt="2026-09-26T09:20:33.170" v="28"/>
          <ac:spMkLst>
            <pc:docMk/>
            <pc:sldMk cId="3780039301" sldId="256"/>
            <ac:spMk id="9" creationId="{9B45BA4C-9B54-4496-821F-9E0985CA984D}"/>
          </ac:spMkLst>
        </pc:spChg>
        <pc:picChg chg="del">
          <ac:chgData name="Rasha Salah Elsayed Osman Eweida" userId="bb0c7e9a-2f3a-4560-9ea3-5f49e9004639" providerId="ADAL" clId="{83E1CF4F-C943-4C89-843E-432564DAF0C2}" dt="2026-09-26T09:21:40.227" v="46" actId="478"/>
          <ac:picMkLst>
            <pc:docMk/>
            <pc:sldMk cId="3780039301" sldId="256"/>
            <ac:picMk id="4" creationId="{173B16FE-D18A-718C-D1A2-3B7D7AFB65BC}"/>
          </ac:picMkLst>
        </pc:picChg>
      </pc:sldChg>
      <pc:sldChg chg="delSp modSp add mod setBg delDesignElem">
        <pc:chgData name="Rasha Salah Elsayed Osman Eweida" userId="bb0c7e9a-2f3a-4560-9ea3-5f49e9004639" providerId="ADAL" clId="{83E1CF4F-C943-4C89-843E-432564DAF0C2}" dt="2026-09-26T09:20:33.470" v="29" actId="27636"/>
        <pc:sldMkLst>
          <pc:docMk/>
          <pc:sldMk cId="1505067015" sldId="257"/>
        </pc:sldMkLst>
        <pc:spChg chg="mod">
          <ac:chgData name="Rasha Salah Elsayed Osman Eweida" userId="bb0c7e9a-2f3a-4560-9ea3-5f49e9004639" providerId="ADAL" clId="{83E1CF4F-C943-4C89-843E-432564DAF0C2}" dt="2026-09-26T09:20:33.470" v="29" actId="27636"/>
          <ac:spMkLst>
            <pc:docMk/>
            <pc:sldMk cId="1505067015" sldId="257"/>
            <ac:spMk id="3" creationId="{CB1E0EB8-0061-69DF-363B-2FD7867FEEB1}"/>
          </ac:spMkLst>
        </pc:spChg>
        <pc:spChg chg="del">
          <ac:chgData name="Rasha Salah Elsayed Osman Eweida" userId="bb0c7e9a-2f3a-4560-9ea3-5f49e9004639" providerId="ADAL" clId="{83E1CF4F-C943-4C89-843E-432564DAF0C2}" dt="2026-09-26T09:20:33.170" v="28"/>
          <ac:spMkLst>
            <pc:docMk/>
            <pc:sldMk cId="1505067015" sldId="257"/>
            <ac:spMk id="8" creationId="{84136905-015B-4510-B514-027CBA846BD6}"/>
          </ac:spMkLst>
        </pc:spChg>
        <pc:spChg chg="del">
          <ac:chgData name="Rasha Salah Elsayed Osman Eweida" userId="bb0c7e9a-2f3a-4560-9ea3-5f49e9004639" providerId="ADAL" clId="{83E1CF4F-C943-4C89-843E-432564DAF0C2}" dt="2026-09-26T09:20:33.170" v="28"/>
          <ac:spMkLst>
            <pc:docMk/>
            <pc:sldMk cId="1505067015" sldId="257"/>
            <ac:spMk id="10" creationId="{36CD0F97-2E5B-4E84-8544-EB24DED10446}"/>
          </ac:spMkLst>
        </pc:spChg>
        <pc:spChg chg="del">
          <ac:chgData name="Rasha Salah Elsayed Osman Eweida" userId="bb0c7e9a-2f3a-4560-9ea3-5f49e9004639" providerId="ADAL" clId="{83E1CF4F-C943-4C89-843E-432564DAF0C2}" dt="2026-09-26T09:20:33.170" v="28"/>
          <ac:spMkLst>
            <pc:docMk/>
            <pc:sldMk cId="1505067015" sldId="257"/>
            <ac:spMk id="12" creationId="{65CDAFE1-059B-49EF-8E73-47DED29BD77B}"/>
          </ac:spMkLst>
        </pc:spChg>
      </pc:sldChg>
      <pc:sldChg chg="modSp mod">
        <pc:chgData name="Rasha Salah Elsayed Osman Eweida" userId="bb0c7e9a-2f3a-4560-9ea3-5f49e9004639" providerId="ADAL" clId="{83E1CF4F-C943-4C89-843E-432564DAF0C2}" dt="2026-09-26T09:21:59.801" v="51" actId="207"/>
        <pc:sldMkLst>
          <pc:docMk/>
          <pc:sldMk cId="0" sldId="288"/>
        </pc:sldMkLst>
        <pc:spChg chg="mod">
          <ac:chgData name="Rasha Salah Elsayed Osman Eweida" userId="bb0c7e9a-2f3a-4560-9ea3-5f49e9004639" providerId="ADAL" clId="{83E1CF4F-C943-4C89-843E-432564DAF0C2}" dt="2026-09-26T09:21:59.801" v="51" actId="207"/>
          <ac:spMkLst>
            <pc:docMk/>
            <pc:sldMk cId="0" sldId="288"/>
            <ac:spMk id="2050" creationId="{33A628AA-E542-4D16-A9BE-CD5C342CF1C6}"/>
          </ac:spMkLst>
        </pc:spChg>
      </pc:sldChg>
      <pc:sldChg chg="modSp add mod">
        <pc:chgData name="Rasha Salah Elsayed Osman Eweida" userId="bb0c7e9a-2f3a-4560-9ea3-5f49e9004639" providerId="ADAL" clId="{83E1CF4F-C943-4C89-843E-432564DAF0C2}" dt="2026-09-26T09:26:39.937" v="126" actId="1076"/>
        <pc:sldMkLst>
          <pc:docMk/>
          <pc:sldMk cId="0" sldId="293"/>
        </pc:sldMkLst>
        <pc:spChg chg="mod">
          <ac:chgData name="Rasha Salah Elsayed Osman Eweida" userId="bb0c7e9a-2f3a-4560-9ea3-5f49e9004639" providerId="ADAL" clId="{83E1CF4F-C943-4C89-843E-432564DAF0C2}" dt="2026-09-26T09:26:39.937" v="126" actId="1076"/>
          <ac:spMkLst>
            <pc:docMk/>
            <pc:sldMk cId="0" sldId="293"/>
            <ac:spMk id="49154" creationId="{0C98A1B5-792B-4FE2-97B9-41F9CB1A2374}"/>
          </ac:spMkLst>
        </pc:spChg>
      </pc:sldChg>
      <pc:sldChg chg="delSp modSp add mod setBg delDesignElem">
        <pc:chgData name="Rasha Salah Elsayed Osman Eweida" userId="bb0c7e9a-2f3a-4560-9ea3-5f49e9004639" providerId="ADAL" clId="{83E1CF4F-C943-4C89-843E-432564DAF0C2}" dt="2026-09-26T09:20:33.718" v="33" actId="27636"/>
        <pc:sldMkLst>
          <pc:docMk/>
          <pc:sldMk cId="0" sldId="298"/>
        </pc:sldMkLst>
        <pc:spChg chg="mod">
          <ac:chgData name="Rasha Salah Elsayed Osman Eweida" userId="bb0c7e9a-2f3a-4560-9ea3-5f49e9004639" providerId="ADAL" clId="{83E1CF4F-C943-4C89-843E-432564DAF0C2}" dt="2026-09-26T09:20:33.718" v="33" actId="27636"/>
          <ac:spMkLst>
            <pc:docMk/>
            <pc:sldMk cId="0" sldId="298"/>
            <ac:spMk id="270338" creationId="{00000000-0000-0000-0000-000000000000}"/>
          </ac:spMkLst>
        </pc:spChg>
        <pc:spChg chg="del">
          <ac:chgData name="Rasha Salah Elsayed Osman Eweida" userId="bb0c7e9a-2f3a-4560-9ea3-5f49e9004639" providerId="ADAL" clId="{83E1CF4F-C943-4C89-843E-432564DAF0C2}" dt="2026-09-26T09:20:33.170" v="28"/>
          <ac:spMkLst>
            <pc:docMk/>
            <pc:sldMk cId="0" sldId="298"/>
            <ac:spMk id="270345" creationId="{84136905-015B-4510-B514-027CBA846BD6}"/>
          </ac:spMkLst>
        </pc:spChg>
      </pc:sldChg>
      <pc:sldChg chg="add">
        <pc:chgData name="Rasha Salah Elsayed Osman Eweida" userId="bb0c7e9a-2f3a-4560-9ea3-5f49e9004639" providerId="ADAL" clId="{83E1CF4F-C943-4C89-843E-432564DAF0C2}" dt="2026-09-26T09:20:33.170" v="28"/>
        <pc:sldMkLst>
          <pc:docMk/>
          <pc:sldMk cId="0" sldId="314"/>
        </pc:sldMkLst>
      </pc:sldChg>
      <pc:sldChg chg="delSp add setBg delDesignElem">
        <pc:chgData name="Rasha Salah Elsayed Osman Eweida" userId="bb0c7e9a-2f3a-4560-9ea3-5f49e9004639" providerId="ADAL" clId="{83E1CF4F-C943-4C89-843E-432564DAF0C2}" dt="2026-09-26T09:20:33.170" v="28"/>
        <pc:sldMkLst>
          <pc:docMk/>
          <pc:sldMk cId="2433468502" sldId="325"/>
        </pc:sldMkLst>
        <pc:spChg chg="del">
          <ac:chgData name="Rasha Salah Elsayed Osman Eweida" userId="bb0c7e9a-2f3a-4560-9ea3-5f49e9004639" providerId="ADAL" clId="{83E1CF4F-C943-4C89-843E-432564DAF0C2}" dt="2026-09-26T09:20:33.170" v="28"/>
          <ac:spMkLst>
            <pc:docMk/>
            <pc:sldMk cId="2433468502" sldId="325"/>
            <ac:spMk id="6152" creationId="{49306479-8C4D-4E4A-A330-DFC80A8A01BE}"/>
          </ac:spMkLst>
        </pc:spChg>
        <pc:spChg chg="del">
          <ac:chgData name="Rasha Salah Elsayed Osman Eweida" userId="bb0c7e9a-2f3a-4560-9ea3-5f49e9004639" providerId="ADAL" clId="{83E1CF4F-C943-4C89-843E-432564DAF0C2}" dt="2026-09-26T09:20:33.170" v="28"/>
          <ac:spMkLst>
            <pc:docMk/>
            <pc:sldMk cId="2433468502" sldId="325"/>
            <ac:spMk id="6154" creationId="{84136905-015B-4510-B514-027CBA846BD6}"/>
          </ac:spMkLst>
        </pc:spChg>
        <pc:spChg chg="del">
          <ac:chgData name="Rasha Salah Elsayed Osman Eweida" userId="bb0c7e9a-2f3a-4560-9ea3-5f49e9004639" providerId="ADAL" clId="{83E1CF4F-C943-4C89-843E-432564DAF0C2}" dt="2026-09-26T09:20:33.170" v="28"/>
          <ac:spMkLst>
            <pc:docMk/>
            <pc:sldMk cId="2433468502" sldId="325"/>
            <ac:spMk id="6156" creationId="{36CD0F97-2E5B-4E84-8544-EB24DED10446}"/>
          </ac:spMkLst>
        </pc:spChg>
        <pc:spChg chg="del">
          <ac:chgData name="Rasha Salah Elsayed Osman Eweida" userId="bb0c7e9a-2f3a-4560-9ea3-5f49e9004639" providerId="ADAL" clId="{83E1CF4F-C943-4C89-843E-432564DAF0C2}" dt="2026-09-26T09:20:33.170" v="28"/>
          <ac:spMkLst>
            <pc:docMk/>
            <pc:sldMk cId="2433468502" sldId="325"/>
            <ac:spMk id="6158" creationId="{3B272257-593A-402F-88FA-F1DECD9E3FC4}"/>
          </ac:spMkLst>
        </pc:spChg>
      </pc:sldChg>
      <pc:sldChg chg="delSp modSp add mod setBg delDesignElem">
        <pc:chgData name="Rasha Salah Elsayed Osman Eweida" userId="bb0c7e9a-2f3a-4560-9ea3-5f49e9004639" providerId="ADAL" clId="{83E1CF4F-C943-4C89-843E-432564DAF0C2}" dt="2026-09-26T09:20:33.686" v="32" actId="27636"/>
        <pc:sldMkLst>
          <pc:docMk/>
          <pc:sldMk cId="464377462" sldId="326"/>
        </pc:sldMkLst>
        <pc:spChg chg="mod">
          <ac:chgData name="Rasha Salah Elsayed Osman Eweida" userId="bb0c7e9a-2f3a-4560-9ea3-5f49e9004639" providerId="ADAL" clId="{83E1CF4F-C943-4C89-843E-432564DAF0C2}" dt="2026-09-26T09:20:33.686" v="31" actId="27636"/>
          <ac:spMkLst>
            <pc:docMk/>
            <pc:sldMk cId="464377462" sldId="326"/>
            <ac:spMk id="3" creationId="{05AA9B29-1D23-B191-8276-74E849C5A02D}"/>
          </ac:spMkLst>
        </pc:spChg>
        <pc:spChg chg="mod">
          <ac:chgData name="Rasha Salah Elsayed Osman Eweida" userId="bb0c7e9a-2f3a-4560-9ea3-5f49e9004639" providerId="ADAL" clId="{83E1CF4F-C943-4C89-843E-432564DAF0C2}" dt="2026-09-26T09:20:33.686" v="32" actId="27636"/>
          <ac:spMkLst>
            <pc:docMk/>
            <pc:sldMk cId="464377462" sldId="326"/>
            <ac:spMk id="4" creationId="{B8632F09-F63B-9A0D-47FB-EBD8A6B3965E}"/>
          </ac:spMkLst>
        </pc:spChg>
        <pc:spChg chg="del">
          <ac:chgData name="Rasha Salah Elsayed Osman Eweida" userId="bb0c7e9a-2f3a-4560-9ea3-5f49e9004639" providerId="ADAL" clId="{83E1CF4F-C943-4C89-843E-432564DAF0C2}" dt="2026-09-26T09:20:33.170" v="28"/>
          <ac:spMkLst>
            <pc:docMk/>
            <pc:sldMk cId="464377462" sldId="326"/>
            <ac:spMk id="10" creationId="{84136905-015B-4510-B514-027CBA846BD6}"/>
          </ac:spMkLst>
        </pc:spChg>
      </pc:sldChg>
      <pc:sldChg chg="delSp add setBg delDesignElem">
        <pc:chgData name="Rasha Salah Elsayed Osman Eweida" userId="bb0c7e9a-2f3a-4560-9ea3-5f49e9004639" providerId="ADAL" clId="{83E1CF4F-C943-4C89-843E-432564DAF0C2}" dt="2026-09-26T09:20:33.170" v="28"/>
        <pc:sldMkLst>
          <pc:docMk/>
          <pc:sldMk cId="327079604" sldId="327"/>
        </pc:sldMkLst>
        <pc:spChg chg="del">
          <ac:chgData name="Rasha Salah Elsayed Osman Eweida" userId="bb0c7e9a-2f3a-4560-9ea3-5f49e9004639" providerId="ADAL" clId="{83E1CF4F-C943-4C89-843E-432564DAF0C2}" dt="2026-09-26T09:20:33.170" v="28"/>
          <ac:spMkLst>
            <pc:docMk/>
            <pc:sldMk cId="327079604" sldId="327"/>
            <ac:spMk id="7176" creationId="{49306479-8C4D-4E4A-A330-DFC80A8A01BE}"/>
          </ac:spMkLst>
        </pc:spChg>
        <pc:spChg chg="del">
          <ac:chgData name="Rasha Salah Elsayed Osman Eweida" userId="bb0c7e9a-2f3a-4560-9ea3-5f49e9004639" providerId="ADAL" clId="{83E1CF4F-C943-4C89-843E-432564DAF0C2}" dt="2026-09-26T09:20:33.170" v="28"/>
          <ac:spMkLst>
            <pc:docMk/>
            <pc:sldMk cId="327079604" sldId="327"/>
            <ac:spMk id="7178" creationId="{84136905-015B-4510-B514-027CBA846BD6}"/>
          </ac:spMkLst>
        </pc:spChg>
        <pc:spChg chg="del">
          <ac:chgData name="Rasha Salah Elsayed Osman Eweida" userId="bb0c7e9a-2f3a-4560-9ea3-5f49e9004639" providerId="ADAL" clId="{83E1CF4F-C943-4C89-843E-432564DAF0C2}" dt="2026-09-26T09:20:33.170" v="28"/>
          <ac:spMkLst>
            <pc:docMk/>
            <pc:sldMk cId="327079604" sldId="327"/>
            <ac:spMk id="7180" creationId="{36CD0F97-2E5B-4E84-8544-EB24DED10446}"/>
          </ac:spMkLst>
        </pc:spChg>
        <pc:spChg chg="del">
          <ac:chgData name="Rasha Salah Elsayed Osman Eweida" userId="bb0c7e9a-2f3a-4560-9ea3-5f49e9004639" providerId="ADAL" clId="{83E1CF4F-C943-4C89-843E-432564DAF0C2}" dt="2026-09-26T09:20:33.170" v="28"/>
          <ac:spMkLst>
            <pc:docMk/>
            <pc:sldMk cId="327079604" sldId="327"/>
            <ac:spMk id="7182" creationId="{3B272257-593A-402F-88FA-F1DECD9E3FC4}"/>
          </ac:spMkLst>
        </pc:spChg>
      </pc:sldChg>
      <pc:sldChg chg="delSp modSp add mod setBg delDesignElem">
        <pc:chgData name="Rasha Salah Elsayed Osman Eweida" userId="bb0c7e9a-2f3a-4560-9ea3-5f49e9004639" providerId="ADAL" clId="{83E1CF4F-C943-4C89-843E-432564DAF0C2}" dt="2026-09-26T09:22:34.560" v="63" actId="113"/>
        <pc:sldMkLst>
          <pc:docMk/>
          <pc:sldMk cId="893905346" sldId="328"/>
        </pc:sldMkLst>
        <pc:spChg chg="mod">
          <ac:chgData name="Rasha Salah Elsayed Osman Eweida" userId="bb0c7e9a-2f3a-4560-9ea3-5f49e9004639" providerId="ADAL" clId="{83E1CF4F-C943-4C89-843E-432564DAF0C2}" dt="2026-09-26T09:22:34.560" v="63" actId="113"/>
          <ac:spMkLst>
            <pc:docMk/>
            <pc:sldMk cId="893905346" sldId="328"/>
            <ac:spMk id="3" creationId="{63C52D62-B03A-0AB5-F043-81784B778550}"/>
          </ac:spMkLst>
        </pc:spChg>
        <pc:spChg chg="del">
          <ac:chgData name="Rasha Salah Elsayed Osman Eweida" userId="bb0c7e9a-2f3a-4560-9ea3-5f49e9004639" providerId="ADAL" clId="{83E1CF4F-C943-4C89-843E-432564DAF0C2}" dt="2026-09-26T09:20:33.170" v="28"/>
          <ac:spMkLst>
            <pc:docMk/>
            <pc:sldMk cId="893905346" sldId="328"/>
            <ac:spMk id="20" creationId="{49306479-8C4D-4E4A-A330-DFC80A8A01BE}"/>
          </ac:spMkLst>
        </pc:spChg>
        <pc:spChg chg="del">
          <ac:chgData name="Rasha Salah Elsayed Osman Eweida" userId="bb0c7e9a-2f3a-4560-9ea3-5f49e9004639" providerId="ADAL" clId="{83E1CF4F-C943-4C89-843E-432564DAF0C2}" dt="2026-09-26T09:20:33.170" v="28"/>
          <ac:spMkLst>
            <pc:docMk/>
            <pc:sldMk cId="893905346" sldId="328"/>
            <ac:spMk id="22" creationId="{9B45BA4C-9B54-4496-821F-9E0985CA984D}"/>
          </ac:spMkLst>
        </pc:spChg>
        <pc:spChg chg="del">
          <ac:chgData name="Rasha Salah Elsayed Osman Eweida" userId="bb0c7e9a-2f3a-4560-9ea3-5f49e9004639" providerId="ADAL" clId="{83E1CF4F-C943-4C89-843E-432564DAF0C2}" dt="2026-09-26T09:20:33.170" v="28"/>
          <ac:spMkLst>
            <pc:docMk/>
            <pc:sldMk cId="893905346" sldId="328"/>
            <ac:spMk id="24" creationId="{C340C2BF-40B4-4E8A-A6BB-EF76CC80EE59}"/>
          </ac:spMkLst>
        </pc:spChg>
        <pc:spChg chg="del">
          <ac:chgData name="Rasha Salah Elsayed Osman Eweida" userId="bb0c7e9a-2f3a-4560-9ea3-5f49e9004639" providerId="ADAL" clId="{83E1CF4F-C943-4C89-843E-432564DAF0C2}" dt="2026-09-26T09:20:33.170" v="28"/>
          <ac:spMkLst>
            <pc:docMk/>
            <pc:sldMk cId="893905346" sldId="328"/>
            <ac:spMk id="26" creationId="{F0F00D00-FA76-49D4-9105-5692A512AF2C}"/>
          </ac:spMkLst>
        </pc:spChg>
      </pc:sldChg>
      <pc:sldChg chg="modSp add mod">
        <pc:chgData name="Rasha Salah Elsayed Osman Eweida" userId="bb0c7e9a-2f3a-4560-9ea3-5f49e9004639" providerId="ADAL" clId="{83E1CF4F-C943-4C89-843E-432564DAF0C2}" dt="2026-09-26T09:22:24.913" v="56" actId="1076"/>
        <pc:sldMkLst>
          <pc:docMk/>
          <pc:sldMk cId="3297021590" sldId="329"/>
        </pc:sldMkLst>
        <pc:spChg chg="mod">
          <ac:chgData name="Rasha Salah Elsayed Osman Eweida" userId="bb0c7e9a-2f3a-4560-9ea3-5f49e9004639" providerId="ADAL" clId="{83E1CF4F-C943-4C89-843E-432564DAF0C2}" dt="2026-09-26T09:22:24.913" v="56" actId="1076"/>
          <ac:spMkLst>
            <pc:docMk/>
            <pc:sldMk cId="3297021590" sldId="329"/>
            <ac:spMk id="2" creationId="{00000000-0000-0000-0000-000000000000}"/>
          </ac:spMkLst>
        </pc:spChg>
      </pc:sldChg>
      <pc:sldChg chg="delSp modSp add mod setBg delDesignElem">
        <pc:chgData name="Rasha Salah Elsayed Osman Eweida" userId="bb0c7e9a-2f3a-4560-9ea3-5f49e9004639" providerId="ADAL" clId="{83E1CF4F-C943-4C89-843E-432564DAF0C2}" dt="2026-09-26T09:22:50.151" v="65" actId="1076"/>
        <pc:sldMkLst>
          <pc:docMk/>
          <pc:sldMk cId="3573599400" sldId="331"/>
        </pc:sldMkLst>
        <pc:spChg chg="mod">
          <ac:chgData name="Rasha Salah Elsayed Osman Eweida" userId="bb0c7e9a-2f3a-4560-9ea3-5f49e9004639" providerId="ADAL" clId="{83E1CF4F-C943-4C89-843E-432564DAF0C2}" dt="2026-09-26T09:22:47.901" v="64" actId="1076"/>
          <ac:spMkLst>
            <pc:docMk/>
            <pc:sldMk cId="3573599400" sldId="331"/>
            <ac:spMk id="2" creationId="{9DB6700D-17D6-45FF-A146-17986FA35867}"/>
          </ac:spMkLst>
        </pc:spChg>
        <pc:spChg chg="mod">
          <ac:chgData name="Rasha Salah Elsayed Osman Eweida" userId="bb0c7e9a-2f3a-4560-9ea3-5f49e9004639" providerId="ADAL" clId="{83E1CF4F-C943-4C89-843E-432564DAF0C2}" dt="2026-09-26T09:22:50.151" v="65" actId="1076"/>
          <ac:spMkLst>
            <pc:docMk/>
            <pc:sldMk cId="3573599400" sldId="331"/>
            <ac:spMk id="3" creationId="{B2963D31-74E2-4427-8150-9D5221754DA6}"/>
          </ac:spMkLst>
        </pc:spChg>
        <pc:spChg chg="del">
          <ac:chgData name="Rasha Salah Elsayed Osman Eweida" userId="bb0c7e9a-2f3a-4560-9ea3-5f49e9004639" providerId="ADAL" clId="{83E1CF4F-C943-4C89-843E-432564DAF0C2}" dt="2026-09-26T09:20:33.170" v="28"/>
          <ac:spMkLst>
            <pc:docMk/>
            <pc:sldMk cId="3573599400" sldId="331"/>
            <ac:spMk id="10" creationId="{36CD0F97-2E5B-4E84-8544-EB24DED10446}"/>
          </ac:spMkLst>
        </pc:spChg>
        <pc:spChg chg="del">
          <ac:chgData name="Rasha Salah Elsayed Osman Eweida" userId="bb0c7e9a-2f3a-4560-9ea3-5f49e9004639" providerId="ADAL" clId="{83E1CF4F-C943-4C89-843E-432564DAF0C2}" dt="2026-09-26T09:20:33.170" v="28"/>
          <ac:spMkLst>
            <pc:docMk/>
            <pc:sldMk cId="3573599400" sldId="331"/>
            <ac:spMk id="12" creationId="{3B272257-593A-402F-88FA-F1DECD9E3FC4}"/>
          </ac:spMkLst>
        </pc:spChg>
        <pc:spChg chg="del">
          <ac:chgData name="Rasha Salah Elsayed Osman Eweida" userId="bb0c7e9a-2f3a-4560-9ea3-5f49e9004639" providerId="ADAL" clId="{83E1CF4F-C943-4C89-843E-432564DAF0C2}" dt="2026-09-26T09:20:33.170" v="28"/>
          <ac:spMkLst>
            <pc:docMk/>
            <pc:sldMk cId="3573599400" sldId="331"/>
            <ac:spMk id="16" creationId="{84136905-015B-4510-B514-027CBA846BD6}"/>
          </ac:spMkLst>
        </pc:spChg>
      </pc:sldChg>
      <pc:sldChg chg="delSp add setBg delDesignElem">
        <pc:chgData name="Rasha Salah Elsayed Osman Eweida" userId="bb0c7e9a-2f3a-4560-9ea3-5f49e9004639" providerId="ADAL" clId="{83E1CF4F-C943-4C89-843E-432564DAF0C2}" dt="2026-09-26T09:20:33.170" v="28"/>
        <pc:sldMkLst>
          <pc:docMk/>
          <pc:sldMk cId="1058551278" sldId="332"/>
        </pc:sldMkLst>
        <pc:spChg chg="del">
          <ac:chgData name="Rasha Salah Elsayed Osman Eweida" userId="bb0c7e9a-2f3a-4560-9ea3-5f49e9004639" providerId="ADAL" clId="{83E1CF4F-C943-4C89-843E-432564DAF0C2}" dt="2026-09-26T09:20:33.170" v="28"/>
          <ac:spMkLst>
            <pc:docMk/>
            <pc:sldMk cId="1058551278" sldId="332"/>
            <ac:spMk id="8199" creationId="{84136905-015B-4510-B514-027CBA846BD6}"/>
          </ac:spMkLst>
        </pc:spChg>
      </pc:sldChg>
      <pc:sldChg chg="delSp add setBg delDesignElem">
        <pc:chgData name="Rasha Salah Elsayed Osman Eweida" userId="bb0c7e9a-2f3a-4560-9ea3-5f49e9004639" providerId="ADAL" clId="{83E1CF4F-C943-4C89-843E-432564DAF0C2}" dt="2026-09-26T09:20:33.170" v="28"/>
        <pc:sldMkLst>
          <pc:docMk/>
          <pc:sldMk cId="1696277810" sldId="335"/>
        </pc:sldMkLst>
        <pc:spChg chg="del">
          <ac:chgData name="Rasha Salah Elsayed Osman Eweida" userId="bb0c7e9a-2f3a-4560-9ea3-5f49e9004639" providerId="ADAL" clId="{83E1CF4F-C943-4C89-843E-432564DAF0C2}" dt="2026-09-26T09:20:33.170" v="28"/>
          <ac:spMkLst>
            <pc:docMk/>
            <pc:sldMk cId="1696277810" sldId="335"/>
            <ac:spMk id="9" creationId="{84136905-015B-4510-B514-027CBA846BD6}"/>
          </ac:spMkLst>
        </pc:spChg>
      </pc:sldChg>
      <pc:sldChg chg="delSp modSp add mod setBg delDesignElem">
        <pc:chgData name="Rasha Salah Elsayed Osman Eweida" userId="bb0c7e9a-2f3a-4560-9ea3-5f49e9004639" providerId="ADAL" clId="{83E1CF4F-C943-4C89-843E-432564DAF0C2}" dt="2026-09-26T09:23:59.333" v="87" actId="1076"/>
        <pc:sldMkLst>
          <pc:docMk/>
          <pc:sldMk cId="2040948884" sldId="336"/>
        </pc:sldMkLst>
        <pc:spChg chg="mod">
          <ac:chgData name="Rasha Salah Elsayed Osman Eweida" userId="bb0c7e9a-2f3a-4560-9ea3-5f49e9004639" providerId="ADAL" clId="{83E1CF4F-C943-4C89-843E-432564DAF0C2}" dt="2026-09-26T09:23:59.333" v="87" actId="1076"/>
          <ac:spMkLst>
            <pc:docMk/>
            <pc:sldMk cId="2040948884" sldId="336"/>
            <ac:spMk id="2" creationId="{8D0058EA-0B36-4B6F-861A-2AEF9B0257ED}"/>
          </ac:spMkLst>
        </pc:spChg>
        <pc:spChg chg="del">
          <ac:chgData name="Rasha Salah Elsayed Osman Eweida" userId="bb0c7e9a-2f3a-4560-9ea3-5f49e9004639" providerId="ADAL" clId="{83E1CF4F-C943-4C89-843E-432564DAF0C2}" dt="2026-09-26T09:20:33.170" v="28"/>
          <ac:spMkLst>
            <pc:docMk/>
            <pc:sldMk cId="2040948884" sldId="336"/>
            <ac:spMk id="34" creationId="{4E4490D0-3672-446A-AC12-B4830333BDDD}"/>
          </ac:spMkLst>
        </pc:spChg>
        <pc:spChg chg="del">
          <ac:chgData name="Rasha Salah Elsayed Osman Eweida" userId="bb0c7e9a-2f3a-4560-9ea3-5f49e9004639" providerId="ADAL" clId="{83E1CF4F-C943-4C89-843E-432564DAF0C2}" dt="2026-09-26T09:20:33.170" v="28"/>
          <ac:spMkLst>
            <pc:docMk/>
            <pc:sldMk cId="2040948884" sldId="336"/>
            <ac:spMk id="36" creationId="{39CB82C2-DF65-4EC1-8280-F201D50F570B}"/>
          </ac:spMkLst>
        </pc:spChg>
        <pc:spChg chg="del">
          <ac:chgData name="Rasha Salah Elsayed Osman Eweida" userId="bb0c7e9a-2f3a-4560-9ea3-5f49e9004639" providerId="ADAL" clId="{83E1CF4F-C943-4C89-843E-432564DAF0C2}" dt="2026-09-26T09:20:33.170" v="28"/>
          <ac:spMkLst>
            <pc:docMk/>
            <pc:sldMk cId="2040948884" sldId="336"/>
            <ac:spMk id="40" creationId="{FA4CD5CB-D209-4D70-8CA4-629731C59219}"/>
          </ac:spMkLst>
        </pc:spChg>
        <pc:spChg chg="del">
          <ac:chgData name="Rasha Salah Elsayed Osman Eweida" userId="bb0c7e9a-2f3a-4560-9ea3-5f49e9004639" providerId="ADAL" clId="{83E1CF4F-C943-4C89-843E-432564DAF0C2}" dt="2026-09-26T09:20:33.170" v="28"/>
          <ac:spMkLst>
            <pc:docMk/>
            <pc:sldMk cId="2040948884" sldId="336"/>
            <ac:spMk id="44" creationId="{B4C27B90-DF2B-4D00-BA07-18ED774CD2F1}"/>
          </ac:spMkLst>
        </pc:spChg>
        <pc:spChg chg="del">
          <ac:chgData name="Rasha Salah Elsayed Osman Eweida" userId="bb0c7e9a-2f3a-4560-9ea3-5f49e9004639" providerId="ADAL" clId="{83E1CF4F-C943-4C89-843E-432564DAF0C2}" dt="2026-09-26T09:20:33.170" v="28"/>
          <ac:spMkLst>
            <pc:docMk/>
            <pc:sldMk cId="2040948884" sldId="336"/>
            <ac:spMk id="46" creationId="{593ACC25-C262-417A-8AA9-0641C772BDB6}"/>
          </ac:spMkLst>
        </pc:spChg>
        <pc:picChg chg="mod">
          <ac:chgData name="Rasha Salah Elsayed Osman Eweida" userId="bb0c7e9a-2f3a-4560-9ea3-5f49e9004639" providerId="ADAL" clId="{83E1CF4F-C943-4C89-843E-432564DAF0C2}" dt="2026-09-26T09:23:55.861" v="86" actId="1076"/>
          <ac:picMkLst>
            <pc:docMk/>
            <pc:sldMk cId="2040948884" sldId="336"/>
            <ac:picMk id="4" creationId="{BBBD32A3-5BA5-45AD-8875-B8D59EA4C674}"/>
          </ac:picMkLst>
        </pc:picChg>
        <pc:cxnChg chg="del">
          <ac:chgData name="Rasha Salah Elsayed Osman Eweida" userId="bb0c7e9a-2f3a-4560-9ea3-5f49e9004639" providerId="ADAL" clId="{83E1CF4F-C943-4C89-843E-432564DAF0C2}" dt="2026-09-26T09:20:33.170" v="28"/>
          <ac:cxnSpMkLst>
            <pc:docMk/>
            <pc:sldMk cId="2040948884" sldId="336"/>
            <ac:cxnSpMk id="38" creationId="{7E1D4427-852B-4B37-8E76-0E9F1810BA2A}"/>
          </ac:cxnSpMkLst>
        </pc:cxnChg>
        <pc:cxnChg chg="del">
          <ac:chgData name="Rasha Salah Elsayed Osman Eweida" userId="bb0c7e9a-2f3a-4560-9ea3-5f49e9004639" providerId="ADAL" clId="{83E1CF4F-C943-4C89-843E-432564DAF0C2}" dt="2026-09-26T09:20:33.170" v="28"/>
          <ac:cxnSpMkLst>
            <pc:docMk/>
            <pc:sldMk cId="2040948884" sldId="336"/>
            <ac:cxnSpMk id="42" creationId="{5C6A2BAE-B461-4B55-8E1F-0722ABDD1393}"/>
          </ac:cxnSpMkLst>
        </pc:cxnChg>
      </pc:sldChg>
      <pc:sldChg chg="modSp add mod">
        <pc:chgData name="Rasha Salah Elsayed Osman Eweida" userId="bb0c7e9a-2f3a-4560-9ea3-5f49e9004639" providerId="ADAL" clId="{83E1CF4F-C943-4C89-843E-432564DAF0C2}" dt="2026-09-26T09:22:18.633" v="55" actId="1076"/>
        <pc:sldMkLst>
          <pc:docMk/>
          <pc:sldMk cId="1073965379" sldId="337"/>
        </pc:sldMkLst>
        <pc:spChg chg="mod">
          <ac:chgData name="Rasha Salah Elsayed Osman Eweida" userId="bb0c7e9a-2f3a-4560-9ea3-5f49e9004639" providerId="ADAL" clId="{83E1CF4F-C943-4C89-843E-432564DAF0C2}" dt="2026-09-26T09:22:18.633" v="55" actId="1076"/>
          <ac:spMkLst>
            <pc:docMk/>
            <pc:sldMk cId="1073965379" sldId="337"/>
            <ac:spMk id="2" creationId="{42308CEF-F1EC-446D-AD84-B8C214952808}"/>
          </ac:spMkLst>
        </pc:spChg>
      </pc:sldChg>
      <pc:sldChg chg="modSp add mod">
        <pc:chgData name="Rasha Salah Elsayed Osman Eweida" userId="bb0c7e9a-2f3a-4560-9ea3-5f49e9004639" providerId="ADAL" clId="{83E1CF4F-C943-4C89-843E-432564DAF0C2}" dt="2026-09-26T09:20:33.638" v="30" actId="27636"/>
        <pc:sldMkLst>
          <pc:docMk/>
          <pc:sldMk cId="927115013" sldId="338"/>
        </pc:sldMkLst>
        <pc:spChg chg="mod">
          <ac:chgData name="Rasha Salah Elsayed Osman Eweida" userId="bb0c7e9a-2f3a-4560-9ea3-5f49e9004639" providerId="ADAL" clId="{83E1CF4F-C943-4C89-843E-432564DAF0C2}" dt="2026-09-26T09:20:33.638" v="30" actId="27636"/>
          <ac:spMkLst>
            <pc:docMk/>
            <pc:sldMk cId="927115013" sldId="338"/>
            <ac:spMk id="2" creationId="{FF496581-F281-4EFA-B889-A2AF04BF57BF}"/>
          </ac:spMkLst>
        </pc:spChg>
      </pc:sldChg>
      <pc:sldChg chg="modSp add mod">
        <pc:chgData name="Rasha Salah Elsayed Osman Eweida" userId="bb0c7e9a-2f3a-4560-9ea3-5f49e9004639" providerId="ADAL" clId="{83E1CF4F-C943-4C89-843E-432564DAF0C2}" dt="2026-09-26T09:22:27.982" v="57" actId="1076"/>
        <pc:sldMkLst>
          <pc:docMk/>
          <pc:sldMk cId="799414166" sldId="339"/>
        </pc:sldMkLst>
        <pc:spChg chg="mod">
          <ac:chgData name="Rasha Salah Elsayed Osman Eweida" userId="bb0c7e9a-2f3a-4560-9ea3-5f49e9004639" providerId="ADAL" clId="{83E1CF4F-C943-4C89-843E-432564DAF0C2}" dt="2026-09-26T09:22:27.982" v="57" actId="1076"/>
          <ac:spMkLst>
            <pc:docMk/>
            <pc:sldMk cId="799414166" sldId="339"/>
            <ac:spMk id="2" creationId="{8FACE2DE-32CC-40F2-B9D1-1EA7B7BFC5F7}"/>
          </ac:spMkLst>
        </pc:spChg>
      </pc:sldChg>
      <pc:sldChg chg="add">
        <pc:chgData name="Rasha Salah Elsayed Osman Eweida" userId="bb0c7e9a-2f3a-4560-9ea3-5f49e9004639" providerId="ADAL" clId="{83E1CF4F-C943-4C89-843E-432564DAF0C2}" dt="2026-09-26T09:20:33.170" v="28"/>
        <pc:sldMkLst>
          <pc:docMk/>
          <pc:sldMk cId="1747499177" sldId="341"/>
        </pc:sldMkLst>
      </pc:sldChg>
      <pc:sldChg chg="modSp add mod">
        <pc:chgData name="Rasha Salah Elsayed Osman Eweida" userId="bb0c7e9a-2f3a-4560-9ea3-5f49e9004639" providerId="ADAL" clId="{83E1CF4F-C943-4C89-843E-432564DAF0C2}" dt="2026-09-26T09:25:18.269" v="105" actId="14100"/>
        <pc:sldMkLst>
          <pc:docMk/>
          <pc:sldMk cId="3869958752" sldId="346"/>
        </pc:sldMkLst>
        <pc:spChg chg="mod">
          <ac:chgData name="Rasha Salah Elsayed Osman Eweida" userId="bb0c7e9a-2f3a-4560-9ea3-5f49e9004639" providerId="ADAL" clId="{83E1CF4F-C943-4C89-843E-432564DAF0C2}" dt="2026-09-26T09:25:18.269" v="105" actId="14100"/>
          <ac:spMkLst>
            <pc:docMk/>
            <pc:sldMk cId="3869958752" sldId="346"/>
            <ac:spMk id="2" creationId="{A5C724E0-C2E5-4C16-9AEA-82A1F05ADC49}"/>
          </ac:spMkLst>
        </pc:spChg>
      </pc:sldChg>
      <pc:sldChg chg="modSp add mod">
        <pc:chgData name="Rasha Salah Elsayed Osman Eweida" userId="bb0c7e9a-2f3a-4560-9ea3-5f49e9004639" providerId="ADAL" clId="{83E1CF4F-C943-4C89-843E-432564DAF0C2}" dt="2026-09-26T09:25:29.544" v="110" actId="1076"/>
        <pc:sldMkLst>
          <pc:docMk/>
          <pc:sldMk cId="1734299997" sldId="347"/>
        </pc:sldMkLst>
        <pc:spChg chg="mod">
          <ac:chgData name="Rasha Salah Elsayed Osman Eweida" userId="bb0c7e9a-2f3a-4560-9ea3-5f49e9004639" providerId="ADAL" clId="{83E1CF4F-C943-4C89-843E-432564DAF0C2}" dt="2026-09-26T09:25:27.407" v="108" actId="14100"/>
          <ac:spMkLst>
            <pc:docMk/>
            <pc:sldMk cId="1734299997" sldId="347"/>
            <ac:spMk id="2" creationId="{65F8482D-7AB3-402A-A3CC-F1F6B8A800B0}"/>
          </ac:spMkLst>
        </pc:spChg>
        <pc:picChg chg="mod">
          <ac:chgData name="Rasha Salah Elsayed Osman Eweida" userId="bb0c7e9a-2f3a-4560-9ea3-5f49e9004639" providerId="ADAL" clId="{83E1CF4F-C943-4C89-843E-432564DAF0C2}" dt="2026-09-26T09:25:29.544" v="110" actId="1076"/>
          <ac:picMkLst>
            <pc:docMk/>
            <pc:sldMk cId="1734299997" sldId="347"/>
            <ac:picMk id="4" creationId="{B71C42EC-9126-482A-8F74-B550CA8A9EB6}"/>
          </ac:picMkLst>
        </pc:picChg>
      </pc:sldChg>
      <pc:sldChg chg="modSp add mod">
        <pc:chgData name="Rasha Salah Elsayed Osman Eweida" userId="bb0c7e9a-2f3a-4560-9ea3-5f49e9004639" providerId="ADAL" clId="{83E1CF4F-C943-4C89-843E-432564DAF0C2}" dt="2026-09-26T09:20:34.068" v="42" actId="27636"/>
        <pc:sldMkLst>
          <pc:docMk/>
          <pc:sldMk cId="2029995683" sldId="353"/>
        </pc:sldMkLst>
        <pc:spChg chg="mod">
          <ac:chgData name="Rasha Salah Elsayed Osman Eweida" userId="bb0c7e9a-2f3a-4560-9ea3-5f49e9004639" providerId="ADAL" clId="{83E1CF4F-C943-4C89-843E-432564DAF0C2}" dt="2026-09-26T09:20:34.068" v="42" actId="27636"/>
          <ac:spMkLst>
            <pc:docMk/>
            <pc:sldMk cId="2029995683" sldId="353"/>
            <ac:spMk id="3" creationId="{0766EF2A-9088-487F-8B89-B11DCBB1AEB9}"/>
          </ac:spMkLst>
        </pc:spChg>
      </pc:sldChg>
      <pc:sldChg chg="add">
        <pc:chgData name="Rasha Salah Elsayed Osman Eweida" userId="bb0c7e9a-2f3a-4560-9ea3-5f49e9004639" providerId="ADAL" clId="{83E1CF4F-C943-4C89-843E-432564DAF0C2}" dt="2026-09-26T09:20:33.170" v="28"/>
        <pc:sldMkLst>
          <pc:docMk/>
          <pc:sldMk cId="2069340749" sldId="354"/>
        </pc:sldMkLst>
      </pc:sldChg>
      <pc:sldChg chg="modSp add mod">
        <pc:chgData name="Rasha Salah Elsayed Osman Eweida" userId="bb0c7e9a-2f3a-4560-9ea3-5f49e9004639" providerId="ADAL" clId="{83E1CF4F-C943-4C89-843E-432564DAF0C2}" dt="2026-09-26T09:24:48.012" v="97" actId="1076"/>
        <pc:sldMkLst>
          <pc:docMk/>
          <pc:sldMk cId="1588085269" sldId="356"/>
        </pc:sldMkLst>
        <pc:spChg chg="mod">
          <ac:chgData name="Rasha Salah Elsayed Osman Eweida" userId="bb0c7e9a-2f3a-4560-9ea3-5f49e9004639" providerId="ADAL" clId="{83E1CF4F-C943-4C89-843E-432564DAF0C2}" dt="2026-09-26T09:24:48.012" v="97" actId="1076"/>
          <ac:spMkLst>
            <pc:docMk/>
            <pc:sldMk cId="1588085269" sldId="356"/>
            <ac:spMk id="2" creationId="{BCF7F727-931E-231F-6197-EE44A8607AE7}"/>
          </ac:spMkLst>
        </pc:spChg>
        <pc:spChg chg="mod">
          <ac:chgData name="Rasha Salah Elsayed Osman Eweida" userId="bb0c7e9a-2f3a-4560-9ea3-5f49e9004639" providerId="ADAL" clId="{83E1CF4F-C943-4C89-843E-432564DAF0C2}" dt="2026-09-26T09:24:35.740" v="95" actId="207"/>
          <ac:spMkLst>
            <pc:docMk/>
            <pc:sldMk cId="1588085269" sldId="356"/>
            <ac:spMk id="3" creationId="{8CC407F2-CA9A-3E4F-73C7-717E31EAB1BF}"/>
          </ac:spMkLst>
        </pc:spChg>
        <pc:picChg chg="mod">
          <ac:chgData name="Rasha Salah Elsayed Osman Eweida" userId="bb0c7e9a-2f3a-4560-9ea3-5f49e9004639" providerId="ADAL" clId="{83E1CF4F-C943-4C89-843E-432564DAF0C2}" dt="2026-09-26T09:24:21.567" v="92" actId="1076"/>
          <ac:picMkLst>
            <pc:docMk/>
            <pc:sldMk cId="1588085269" sldId="356"/>
            <ac:picMk id="4" creationId="{3DC0E841-9260-3D36-F753-E3106FF00521}"/>
          </ac:picMkLst>
        </pc:picChg>
      </pc:sldChg>
      <pc:sldChg chg="modSp add mod">
        <pc:chgData name="Rasha Salah Elsayed Osman Eweida" userId="bb0c7e9a-2f3a-4560-9ea3-5f49e9004639" providerId="ADAL" clId="{83E1CF4F-C943-4C89-843E-432564DAF0C2}" dt="2026-09-26T09:23:12.626" v="70" actId="1076"/>
        <pc:sldMkLst>
          <pc:docMk/>
          <pc:sldMk cId="2770363635" sldId="367"/>
        </pc:sldMkLst>
        <pc:spChg chg="mod">
          <ac:chgData name="Rasha Salah Elsayed Osman Eweida" userId="bb0c7e9a-2f3a-4560-9ea3-5f49e9004639" providerId="ADAL" clId="{83E1CF4F-C943-4C89-843E-432564DAF0C2}" dt="2026-09-26T09:23:12.626" v="70" actId="1076"/>
          <ac:spMkLst>
            <pc:docMk/>
            <pc:sldMk cId="2770363635" sldId="367"/>
            <ac:spMk id="2" creationId="{D58F6C58-FB77-C485-A6C0-9BBC1FA66163}"/>
          </ac:spMkLst>
        </pc:spChg>
        <pc:spChg chg="mod">
          <ac:chgData name="Rasha Salah Elsayed Osman Eweida" userId="bb0c7e9a-2f3a-4560-9ea3-5f49e9004639" providerId="ADAL" clId="{83E1CF4F-C943-4C89-843E-432564DAF0C2}" dt="2026-09-26T09:20:33.877" v="34" actId="27636"/>
          <ac:spMkLst>
            <pc:docMk/>
            <pc:sldMk cId="2770363635" sldId="367"/>
            <ac:spMk id="3" creationId="{C7525057-283F-1D45-30DB-658E7F3307F5}"/>
          </ac:spMkLst>
        </pc:spChg>
        <pc:picChg chg="mod">
          <ac:chgData name="Rasha Salah Elsayed Osman Eweida" userId="bb0c7e9a-2f3a-4560-9ea3-5f49e9004639" providerId="ADAL" clId="{83E1CF4F-C943-4C89-843E-432564DAF0C2}" dt="2026-09-26T09:23:06.492" v="69" actId="1076"/>
          <ac:picMkLst>
            <pc:docMk/>
            <pc:sldMk cId="2770363635" sldId="367"/>
            <ac:picMk id="4" creationId="{697FF63B-DB80-FC4B-FB53-E32B04B6D9B1}"/>
          </ac:picMkLst>
        </pc:picChg>
        <pc:picChg chg="mod">
          <ac:chgData name="Rasha Salah Elsayed Osman Eweida" userId="bb0c7e9a-2f3a-4560-9ea3-5f49e9004639" providerId="ADAL" clId="{83E1CF4F-C943-4C89-843E-432564DAF0C2}" dt="2026-09-26T09:23:05.325" v="68" actId="1076"/>
          <ac:picMkLst>
            <pc:docMk/>
            <pc:sldMk cId="2770363635" sldId="367"/>
            <ac:picMk id="9218" creationId="{4D2C683A-CC6A-4456-7F11-7E9EEEB18EC9}"/>
          </ac:picMkLst>
        </pc:picChg>
      </pc:sldChg>
      <pc:sldChg chg="delSp add setBg delDesignElem">
        <pc:chgData name="Rasha Salah Elsayed Osman Eweida" userId="bb0c7e9a-2f3a-4560-9ea3-5f49e9004639" providerId="ADAL" clId="{83E1CF4F-C943-4C89-843E-432564DAF0C2}" dt="2026-09-26T09:20:33.170" v="28"/>
        <pc:sldMkLst>
          <pc:docMk/>
          <pc:sldMk cId="1231503774" sldId="368"/>
        </pc:sldMkLst>
        <pc:spChg chg="del">
          <ac:chgData name="Rasha Salah Elsayed Osman Eweida" userId="bb0c7e9a-2f3a-4560-9ea3-5f49e9004639" providerId="ADAL" clId="{83E1CF4F-C943-4C89-843E-432564DAF0C2}" dt="2026-09-26T09:20:33.170" v="28"/>
          <ac:spMkLst>
            <pc:docMk/>
            <pc:sldMk cId="1231503774" sldId="368"/>
            <ac:spMk id="10261" creationId="{84136905-015B-4510-B514-027CBA846BD6}"/>
          </ac:spMkLst>
        </pc:spChg>
        <pc:spChg chg="del">
          <ac:chgData name="Rasha Salah Elsayed Osman Eweida" userId="bb0c7e9a-2f3a-4560-9ea3-5f49e9004639" providerId="ADAL" clId="{83E1CF4F-C943-4C89-843E-432564DAF0C2}" dt="2026-09-26T09:20:33.170" v="28"/>
          <ac:spMkLst>
            <pc:docMk/>
            <pc:sldMk cId="1231503774" sldId="368"/>
            <ac:spMk id="10263" creationId="{36CD0F97-2E5B-4E84-8544-EB24DED10446}"/>
          </ac:spMkLst>
        </pc:spChg>
        <pc:spChg chg="del">
          <ac:chgData name="Rasha Salah Elsayed Osman Eweida" userId="bb0c7e9a-2f3a-4560-9ea3-5f49e9004639" providerId="ADAL" clId="{83E1CF4F-C943-4C89-843E-432564DAF0C2}" dt="2026-09-26T09:20:33.170" v="28"/>
          <ac:spMkLst>
            <pc:docMk/>
            <pc:sldMk cId="1231503774" sldId="368"/>
            <ac:spMk id="10265" creationId="{65CDAFE1-059B-49EF-8E73-47DED29BD77B}"/>
          </ac:spMkLst>
        </pc:spChg>
      </pc:sldChg>
      <pc:sldChg chg="delSp modSp add mod setBg delDesignElem">
        <pc:chgData name="Rasha Salah Elsayed Osman Eweida" userId="bb0c7e9a-2f3a-4560-9ea3-5f49e9004639" providerId="ADAL" clId="{83E1CF4F-C943-4C89-843E-432564DAF0C2}" dt="2026-09-26T09:20:33.941" v="36" actId="27636"/>
        <pc:sldMkLst>
          <pc:docMk/>
          <pc:sldMk cId="248776361" sldId="369"/>
        </pc:sldMkLst>
        <pc:spChg chg="mod">
          <ac:chgData name="Rasha Salah Elsayed Osman Eweida" userId="bb0c7e9a-2f3a-4560-9ea3-5f49e9004639" providerId="ADAL" clId="{83E1CF4F-C943-4C89-843E-432564DAF0C2}" dt="2026-09-26T09:20:33.941" v="36" actId="27636"/>
          <ac:spMkLst>
            <pc:docMk/>
            <pc:sldMk cId="248776361" sldId="369"/>
            <ac:spMk id="3" creationId="{1FA89C05-7E04-EE27-FB94-35B36553CB3E}"/>
          </ac:spMkLst>
        </pc:spChg>
        <pc:spChg chg="del">
          <ac:chgData name="Rasha Salah Elsayed Osman Eweida" userId="bb0c7e9a-2f3a-4560-9ea3-5f49e9004639" providerId="ADAL" clId="{83E1CF4F-C943-4C89-843E-432564DAF0C2}" dt="2026-09-26T09:20:33.170" v="28"/>
          <ac:spMkLst>
            <pc:docMk/>
            <pc:sldMk cId="248776361" sldId="369"/>
            <ac:spMk id="32" creationId="{84136905-015B-4510-B514-027CBA846BD6}"/>
          </ac:spMkLst>
        </pc:spChg>
      </pc:sldChg>
      <pc:sldChg chg="delSp add setBg delDesignElem">
        <pc:chgData name="Rasha Salah Elsayed Osman Eweida" userId="bb0c7e9a-2f3a-4560-9ea3-5f49e9004639" providerId="ADAL" clId="{83E1CF4F-C943-4C89-843E-432564DAF0C2}" dt="2026-09-26T09:20:33.170" v="28"/>
        <pc:sldMkLst>
          <pc:docMk/>
          <pc:sldMk cId="1444749558" sldId="370"/>
        </pc:sldMkLst>
        <pc:spChg chg="del">
          <ac:chgData name="Rasha Salah Elsayed Osman Eweida" userId="bb0c7e9a-2f3a-4560-9ea3-5f49e9004639" providerId="ADAL" clId="{83E1CF4F-C943-4C89-843E-432564DAF0C2}" dt="2026-09-26T09:20:33.170" v="28"/>
          <ac:spMkLst>
            <pc:docMk/>
            <pc:sldMk cId="1444749558" sldId="370"/>
            <ac:spMk id="1051" creationId="{49306479-8C4D-4E4A-A330-DFC80A8A01BE}"/>
          </ac:spMkLst>
        </pc:spChg>
        <pc:spChg chg="del">
          <ac:chgData name="Rasha Salah Elsayed Osman Eweida" userId="bb0c7e9a-2f3a-4560-9ea3-5f49e9004639" providerId="ADAL" clId="{83E1CF4F-C943-4C89-843E-432564DAF0C2}" dt="2026-09-26T09:20:33.170" v="28"/>
          <ac:spMkLst>
            <pc:docMk/>
            <pc:sldMk cId="1444749558" sldId="370"/>
            <ac:spMk id="1052" creationId="{ADFFAB7E-4788-405E-A4D8-B6644AE463BE}"/>
          </ac:spMkLst>
        </pc:spChg>
        <pc:spChg chg="del">
          <ac:chgData name="Rasha Salah Elsayed Osman Eweida" userId="bb0c7e9a-2f3a-4560-9ea3-5f49e9004639" providerId="ADAL" clId="{83E1CF4F-C943-4C89-843E-432564DAF0C2}" dt="2026-09-26T09:20:33.170" v="28"/>
          <ac:spMkLst>
            <pc:docMk/>
            <pc:sldMk cId="1444749558" sldId="370"/>
            <ac:spMk id="1053" creationId="{A9F985A2-1334-4D86-97FF-10FE78059FE5}"/>
          </ac:spMkLst>
        </pc:spChg>
        <pc:spChg chg="del">
          <ac:chgData name="Rasha Salah Elsayed Osman Eweida" userId="bb0c7e9a-2f3a-4560-9ea3-5f49e9004639" providerId="ADAL" clId="{83E1CF4F-C943-4C89-843E-432564DAF0C2}" dt="2026-09-26T09:20:33.170" v="28"/>
          <ac:spMkLst>
            <pc:docMk/>
            <pc:sldMk cId="1444749558" sldId="370"/>
            <ac:spMk id="1054" creationId="{611151DD-A4A6-4DD2-B74D-ECEC523EEE68}"/>
          </ac:spMkLst>
        </pc:spChg>
      </pc:sldChg>
      <pc:sldChg chg="delSp modSp add mod setBg delDesignElem">
        <pc:chgData name="Rasha Salah Elsayed Osman Eweida" userId="bb0c7e9a-2f3a-4560-9ea3-5f49e9004639" providerId="ADAL" clId="{83E1CF4F-C943-4C89-843E-432564DAF0C2}" dt="2026-09-26T09:25:01.884" v="101" actId="14100"/>
        <pc:sldMkLst>
          <pc:docMk/>
          <pc:sldMk cId="3302602773" sldId="371"/>
        </pc:sldMkLst>
        <pc:spChg chg="mod">
          <ac:chgData name="Rasha Salah Elsayed Osman Eweida" userId="bb0c7e9a-2f3a-4560-9ea3-5f49e9004639" providerId="ADAL" clId="{83E1CF4F-C943-4C89-843E-432564DAF0C2}" dt="2026-09-26T09:25:01.884" v="101" actId="14100"/>
          <ac:spMkLst>
            <pc:docMk/>
            <pc:sldMk cId="3302602773" sldId="371"/>
            <ac:spMk id="2" creationId="{DEF6D6A4-EC74-77F5-9EE3-27B20AB218BE}"/>
          </ac:spMkLst>
        </pc:spChg>
        <pc:spChg chg="del">
          <ac:chgData name="Rasha Salah Elsayed Osman Eweida" userId="bb0c7e9a-2f3a-4560-9ea3-5f49e9004639" providerId="ADAL" clId="{83E1CF4F-C943-4C89-843E-432564DAF0C2}" dt="2026-09-26T09:20:33.170" v="28"/>
          <ac:spMkLst>
            <pc:docMk/>
            <pc:sldMk cId="3302602773" sldId="371"/>
            <ac:spMk id="9" creationId="{84136905-015B-4510-B514-027CBA846BD6}"/>
          </ac:spMkLst>
        </pc:spChg>
        <pc:spChg chg="del">
          <ac:chgData name="Rasha Salah Elsayed Osman Eweida" userId="bb0c7e9a-2f3a-4560-9ea3-5f49e9004639" providerId="ADAL" clId="{83E1CF4F-C943-4C89-843E-432564DAF0C2}" dt="2026-09-26T09:20:33.170" v="28"/>
          <ac:spMkLst>
            <pc:docMk/>
            <pc:sldMk cId="3302602773" sldId="371"/>
            <ac:spMk id="11" creationId="{36CD0F97-2E5B-4E84-8544-EB24DED10446}"/>
          </ac:spMkLst>
        </pc:spChg>
        <pc:spChg chg="del">
          <ac:chgData name="Rasha Salah Elsayed Osman Eweida" userId="bb0c7e9a-2f3a-4560-9ea3-5f49e9004639" providerId="ADAL" clId="{83E1CF4F-C943-4C89-843E-432564DAF0C2}" dt="2026-09-26T09:20:33.170" v="28"/>
          <ac:spMkLst>
            <pc:docMk/>
            <pc:sldMk cId="3302602773" sldId="371"/>
            <ac:spMk id="13" creationId="{EF37EE88-E359-4E69-A072-9959A84E1110}"/>
          </ac:spMkLst>
        </pc:spChg>
        <pc:picChg chg="mod">
          <ac:chgData name="Rasha Salah Elsayed Osman Eweida" userId="bb0c7e9a-2f3a-4560-9ea3-5f49e9004639" providerId="ADAL" clId="{83E1CF4F-C943-4C89-843E-432564DAF0C2}" dt="2026-09-26T09:24:54.503" v="98" actId="1076"/>
          <ac:picMkLst>
            <pc:docMk/>
            <pc:sldMk cId="3302602773" sldId="371"/>
            <ac:picMk id="5" creationId="{68FFEA7D-F6DF-84C6-5A00-758737D1AB26}"/>
          </ac:picMkLst>
        </pc:picChg>
      </pc:sldChg>
      <pc:sldChg chg="delSp add setBg delDesignElem">
        <pc:chgData name="Rasha Salah Elsayed Osman Eweida" userId="bb0c7e9a-2f3a-4560-9ea3-5f49e9004639" providerId="ADAL" clId="{83E1CF4F-C943-4C89-843E-432564DAF0C2}" dt="2026-09-26T09:20:33.170" v="28"/>
        <pc:sldMkLst>
          <pc:docMk/>
          <pc:sldMk cId="3428784948" sldId="373"/>
        </pc:sldMkLst>
        <pc:spChg chg="del">
          <ac:chgData name="Rasha Salah Elsayed Osman Eweida" userId="bb0c7e9a-2f3a-4560-9ea3-5f49e9004639" providerId="ADAL" clId="{83E1CF4F-C943-4C89-843E-432564DAF0C2}" dt="2026-09-26T09:20:33.170" v="28"/>
          <ac:spMkLst>
            <pc:docMk/>
            <pc:sldMk cId="3428784948" sldId="373"/>
            <ac:spMk id="2055" creationId="{BC4A0336-662C-41C3-8DC8-3104A1694777}"/>
          </ac:spMkLst>
        </pc:spChg>
      </pc:sldChg>
      <pc:sldChg chg="delSp modSp add mod setBg delDesignElem">
        <pc:chgData name="Rasha Salah Elsayed Osman Eweida" userId="bb0c7e9a-2f3a-4560-9ea3-5f49e9004639" providerId="ADAL" clId="{83E1CF4F-C943-4C89-843E-432564DAF0C2}" dt="2026-09-26T09:25:10.024" v="103" actId="1076"/>
        <pc:sldMkLst>
          <pc:docMk/>
          <pc:sldMk cId="1002835902" sldId="374"/>
        </pc:sldMkLst>
        <pc:spChg chg="mod">
          <ac:chgData name="Rasha Salah Elsayed Osman Eweida" userId="bb0c7e9a-2f3a-4560-9ea3-5f49e9004639" providerId="ADAL" clId="{83E1CF4F-C943-4C89-843E-432564DAF0C2}" dt="2026-09-26T09:25:10.024" v="103" actId="1076"/>
          <ac:spMkLst>
            <pc:docMk/>
            <pc:sldMk cId="1002835902" sldId="374"/>
            <ac:spMk id="2" creationId="{0A5EADB5-89A5-AE19-C684-5281A39729C9}"/>
          </ac:spMkLst>
        </pc:spChg>
        <pc:spChg chg="del">
          <ac:chgData name="Rasha Salah Elsayed Osman Eweida" userId="bb0c7e9a-2f3a-4560-9ea3-5f49e9004639" providerId="ADAL" clId="{83E1CF4F-C943-4C89-843E-432564DAF0C2}" dt="2026-09-26T09:20:33.170" v="28"/>
          <ac:spMkLst>
            <pc:docMk/>
            <pc:sldMk cId="1002835902" sldId="374"/>
            <ac:spMk id="8" creationId="{84136905-015B-4510-B514-027CBA846BD6}"/>
          </ac:spMkLst>
        </pc:spChg>
        <pc:spChg chg="del">
          <ac:chgData name="Rasha Salah Elsayed Osman Eweida" userId="bb0c7e9a-2f3a-4560-9ea3-5f49e9004639" providerId="ADAL" clId="{83E1CF4F-C943-4C89-843E-432564DAF0C2}" dt="2026-09-26T09:20:33.170" v="28"/>
          <ac:spMkLst>
            <pc:docMk/>
            <pc:sldMk cId="1002835902" sldId="374"/>
            <ac:spMk id="10" creationId="{ACD0CF1E-4915-4854-AE1A-BE8E8ABDE396}"/>
          </ac:spMkLst>
        </pc:spChg>
        <pc:spChg chg="del">
          <ac:chgData name="Rasha Salah Elsayed Osman Eweida" userId="bb0c7e9a-2f3a-4560-9ea3-5f49e9004639" providerId="ADAL" clId="{83E1CF4F-C943-4C89-843E-432564DAF0C2}" dt="2026-09-26T09:20:33.170" v="28"/>
          <ac:spMkLst>
            <pc:docMk/>
            <pc:sldMk cId="1002835902" sldId="374"/>
            <ac:spMk id="12" creationId="{C378B036-879B-4F45-A653-56FC275A70F6}"/>
          </ac:spMkLst>
        </pc:spChg>
      </pc:sldChg>
      <pc:sldChg chg="modSp add mod">
        <pc:chgData name="Rasha Salah Elsayed Osman Eweida" userId="bb0c7e9a-2f3a-4560-9ea3-5f49e9004639" providerId="ADAL" clId="{83E1CF4F-C943-4C89-843E-432564DAF0C2}" dt="2026-09-26T09:25:43.645" v="117" actId="1076"/>
        <pc:sldMkLst>
          <pc:docMk/>
          <pc:sldMk cId="2051687407" sldId="377"/>
        </pc:sldMkLst>
        <pc:spChg chg="mod">
          <ac:chgData name="Rasha Salah Elsayed Osman Eweida" userId="bb0c7e9a-2f3a-4560-9ea3-5f49e9004639" providerId="ADAL" clId="{83E1CF4F-C943-4C89-843E-432564DAF0C2}" dt="2026-09-26T09:25:43.645" v="117" actId="1076"/>
          <ac:spMkLst>
            <pc:docMk/>
            <pc:sldMk cId="2051687407" sldId="377"/>
            <ac:spMk id="4" creationId="{DDB87B7A-A6DF-298F-33F1-4113BA898776}"/>
          </ac:spMkLst>
        </pc:spChg>
      </pc:sldChg>
      <pc:sldChg chg="modSp add mod">
        <pc:chgData name="Rasha Salah Elsayed Osman Eweida" userId="bb0c7e9a-2f3a-4560-9ea3-5f49e9004639" providerId="ADAL" clId="{83E1CF4F-C943-4C89-843E-432564DAF0C2}" dt="2026-09-26T09:20:33.957" v="37" actId="27636"/>
        <pc:sldMkLst>
          <pc:docMk/>
          <pc:sldMk cId="3917228723" sldId="378"/>
        </pc:sldMkLst>
        <pc:spChg chg="mod">
          <ac:chgData name="Rasha Salah Elsayed Osman Eweida" userId="bb0c7e9a-2f3a-4560-9ea3-5f49e9004639" providerId="ADAL" clId="{83E1CF4F-C943-4C89-843E-432564DAF0C2}" dt="2026-09-26T09:20:33.957" v="37" actId="27636"/>
          <ac:spMkLst>
            <pc:docMk/>
            <pc:sldMk cId="3917228723" sldId="378"/>
            <ac:spMk id="5" creationId="{7346946B-05ED-CABE-BEAA-63DC6C197562}"/>
          </ac:spMkLst>
        </pc:spChg>
      </pc:sldChg>
      <pc:sldChg chg="delSp add setBg delDesignElem">
        <pc:chgData name="Rasha Salah Elsayed Osman Eweida" userId="bb0c7e9a-2f3a-4560-9ea3-5f49e9004639" providerId="ADAL" clId="{83E1CF4F-C943-4C89-843E-432564DAF0C2}" dt="2026-09-26T09:20:33.170" v="28"/>
        <pc:sldMkLst>
          <pc:docMk/>
          <pc:sldMk cId="3264461773" sldId="379"/>
        </pc:sldMkLst>
        <pc:spChg chg="del">
          <ac:chgData name="Rasha Salah Elsayed Osman Eweida" userId="bb0c7e9a-2f3a-4560-9ea3-5f49e9004639" providerId="ADAL" clId="{83E1CF4F-C943-4C89-843E-432564DAF0C2}" dt="2026-09-26T09:20:33.170" v="28"/>
          <ac:spMkLst>
            <pc:docMk/>
            <pc:sldMk cId="3264461773" sldId="379"/>
            <ac:spMk id="9" creationId="{84136905-015B-4510-B514-027CBA846BD6}"/>
          </ac:spMkLst>
        </pc:spChg>
      </pc:sldChg>
      <pc:sldChg chg="delSp add setBg delDesignElem">
        <pc:chgData name="Rasha Salah Elsayed Osman Eweida" userId="bb0c7e9a-2f3a-4560-9ea3-5f49e9004639" providerId="ADAL" clId="{83E1CF4F-C943-4C89-843E-432564DAF0C2}" dt="2026-09-26T09:20:33.170" v="28"/>
        <pc:sldMkLst>
          <pc:docMk/>
          <pc:sldMk cId="1789190095" sldId="380"/>
        </pc:sldMkLst>
        <pc:spChg chg="del">
          <ac:chgData name="Rasha Salah Elsayed Osman Eweida" userId="bb0c7e9a-2f3a-4560-9ea3-5f49e9004639" providerId="ADAL" clId="{83E1CF4F-C943-4C89-843E-432564DAF0C2}" dt="2026-09-26T09:20:33.170" v="28"/>
          <ac:spMkLst>
            <pc:docMk/>
            <pc:sldMk cId="1789190095" sldId="380"/>
            <ac:spMk id="21" creationId="{84136905-015B-4510-B514-027CBA846BD6}"/>
          </ac:spMkLst>
        </pc:spChg>
      </pc:sldChg>
      <pc:sldChg chg="delSp modSp add mod setBg delDesignElem">
        <pc:chgData name="Rasha Salah Elsayed Osman Eweida" userId="bb0c7e9a-2f3a-4560-9ea3-5f49e9004639" providerId="ADAL" clId="{83E1CF4F-C943-4C89-843E-432564DAF0C2}" dt="2026-09-26T09:26:07.078" v="120" actId="20577"/>
        <pc:sldMkLst>
          <pc:docMk/>
          <pc:sldMk cId="1506078842" sldId="381"/>
        </pc:sldMkLst>
        <pc:spChg chg="mod">
          <ac:chgData name="Rasha Salah Elsayed Osman Eweida" userId="bb0c7e9a-2f3a-4560-9ea3-5f49e9004639" providerId="ADAL" clId="{83E1CF4F-C943-4C89-843E-432564DAF0C2}" dt="2026-09-26T09:20:33.972" v="38" actId="27636"/>
          <ac:spMkLst>
            <pc:docMk/>
            <pc:sldMk cId="1506078842" sldId="381"/>
            <ac:spMk id="4" creationId="{5D1342AA-1B13-F6AD-99BA-50D68BE595B3}"/>
          </ac:spMkLst>
        </pc:spChg>
        <pc:spChg chg="mod">
          <ac:chgData name="Rasha Salah Elsayed Osman Eweida" userId="bb0c7e9a-2f3a-4560-9ea3-5f49e9004639" providerId="ADAL" clId="{83E1CF4F-C943-4C89-843E-432564DAF0C2}" dt="2026-09-26T09:26:07.078" v="120" actId="20577"/>
          <ac:spMkLst>
            <pc:docMk/>
            <pc:sldMk cId="1506078842" sldId="381"/>
            <ac:spMk id="5" creationId="{F02872E2-57F5-D746-37B5-C885E119D36B}"/>
          </ac:spMkLst>
        </pc:spChg>
        <pc:spChg chg="del">
          <ac:chgData name="Rasha Salah Elsayed Osman Eweida" userId="bb0c7e9a-2f3a-4560-9ea3-5f49e9004639" providerId="ADAL" clId="{83E1CF4F-C943-4C89-843E-432564DAF0C2}" dt="2026-09-26T09:20:33.170" v="28"/>
          <ac:spMkLst>
            <pc:docMk/>
            <pc:sldMk cId="1506078842" sldId="381"/>
            <ac:spMk id="21" creationId="{49306479-8C4D-4E4A-A330-DFC80A8A01BE}"/>
          </ac:spMkLst>
        </pc:spChg>
        <pc:spChg chg="del">
          <ac:chgData name="Rasha Salah Elsayed Osman Eweida" userId="bb0c7e9a-2f3a-4560-9ea3-5f49e9004639" providerId="ADAL" clId="{83E1CF4F-C943-4C89-843E-432564DAF0C2}" dt="2026-09-26T09:20:33.170" v="28"/>
          <ac:spMkLst>
            <pc:docMk/>
            <pc:sldMk cId="1506078842" sldId="381"/>
            <ac:spMk id="23" creationId="{9B45BA4C-9B54-4496-821F-9E0985CA984D}"/>
          </ac:spMkLst>
        </pc:spChg>
        <pc:spChg chg="del">
          <ac:chgData name="Rasha Salah Elsayed Osman Eweida" userId="bb0c7e9a-2f3a-4560-9ea3-5f49e9004639" providerId="ADAL" clId="{83E1CF4F-C943-4C89-843E-432564DAF0C2}" dt="2026-09-26T09:20:33.170" v="28"/>
          <ac:spMkLst>
            <pc:docMk/>
            <pc:sldMk cId="1506078842" sldId="381"/>
            <ac:spMk id="25" creationId="{117B5C06-12CC-49EF-A907-08F1B132CAE2}"/>
          </ac:spMkLst>
        </pc:spChg>
        <pc:spChg chg="del">
          <ac:chgData name="Rasha Salah Elsayed Osman Eweida" userId="bb0c7e9a-2f3a-4560-9ea3-5f49e9004639" providerId="ADAL" clId="{83E1CF4F-C943-4C89-843E-432564DAF0C2}" dt="2026-09-26T09:20:33.170" v="28"/>
          <ac:spMkLst>
            <pc:docMk/>
            <pc:sldMk cId="1506078842" sldId="381"/>
            <ac:spMk id="31" creationId="{F37401D6-BDB1-48AE-A98F-2CD05E92E30B}"/>
          </ac:spMkLst>
        </pc:spChg>
      </pc:sldChg>
      <pc:sldChg chg="delSp modSp add mod setBg delDesignElem">
        <pc:chgData name="Rasha Salah Elsayed Osman Eweida" userId="bb0c7e9a-2f3a-4560-9ea3-5f49e9004639" providerId="ADAL" clId="{83E1CF4F-C943-4C89-843E-432564DAF0C2}" dt="2026-09-26T09:20:33.988" v="39" actId="27636"/>
        <pc:sldMkLst>
          <pc:docMk/>
          <pc:sldMk cId="2108770433" sldId="382"/>
        </pc:sldMkLst>
        <pc:spChg chg="mod">
          <ac:chgData name="Rasha Salah Elsayed Osman Eweida" userId="bb0c7e9a-2f3a-4560-9ea3-5f49e9004639" providerId="ADAL" clId="{83E1CF4F-C943-4C89-843E-432564DAF0C2}" dt="2026-09-26T09:20:33.988" v="39" actId="27636"/>
          <ac:spMkLst>
            <pc:docMk/>
            <pc:sldMk cId="2108770433" sldId="382"/>
            <ac:spMk id="3" creationId="{FC6E3428-E312-DA0F-4B23-ADF3B85171AB}"/>
          </ac:spMkLst>
        </pc:spChg>
        <pc:spChg chg="del">
          <ac:chgData name="Rasha Salah Elsayed Osman Eweida" userId="bb0c7e9a-2f3a-4560-9ea3-5f49e9004639" providerId="ADAL" clId="{83E1CF4F-C943-4C89-843E-432564DAF0C2}" dt="2026-09-26T09:20:33.170" v="28"/>
          <ac:spMkLst>
            <pc:docMk/>
            <pc:sldMk cId="2108770433" sldId="382"/>
            <ac:spMk id="9" creationId="{84136905-015B-4510-B514-027CBA846BD6}"/>
          </ac:spMkLst>
        </pc:spChg>
      </pc:sldChg>
      <pc:sldChg chg="modSp add mod">
        <pc:chgData name="Rasha Salah Elsayed Osman Eweida" userId="bb0c7e9a-2f3a-4560-9ea3-5f49e9004639" providerId="ADAL" clId="{83E1CF4F-C943-4C89-843E-432564DAF0C2}" dt="2026-09-26T09:26:24.905" v="124" actId="1076"/>
        <pc:sldMkLst>
          <pc:docMk/>
          <pc:sldMk cId="3027596723" sldId="384"/>
        </pc:sldMkLst>
        <pc:spChg chg="mod">
          <ac:chgData name="Rasha Salah Elsayed Osman Eweida" userId="bb0c7e9a-2f3a-4560-9ea3-5f49e9004639" providerId="ADAL" clId="{83E1CF4F-C943-4C89-843E-432564DAF0C2}" dt="2026-09-26T09:26:24.905" v="124" actId="1076"/>
          <ac:spMkLst>
            <pc:docMk/>
            <pc:sldMk cId="3027596723" sldId="384"/>
            <ac:spMk id="2" creationId="{A06520C0-BD4D-BF8E-B646-016A59131199}"/>
          </ac:spMkLst>
        </pc:spChg>
      </pc:sldChg>
      <pc:sldChg chg="modSp add mod">
        <pc:chgData name="Rasha Salah Elsayed Osman Eweida" userId="bb0c7e9a-2f3a-4560-9ea3-5f49e9004639" providerId="ADAL" clId="{83E1CF4F-C943-4C89-843E-432564DAF0C2}" dt="2026-09-26T09:26:17.469" v="122" actId="113"/>
        <pc:sldMkLst>
          <pc:docMk/>
          <pc:sldMk cId="2046421147" sldId="385"/>
        </pc:sldMkLst>
        <pc:spChg chg="mod">
          <ac:chgData name="Rasha Salah Elsayed Osman Eweida" userId="bb0c7e9a-2f3a-4560-9ea3-5f49e9004639" providerId="ADAL" clId="{83E1CF4F-C943-4C89-843E-432564DAF0C2}" dt="2026-09-26T09:26:17.469" v="122" actId="113"/>
          <ac:spMkLst>
            <pc:docMk/>
            <pc:sldMk cId="2046421147" sldId="385"/>
            <ac:spMk id="2" creationId="{956A088C-FD49-91BD-837A-F5E0A3500979}"/>
          </ac:spMkLst>
        </pc:spChg>
      </pc:sldChg>
      <pc:sldChg chg="delSp modSp add mod setBg delDesignElem">
        <pc:chgData name="Rasha Salah Elsayed Osman Eweida" userId="bb0c7e9a-2f3a-4560-9ea3-5f49e9004639" providerId="ADAL" clId="{83E1CF4F-C943-4C89-843E-432564DAF0C2}" dt="2026-09-26T09:26:30.362" v="125" actId="14100"/>
        <pc:sldMkLst>
          <pc:docMk/>
          <pc:sldMk cId="1106756453" sldId="391"/>
        </pc:sldMkLst>
        <pc:spChg chg="del">
          <ac:chgData name="Rasha Salah Elsayed Osman Eweida" userId="bb0c7e9a-2f3a-4560-9ea3-5f49e9004639" providerId="ADAL" clId="{83E1CF4F-C943-4C89-843E-432564DAF0C2}" dt="2026-09-26T09:20:33.170" v="28"/>
          <ac:spMkLst>
            <pc:docMk/>
            <pc:sldMk cId="1106756453" sldId="391"/>
            <ac:spMk id="12" creationId="{49306479-8C4D-4E4A-A330-DFC80A8A01BE}"/>
          </ac:spMkLst>
        </pc:spChg>
        <pc:spChg chg="del">
          <ac:chgData name="Rasha Salah Elsayed Osman Eweida" userId="bb0c7e9a-2f3a-4560-9ea3-5f49e9004639" providerId="ADAL" clId="{83E1CF4F-C943-4C89-843E-432564DAF0C2}" dt="2026-09-26T09:20:33.170" v="28"/>
          <ac:spMkLst>
            <pc:docMk/>
            <pc:sldMk cId="1106756453" sldId="391"/>
            <ac:spMk id="14" creationId="{BC4A0336-662C-41C3-8DC8-3104A1694777}"/>
          </ac:spMkLst>
        </pc:spChg>
        <pc:picChg chg="mod">
          <ac:chgData name="Rasha Salah Elsayed Osman Eweida" userId="bb0c7e9a-2f3a-4560-9ea3-5f49e9004639" providerId="ADAL" clId="{83E1CF4F-C943-4C89-843E-432564DAF0C2}" dt="2026-09-26T09:26:30.362" v="125" actId="14100"/>
          <ac:picMkLst>
            <pc:docMk/>
            <pc:sldMk cId="1106756453" sldId="391"/>
            <ac:picMk id="7" creationId="{A607CBBD-4ADA-EBC9-3B40-10DBEDB61587}"/>
          </ac:picMkLst>
        </pc:picChg>
      </pc:sldChg>
      <pc:sldChg chg="delSp add del setBg delDesignElem">
        <pc:chgData name="Rasha Salah Elsayed Osman Eweida" userId="bb0c7e9a-2f3a-4560-9ea3-5f49e9004639" providerId="ADAL" clId="{83E1CF4F-C943-4C89-843E-432564DAF0C2}" dt="2026-09-26T09:21:02.118" v="43" actId="47"/>
        <pc:sldMkLst>
          <pc:docMk/>
          <pc:sldMk cId="1751532026" sldId="392"/>
        </pc:sldMkLst>
        <pc:spChg chg="del">
          <ac:chgData name="Rasha Salah Elsayed Osman Eweida" userId="bb0c7e9a-2f3a-4560-9ea3-5f49e9004639" providerId="ADAL" clId="{83E1CF4F-C943-4C89-843E-432564DAF0C2}" dt="2026-09-26T09:20:33.170" v="28"/>
          <ac:spMkLst>
            <pc:docMk/>
            <pc:sldMk cId="1751532026" sldId="392"/>
            <ac:spMk id="17" creationId="{49306479-8C4D-4E4A-A330-DFC80A8A01BE}"/>
          </ac:spMkLst>
        </pc:spChg>
        <pc:spChg chg="del">
          <ac:chgData name="Rasha Salah Elsayed Osman Eweida" userId="bb0c7e9a-2f3a-4560-9ea3-5f49e9004639" providerId="ADAL" clId="{83E1CF4F-C943-4C89-843E-432564DAF0C2}" dt="2026-09-26T09:20:33.170" v="28"/>
          <ac:spMkLst>
            <pc:docMk/>
            <pc:sldMk cId="1751532026" sldId="392"/>
            <ac:spMk id="18" creationId="{9B45BA4C-9B54-4496-821F-9E0985CA984D}"/>
          </ac:spMkLst>
        </pc:spChg>
        <pc:spChg chg="del">
          <ac:chgData name="Rasha Salah Elsayed Osman Eweida" userId="bb0c7e9a-2f3a-4560-9ea3-5f49e9004639" providerId="ADAL" clId="{83E1CF4F-C943-4C89-843E-432564DAF0C2}" dt="2026-09-26T09:20:33.170" v="28"/>
          <ac:spMkLst>
            <pc:docMk/>
            <pc:sldMk cId="1751532026" sldId="392"/>
            <ac:spMk id="19" creationId="{C340C2BF-40B4-4E8A-A6BB-EF76CC80EE59}"/>
          </ac:spMkLst>
        </pc:spChg>
        <pc:spChg chg="del">
          <ac:chgData name="Rasha Salah Elsayed Osman Eweida" userId="bb0c7e9a-2f3a-4560-9ea3-5f49e9004639" providerId="ADAL" clId="{83E1CF4F-C943-4C89-843E-432564DAF0C2}" dt="2026-09-26T09:20:33.170" v="28"/>
          <ac:spMkLst>
            <pc:docMk/>
            <pc:sldMk cId="1751532026" sldId="392"/>
            <ac:spMk id="20" creationId="{F0F00D00-FA76-49D4-9105-5692A512AF2C}"/>
          </ac:spMkLst>
        </pc:spChg>
      </pc:sldChg>
      <pc:sldChg chg="modSp add mod">
        <pc:chgData name="Rasha Salah Elsayed Osman Eweida" userId="bb0c7e9a-2f3a-4560-9ea3-5f49e9004639" providerId="ADAL" clId="{83E1CF4F-C943-4C89-843E-432564DAF0C2}" dt="2026-09-26T09:22:15.129" v="54" actId="1076"/>
        <pc:sldMkLst>
          <pc:docMk/>
          <pc:sldMk cId="3106612836" sldId="394"/>
        </pc:sldMkLst>
        <pc:spChg chg="mod">
          <ac:chgData name="Rasha Salah Elsayed Osman Eweida" userId="bb0c7e9a-2f3a-4560-9ea3-5f49e9004639" providerId="ADAL" clId="{83E1CF4F-C943-4C89-843E-432564DAF0C2}" dt="2026-09-26T09:22:15.129" v="54" actId="1076"/>
          <ac:spMkLst>
            <pc:docMk/>
            <pc:sldMk cId="3106612836" sldId="394"/>
            <ac:spMk id="2" creationId="{00000000-0000-0000-0000-000000000000}"/>
          </ac:spMkLst>
        </pc:spChg>
      </pc:sldChg>
      <pc:sldChg chg="modSp del mod">
        <pc:chgData name="Rasha Salah Elsayed Osman Eweida" userId="bb0c7e9a-2f3a-4560-9ea3-5f49e9004639" providerId="ADAL" clId="{83E1CF4F-C943-4C89-843E-432564DAF0C2}" dt="2026-09-26T09:21:03.728" v="44" actId="47"/>
        <pc:sldMkLst>
          <pc:docMk/>
          <pc:sldMk cId="0" sldId="460"/>
        </pc:sldMkLst>
        <pc:spChg chg="mod">
          <ac:chgData name="Rasha Salah Elsayed Osman Eweida" userId="bb0c7e9a-2f3a-4560-9ea3-5f49e9004639" providerId="ADAL" clId="{83E1CF4F-C943-4C89-843E-432564DAF0C2}" dt="2026-09-26T09:19:36.039" v="2" actId="20577"/>
          <ac:spMkLst>
            <pc:docMk/>
            <pc:sldMk cId="0" sldId="460"/>
            <ac:spMk id="4098" creationId="{00000000-0000-0000-0000-000000000000}"/>
          </ac:spMkLst>
        </pc:spChg>
        <pc:spChg chg="mod">
          <ac:chgData name="Rasha Salah Elsayed Osman Eweida" userId="bb0c7e9a-2f3a-4560-9ea3-5f49e9004639" providerId="ADAL" clId="{83E1CF4F-C943-4C89-843E-432564DAF0C2}" dt="2026-09-26T09:19:37.507" v="3" actId="20577"/>
          <ac:spMkLst>
            <pc:docMk/>
            <pc:sldMk cId="0" sldId="460"/>
            <ac:spMk id="4099" creationId="{00000000-0000-0000-0000-000000000000}"/>
          </ac:spMkLst>
        </pc:spChg>
      </pc:sldChg>
      <pc:sldChg chg="modSp del mod">
        <pc:chgData name="Rasha Salah Elsayed Osman Eweida" userId="bb0c7e9a-2f3a-4560-9ea3-5f49e9004639" providerId="ADAL" clId="{83E1CF4F-C943-4C89-843E-432564DAF0C2}" dt="2026-09-26T09:21:04.779" v="45" actId="47"/>
        <pc:sldMkLst>
          <pc:docMk/>
          <pc:sldMk cId="2291344159" sldId="511"/>
        </pc:sldMkLst>
        <pc:spChg chg="mod">
          <ac:chgData name="Rasha Salah Elsayed Osman Eweida" userId="bb0c7e9a-2f3a-4560-9ea3-5f49e9004639" providerId="ADAL" clId="{83E1CF4F-C943-4C89-843E-432564DAF0C2}" dt="2026-09-26T09:19:32.230" v="1" actId="20577"/>
          <ac:spMkLst>
            <pc:docMk/>
            <pc:sldMk cId="2291344159" sldId="511"/>
            <ac:spMk id="9218" creationId="{00000000-0000-0000-0000-000000000000}"/>
          </ac:spMkLst>
        </pc:spChg>
        <pc:spChg chg="mod">
          <ac:chgData name="Rasha Salah Elsayed Osman Eweida" userId="bb0c7e9a-2f3a-4560-9ea3-5f49e9004639" providerId="ADAL" clId="{83E1CF4F-C943-4C89-843E-432564DAF0C2}" dt="2026-09-26T09:19:30.829" v="0" actId="20577"/>
          <ac:spMkLst>
            <pc:docMk/>
            <pc:sldMk cId="2291344159" sldId="511"/>
            <ac:spMk id="92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99FC1C-CFE8-4660-BE84-E77EE19E291D}"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715A8-E8CB-4F6E-81E0-C955B92F0929}" type="slidenum">
              <a:rPr lang="en-US" smtClean="0"/>
              <a:t>‹#›</a:t>
            </a:fld>
            <a:endParaRPr lang="en-US"/>
          </a:p>
        </p:txBody>
      </p:sp>
    </p:spTree>
    <p:extLst>
      <p:ext uri="{BB962C8B-B14F-4D97-AF65-F5344CB8AC3E}">
        <p14:creationId xmlns:p14="http://schemas.microsoft.com/office/powerpoint/2010/main" val="65558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69172C6-C4C4-410B-AFF3-11BA2B03F7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50000"/>
              </a:spcBef>
              <a:spcAft>
                <a:spcPct val="0"/>
              </a:spcAft>
              <a:defRPr>
                <a:solidFill>
                  <a:schemeClr val="tx1"/>
                </a:solidFill>
                <a:latin typeface="Arial" panose="020B0604020202020204" pitchFamily="34" charset="0"/>
              </a:defRPr>
            </a:lvl6pPr>
            <a:lvl7pPr marL="2971800" indent="-228600" eaLnBrk="0" fontAlgn="base" hangingPunct="0">
              <a:spcBef>
                <a:spcPct val="50000"/>
              </a:spcBef>
              <a:spcAft>
                <a:spcPct val="0"/>
              </a:spcAft>
              <a:defRPr>
                <a:solidFill>
                  <a:schemeClr val="tx1"/>
                </a:solidFill>
                <a:latin typeface="Arial" panose="020B0604020202020204" pitchFamily="34" charset="0"/>
              </a:defRPr>
            </a:lvl7pPr>
            <a:lvl8pPr marL="3429000" indent="-228600" eaLnBrk="0" fontAlgn="base" hangingPunct="0">
              <a:spcBef>
                <a:spcPct val="50000"/>
              </a:spcBef>
              <a:spcAft>
                <a:spcPct val="0"/>
              </a:spcAft>
              <a:defRPr>
                <a:solidFill>
                  <a:schemeClr val="tx1"/>
                </a:solidFill>
                <a:latin typeface="Arial" panose="020B0604020202020204" pitchFamily="34" charset="0"/>
              </a:defRPr>
            </a:lvl8pPr>
            <a:lvl9pPr marL="3886200" indent="-228600" eaLnBrk="0" fontAlgn="base" hangingPunct="0">
              <a:spcBef>
                <a:spcPct val="50000"/>
              </a:spcBef>
              <a:spcAft>
                <a:spcPct val="0"/>
              </a:spcAft>
              <a:defRPr>
                <a:solidFill>
                  <a:schemeClr val="tx1"/>
                </a:solidFill>
                <a:latin typeface="Arial" panose="020B0604020202020204" pitchFamily="34" charset="0"/>
              </a:defRPr>
            </a:lvl9pPr>
          </a:lstStyle>
          <a:p>
            <a:fld id="{48A7B71A-F077-453E-8961-B5017DDFE4FB}" type="slidenum">
              <a:rPr lang="en-US" altLang="en-US"/>
              <a:pPr/>
              <a:t>1</a:t>
            </a:fld>
            <a:endParaRPr lang="en-US" altLang="en-US"/>
          </a:p>
        </p:txBody>
      </p:sp>
      <p:sp>
        <p:nvSpPr>
          <p:cNvPr id="41987" name="Rectangle 2">
            <a:extLst>
              <a:ext uri="{FF2B5EF4-FFF2-40B4-BE49-F238E27FC236}">
                <a16:creationId xmlns:a16="http://schemas.microsoft.com/office/drawing/2014/main" id="{62F1FA1F-C9B0-434C-86AB-CA04A291062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8FBF7866-3A4B-4FA3-A446-9A9AFA114D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3</a:t>
            </a:fld>
            <a:endParaRPr lang="en-US"/>
          </a:p>
        </p:txBody>
      </p:sp>
    </p:spTree>
    <p:extLst>
      <p:ext uri="{BB962C8B-B14F-4D97-AF65-F5344CB8AC3E}">
        <p14:creationId xmlns:p14="http://schemas.microsoft.com/office/powerpoint/2010/main" val="536420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4</a:t>
            </a:fld>
            <a:endParaRPr lang="en-US"/>
          </a:p>
        </p:txBody>
      </p:sp>
    </p:spTree>
    <p:extLst>
      <p:ext uri="{BB962C8B-B14F-4D97-AF65-F5344CB8AC3E}">
        <p14:creationId xmlns:p14="http://schemas.microsoft.com/office/powerpoint/2010/main" val="4065157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AC20AD-D79A-4981-BBE8-52A969C30A81}"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0938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11</a:t>
            </a:fld>
            <a:endParaRPr lang="en-US"/>
          </a:p>
        </p:txBody>
      </p:sp>
    </p:spTree>
    <p:extLst>
      <p:ext uri="{BB962C8B-B14F-4D97-AF65-F5344CB8AC3E}">
        <p14:creationId xmlns:p14="http://schemas.microsoft.com/office/powerpoint/2010/main" val="2459962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12</a:t>
            </a:fld>
            <a:endParaRPr lang="en-US"/>
          </a:p>
        </p:txBody>
      </p:sp>
    </p:spTree>
    <p:extLst>
      <p:ext uri="{BB962C8B-B14F-4D97-AF65-F5344CB8AC3E}">
        <p14:creationId xmlns:p14="http://schemas.microsoft.com/office/powerpoint/2010/main" val="3285378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13</a:t>
            </a:fld>
            <a:endParaRPr lang="en-US"/>
          </a:p>
        </p:txBody>
      </p:sp>
    </p:spTree>
    <p:extLst>
      <p:ext uri="{BB962C8B-B14F-4D97-AF65-F5344CB8AC3E}">
        <p14:creationId xmlns:p14="http://schemas.microsoft.com/office/powerpoint/2010/main" val="640271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14</a:t>
            </a:fld>
            <a:endParaRPr lang="en-US"/>
          </a:p>
        </p:txBody>
      </p:sp>
    </p:spTree>
    <p:extLst>
      <p:ext uri="{BB962C8B-B14F-4D97-AF65-F5344CB8AC3E}">
        <p14:creationId xmlns:p14="http://schemas.microsoft.com/office/powerpoint/2010/main" val="1464727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16</a:t>
            </a:fld>
            <a:endParaRPr lang="en-US"/>
          </a:p>
        </p:txBody>
      </p:sp>
    </p:spTree>
    <p:extLst>
      <p:ext uri="{BB962C8B-B14F-4D97-AF65-F5344CB8AC3E}">
        <p14:creationId xmlns:p14="http://schemas.microsoft.com/office/powerpoint/2010/main" val="3851369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17</a:t>
            </a:fld>
            <a:endParaRPr lang="en-US"/>
          </a:p>
        </p:txBody>
      </p:sp>
    </p:spTree>
    <p:extLst>
      <p:ext uri="{BB962C8B-B14F-4D97-AF65-F5344CB8AC3E}">
        <p14:creationId xmlns:p14="http://schemas.microsoft.com/office/powerpoint/2010/main" val="298754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19</a:t>
            </a:fld>
            <a:endParaRPr lang="en-US"/>
          </a:p>
        </p:txBody>
      </p:sp>
    </p:spTree>
    <p:extLst>
      <p:ext uri="{BB962C8B-B14F-4D97-AF65-F5344CB8AC3E}">
        <p14:creationId xmlns:p14="http://schemas.microsoft.com/office/powerpoint/2010/main" val="3435665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21</a:t>
            </a:fld>
            <a:endParaRPr lang="en-US"/>
          </a:p>
        </p:txBody>
      </p:sp>
    </p:spTree>
    <p:extLst>
      <p:ext uri="{BB962C8B-B14F-4D97-AF65-F5344CB8AC3E}">
        <p14:creationId xmlns:p14="http://schemas.microsoft.com/office/powerpoint/2010/main" val="4226524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23</a:t>
            </a:fld>
            <a:endParaRPr lang="en-US"/>
          </a:p>
        </p:txBody>
      </p:sp>
    </p:spTree>
    <p:extLst>
      <p:ext uri="{BB962C8B-B14F-4D97-AF65-F5344CB8AC3E}">
        <p14:creationId xmlns:p14="http://schemas.microsoft.com/office/powerpoint/2010/main" val="85159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24</a:t>
            </a:fld>
            <a:endParaRPr lang="en-US"/>
          </a:p>
        </p:txBody>
      </p:sp>
    </p:spTree>
    <p:extLst>
      <p:ext uri="{BB962C8B-B14F-4D97-AF65-F5344CB8AC3E}">
        <p14:creationId xmlns:p14="http://schemas.microsoft.com/office/powerpoint/2010/main" val="1145960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25</a:t>
            </a:fld>
            <a:endParaRPr lang="en-US"/>
          </a:p>
        </p:txBody>
      </p:sp>
    </p:spTree>
    <p:extLst>
      <p:ext uri="{BB962C8B-B14F-4D97-AF65-F5344CB8AC3E}">
        <p14:creationId xmlns:p14="http://schemas.microsoft.com/office/powerpoint/2010/main" val="2353610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28</a:t>
            </a:fld>
            <a:endParaRPr lang="en-US"/>
          </a:p>
        </p:txBody>
      </p:sp>
    </p:spTree>
    <p:extLst>
      <p:ext uri="{BB962C8B-B14F-4D97-AF65-F5344CB8AC3E}">
        <p14:creationId xmlns:p14="http://schemas.microsoft.com/office/powerpoint/2010/main" val="1405105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29</a:t>
            </a:fld>
            <a:endParaRPr lang="en-US"/>
          </a:p>
        </p:txBody>
      </p:sp>
    </p:spTree>
    <p:extLst>
      <p:ext uri="{BB962C8B-B14F-4D97-AF65-F5344CB8AC3E}">
        <p14:creationId xmlns:p14="http://schemas.microsoft.com/office/powerpoint/2010/main" val="13250044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31</a:t>
            </a:fld>
            <a:endParaRPr lang="en-US"/>
          </a:p>
        </p:txBody>
      </p:sp>
    </p:spTree>
    <p:extLst>
      <p:ext uri="{BB962C8B-B14F-4D97-AF65-F5344CB8AC3E}">
        <p14:creationId xmlns:p14="http://schemas.microsoft.com/office/powerpoint/2010/main" val="663179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34</a:t>
            </a:fld>
            <a:endParaRPr lang="en-US"/>
          </a:p>
        </p:txBody>
      </p:sp>
    </p:spTree>
    <p:extLst>
      <p:ext uri="{BB962C8B-B14F-4D97-AF65-F5344CB8AC3E}">
        <p14:creationId xmlns:p14="http://schemas.microsoft.com/office/powerpoint/2010/main" val="2599362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D78F6-7FE5-4962-AE1B-7AD13FA10FC5}" type="slidenum">
              <a:rPr lang="en-US" smtClean="0"/>
              <a:t>36</a:t>
            </a:fld>
            <a:endParaRPr lang="en-US"/>
          </a:p>
        </p:txBody>
      </p:sp>
    </p:spTree>
    <p:extLst>
      <p:ext uri="{BB962C8B-B14F-4D97-AF65-F5344CB8AC3E}">
        <p14:creationId xmlns:p14="http://schemas.microsoft.com/office/powerpoint/2010/main" val="12398044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417A3A2-7744-414A-81D8-CDE5C3B2FB0E}"/>
              </a:ext>
            </a:extLst>
          </p:cNvPr>
          <p:cNvPicPr>
            <a:picLocks noChangeAspect="1"/>
          </p:cNvPicPr>
          <p:nvPr userDrawn="1"/>
        </p:nvPicPr>
        <p:blipFill rotWithShape="1">
          <a:blip r:embed="rId2">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a:stretch/>
        </p:blipFill>
        <p:spPr>
          <a:xfrm>
            <a:off x="0" y="0"/>
            <a:ext cx="12185650" cy="4493502"/>
          </a:xfrm>
          <a:prstGeom prst="rect">
            <a:avLst/>
          </a:prstGeom>
        </p:spPr>
      </p:pic>
      <p:sp>
        <p:nvSpPr>
          <p:cNvPr id="2" name="Title 1">
            <a:extLst>
              <a:ext uri="{FF2B5EF4-FFF2-40B4-BE49-F238E27FC236}">
                <a16:creationId xmlns:a16="http://schemas.microsoft.com/office/drawing/2014/main" id="{A311BA24-6384-4CA4-BC52-AD78086A7FE3}"/>
              </a:ext>
            </a:extLst>
          </p:cNvPr>
          <p:cNvSpPr>
            <a:spLocks noGrp="1"/>
          </p:cNvSpPr>
          <p:nvPr>
            <p:ph type="ctrTitle"/>
          </p:nvPr>
        </p:nvSpPr>
        <p:spPr>
          <a:xfrm>
            <a:off x="1524000" y="2643027"/>
            <a:ext cx="9144000" cy="1795463"/>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53C04F-974C-4E1B-9BF3-ED22B761BC1F}"/>
              </a:ext>
            </a:extLst>
          </p:cNvPr>
          <p:cNvSpPr>
            <a:spLocks noGrp="1"/>
          </p:cNvSpPr>
          <p:nvPr>
            <p:ph type="subTitle" idx="1"/>
          </p:nvPr>
        </p:nvSpPr>
        <p:spPr>
          <a:xfrm>
            <a:off x="1524000" y="4608511"/>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182064-0FD1-483A-A249-F433CBF29FEB}"/>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5" name="Footer Placeholder 4">
            <a:extLst>
              <a:ext uri="{FF2B5EF4-FFF2-40B4-BE49-F238E27FC236}">
                <a16:creationId xmlns:a16="http://schemas.microsoft.com/office/drawing/2014/main" id="{753AA1CE-7F8B-49DD-9726-5218509D79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33BCD-2EC9-487B-A984-23B5A730F231}"/>
              </a:ext>
            </a:extLst>
          </p:cNvPr>
          <p:cNvSpPr>
            <a:spLocks noGrp="1"/>
          </p:cNvSpPr>
          <p:nvPr>
            <p:ph type="sldNum" sz="quarter" idx="12"/>
          </p:nvPr>
        </p:nvSpPr>
        <p:spPr/>
        <p:txBody>
          <a:bodyPr/>
          <a:lstStyle/>
          <a:p>
            <a:fld id="{6440D6AB-CC2A-4E91-816D-9B5CEA33A860}" type="slidenum">
              <a:rPr lang="en-US" smtClean="0"/>
              <a:t>‹#›</a:t>
            </a:fld>
            <a:endParaRPr lang="en-US"/>
          </a:p>
        </p:txBody>
      </p:sp>
      <p:pic>
        <p:nvPicPr>
          <p:cNvPr id="8" name="Picture 7" descr="Logo&#10;&#10;Description automatically generated">
            <a:extLst>
              <a:ext uri="{FF2B5EF4-FFF2-40B4-BE49-F238E27FC236}">
                <a16:creationId xmlns:a16="http://schemas.microsoft.com/office/drawing/2014/main" id="{450D1C29-B3BF-4A69-98A7-C343B6FD290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81400" y="136525"/>
            <a:ext cx="4858933" cy="1511939"/>
          </a:xfrm>
          <a:prstGeom prst="rect">
            <a:avLst/>
          </a:prstGeom>
        </p:spPr>
      </p:pic>
      <p:cxnSp>
        <p:nvCxnSpPr>
          <p:cNvPr id="10" name="Straight Connector 9">
            <a:extLst>
              <a:ext uri="{FF2B5EF4-FFF2-40B4-BE49-F238E27FC236}">
                <a16:creationId xmlns:a16="http://schemas.microsoft.com/office/drawing/2014/main" id="{F76B43B5-2018-4993-9358-781F11D2A804}"/>
              </a:ext>
            </a:extLst>
          </p:cNvPr>
          <p:cNvCxnSpPr/>
          <p:nvPr userDrawn="1"/>
        </p:nvCxnSpPr>
        <p:spPr>
          <a:xfrm>
            <a:off x="0" y="4516432"/>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7302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AC8FE8-BCC0-4B47-8CCF-AEAE1B6CCA28}"/>
              </a:ext>
            </a:extLst>
          </p:cNvPr>
          <p:cNvPicPr>
            <a:picLocks noChangeAspect="1"/>
          </p:cNvPicPr>
          <p:nvPr userDrawn="1"/>
        </p:nvPicPr>
        <p:blipFill rotWithShape="1">
          <a:blip r:embed="rId2">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501647"/>
          </a:xfrm>
          <a:prstGeom prst="rect">
            <a:avLst/>
          </a:prstGeom>
        </p:spPr>
      </p:pic>
      <p:sp>
        <p:nvSpPr>
          <p:cNvPr id="2" name="Title 1">
            <a:extLst>
              <a:ext uri="{FF2B5EF4-FFF2-40B4-BE49-F238E27FC236}">
                <a16:creationId xmlns:a16="http://schemas.microsoft.com/office/drawing/2014/main" id="{577ABF19-236D-452F-9290-556CF6DFC416}"/>
              </a:ext>
            </a:extLst>
          </p:cNvPr>
          <p:cNvSpPr>
            <a:spLocks noGrp="1"/>
          </p:cNvSpPr>
          <p:nvPr>
            <p:ph type="title" hasCustomPrompt="1"/>
          </p:nvPr>
        </p:nvSpPr>
        <p:spPr>
          <a:xfrm>
            <a:off x="513080" y="536570"/>
            <a:ext cx="10515600" cy="706438"/>
          </a:xfrm>
        </p:spPr>
        <p:txBody>
          <a:bodyPr/>
          <a:lstStyle>
            <a:lvl1pPr>
              <a:defRPr>
                <a:solidFill>
                  <a:schemeClr val="accent2">
                    <a:lumMod val="7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A5FA680E-54C6-4047-B3AE-7456519E8587}"/>
              </a:ext>
            </a:extLst>
          </p:cNvPr>
          <p:cNvSpPr>
            <a:spLocks noGrp="1"/>
          </p:cNvSpPr>
          <p:nvPr>
            <p:ph idx="1"/>
          </p:nvPr>
        </p:nvSpPr>
        <p:spPr>
          <a:xfrm>
            <a:off x="642131" y="1422395"/>
            <a:ext cx="11052029" cy="4754568"/>
          </a:xfrm>
        </p:spPr>
        <p:txBody>
          <a:bodyPr>
            <a:normAutofit/>
          </a:bodyPr>
          <a:lstStyle>
            <a:lvl1pPr>
              <a:lnSpc>
                <a:spcPct val="150000"/>
              </a:lnSpc>
              <a:defRPr sz="3200">
                <a:latin typeface="Arial" panose="020B0604020202020204" pitchFamily="34" charset="0"/>
                <a:cs typeface="Arial" panose="020B0604020202020204" pitchFamily="34" charset="0"/>
              </a:defRPr>
            </a:lvl1pPr>
            <a:lvl2pPr>
              <a:lnSpc>
                <a:spcPct val="150000"/>
              </a:lnSpc>
              <a:defRPr sz="2800">
                <a:latin typeface="Arial" panose="020B0604020202020204" pitchFamily="34" charset="0"/>
                <a:cs typeface="Arial" panose="020B0604020202020204" pitchFamily="34" charset="0"/>
              </a:defRPr>
            </a:lvl2pPr>
            <a:lvl3pPr>
              <a:lnSpc>
                <a:spcPct val="150000"/>
              </a:lnSpc>
              <a:defRPr sz="2400">
                <a:latin typeface="Arial" panose="020B0604020202020204" pitchFamily="34" charset="0"/>
                <a:cs typeface="Arial" panose="020B0604020202020204" pitchFamily="34" charset="0"/>
              </a:defRPr>
            </a:lvl3pPr>
            <a:lvl4pPr>
              <a:lnSpc>
                <a:spcPct val="150000"/>
              </a:lnSpc>
              <a:defRPr sz="2000">
                <a:latin typeface="Arial" panose="020B0604020202020204" pitchFamily="34" charset="0"/>
                <a:cs typeface="Arial" panose="020B0604020202020204" pitchFamily="34" charset="0"/>
              </a:defRPr>
            </a:lvl4pPr>
            <a:lvl5pPr>
              <a:lnSpc>
                <a:spcPct val="150000"/>
              </a:lnSpc>
              <a:defRPr sz="20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1FA92AC-633C-4E3F-9A07-2FEB96F93D3C}"/>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5" name="Footer Placeholder 4">
            <a:extLst>
              <a:ext uri="{FF2B5EF4-FFF2-40B4-BE49-F238E27FC236}">
                <a16:creationId xmlns:a16="http://schemas.microsoft.com/office/drawing/2014/main" id="{D56DE931-6F61-46B2-B032-C5E8EC7530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AC9C1-D3A9-4F52-A620-61F97D12C193}"/>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8" name="Straight Connector 7">
            <a:extLst>
              <a:ext uri="{FF2B5EF4-FFF2-40B4-BE49-F238E27FC236}">
                <a16:creationId xmlns:a16="http://schemas.microsoft.com/office/drawing/2014/main" id="{35A0AF14-2D93-4186-8077-0189636E0B70}"/>
              </a:ext>
            </a:extLst>
          </p:cNvPr>
          <p:cNvCxnSpPr/>
          <p:nvPr userDrawn="1"/>
        </p:nvCxnSpPr>
        <p:spPr>
          <a:xfrm>
            <a:off x="6350" y="501647"/>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Logo&#10;&#10;Description automatically generated">
            <a:extLst>
              <a:ext uri="{FF2B5EF4-FFF2-40B4-BE49-F238E27FC236}">
                <a16:creationId xmlns:a16="http://schemas.microsoft.com/office/drawing/2014/main" id="{5D15024E-8C85-44F0-8015-7169E0A34C70}"/>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72543"/>
          <a:stretch/>
        </p:blipFill>
        <p:spPr>
          <a:xfrm>
            <a:off x="196070" y="1876"/>
            <a:ext cx="446061" cy="457254"/>
          </a:xfrm>
          <a:prstGeom prst="rect">
            <a:avLst/>
          </a:prstGeom>
        </p:spPr>
      </p:pic>
    </p:spTree>
    <p:extLst>
      <p:ext uri="{BB962C8B-B14F-4D97-AF65-F5344CB8AC3E}">
        <p14:creationId xmlns:p14="http://schemas.microsoft.com/office/powerpoint/2010/main" val="105183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D15A-A71C-467B-AE86-601E833A90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D602FE-78CE-418D-ABB8-2E728778361F}"/>
              </a:ext>
            </a:extLst>
          </p:cNvPr>
          <p:cNvSpPr>
            <a:spLocks noGrp="1"/>
          </p:cNvSpPr>
          <p:nvPr>
            <p:ph type="body" idx="1"/>
          </p:nvPr>
        </p:nvSpPr>
        <p:spPr>
          <a:xfrm>
            <a:off x="831850" y="466486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DF8E32-12CC-466A-BFF3-8C72E5ACCD0C}"/>
              </a:ext>
            </a:extLst>
          </p:cNvPr>
          <p:cNvSpPr>
            <a:spLocks noGrp="1"/>
          </p:cNvSpPr>
          <p:nvPr>
            <p:ph type="dt" sz="half" idx="10"/>
          </p:nvPr>
        </p:nvSpPr>
        <p:spPr/>
        <p:txBody>
          <a:bodyPr/>
          <a:lstStyle/>
          <a:p>
            <a:fld id="{E25083EA-179B-4EA1-9AC9-8EAC64E2C1CA}" type="datetimeFigureOut">
              <a:rPr lang="en-US" smtClean="0"/>
              <a:t>9/26/2026</a:t>
            </a:fld>
            <a:endParaRPr lang="en-US"/>
          </a:p>
        </p:txBody>
      </p:sp>
      <p:pic>
        <p:nvPicPr>
          <p:cNvPr id="12" name="Picture 11">
            <a:extLst>
              <a:ext uri="{FF2B5EF4-FFF2-40B4-BE49-F238E27FC236}">
                <a16:creationId xmlns:a16="http://schemas.microsoft.com/office/drawing/2014/main" id="{F3C6C4A1-8FC1-4737-BAD5-F8C97EE0BA9D}"/>
              </a:ext>
            </a:extLst>
          </p:cNvPr>
          <p:cNvPicPr>
            <a:picLocks noChangeAspect="1"/>
          </p:cNvPicPr>
          <p:nvPr userDrawn="1"/>
        </p:nvPicPr>
        <p:blipFill rotWithShape="1">
          <a:blip r:embed="rId2">
            <a:alphaModFix amt="5000"/>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57001"/>
          <a:stretch/>
        </p:blipFill>
        <p:spPr>
          <a:xfrm>
            <a:off x="-3175" y="-3056"/>
            <a:ext cx="12185650" cy="4532394"/>
          </a:xfrm>
          <a:prstGeom prst="rect">
            <a:avLst/>
          </a:prstGeom>
        </p:spPr>
      </p:pic>
      <p:sp>
        <p:nvSpPr>
          <p:cNvPr id="5" name="Footer Placeholder 4">
            <a:extLst>
              <a:ext uri="{FF2B5EF4-FFF2-40B4-BE49-F238E27FC236}">
                <a16:creationId xmlns:a16="http://schemas.microsoft.com/office/drawing/2014/main" id="{4781CBE8-033E-4613-959F-D18AFA212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D6BE7B-190C-4C6C-854A-0569EF307945}"/>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8" name="Straight Connector 7">
            <a:extLst>
              <a:ext uri="{FF2B5EF4-FFF2-40B4-BE49-F238E27FC236}">
                <a16:creationId xmlns:a16="http://schemas.microsoft.com/office/drawing/2014/main" id="{87DEDEA9-E085-437D-B5D6-12A750FB39F4}"/>
              </a:ext>
            </a:extLst>
          </p:cNvPr>
          <p:cNvCxnSpPr/>
          <p:nvPr userDrawn="1"/>
        </p:nvCxnSpPr>
        <p:spPr>
          <a:xfrm>
            <a:off x="0" y="4559950"/>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Logo&#10;&#10;Description automatically generated">
            <a:extLst>
              <a:ext uri="{FF2B5EF4-FFF2-40B4-BE49-F238E27FC236}">
                <a16:creationId xmlns:a16="http://schemas.microsoft.com/office/drawing/2014/main" id="{F37023A7-47D7-48AF-B709-B0D25FF18A0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spTree>
    <p:extLst>
      <p:ext uri="{BB962C8B-B14F-4D97-AF65-F5344CB8AC3E}">
        <p14:creationId xmlns:p14="http://schemas.microsoft.com/office/powerpoint/2010/main" val="3034270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D7F3-7D70-457E-9BFA-96A50C40C986}"/>
              </a:ext>
            </a:extLst>
          </p:cNvPr>
          <p:cNvSpPr>
            <a:spLocks noGrp="1"/>
          </p:cNvSpPr>
          <p:nvPr>
            <p:ph type="title"/>
          </p:nvPr>
        </p:nvSpPr>
        <p:spPr>
          <a:xfrm>
            <a:off x="838200" y="365125"/>
            <a:ext cx="10515600" cy="7707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C06EC31-9722-4058-A6CD-EE9B5D2ABAC7}"/>
              </a:ext>
            </a:extLst>
          </p:cNvPr>
          <p:cNvSpPr>
            <a:spLocks noGrp="1"/>
          </p:cNvSpPr>
          <p:nvPr>
            <p:ph sz="half" idx="1"/>
          </p:nvPr>
        </p:nvSpPr>
        <p:spPr>
          <a:xfrm>
            <a:off x="838200" y="1486691"/>
            <a:ext cx="5181600" cy="4690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965372-7BCF-4329-80D6-AFFEE84A0137}"/>
              </a:ext>
            </a:extLst>
          </p:cNvPr>
          <p:cNvSpPr>
            <a:spLocks noGrp="1"/>
          </p:cNvSpPr>
          <p:nvPr>
            <p:ph sz="half" idx="2"/>
          </p:nvPr>
        </p:nvSpPr>
        <p:spPr>
          <a:xfrm>
            <a:off x="6172200" y="1486691"/>
            <a:ext cx="5181600" cy="4690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478F6C-5100-4FB5-AA04-61B5F21A3BCB}"/>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6" name="Footer Placeholder 5">
            <a:extLst>
              <a:ext uri="{FF2B5EF4-FFF2-40B4-BE49-F238E27FC236}">
                <a16:creationId xmlns:a16="http://schemas.microsoft.com/office/drawing/2014/main" id="{4AA2E0FA-1172-41E3-8E77-D9E9C934A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F2B5CB-BCB9-42A3-83BB-3DF2398F84A1}"/>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8" name="Straight Connector 7">
            <a:extLst>
              <a:ext uri="{FF2B5EF4-FFF2-40B4-BE49-F238E27FC236}">
                <a16:creationId xmlns:a16="http://schemas.microsoft.com/office/drawing/2014/main" id="{56656912-F706-4F51-8DB1-8A3455DC7EC3}"/>
              </a:ext>
            </a:extLst>
          </p:cNvPr>
          <p:cNvCxnSpPr/>
          <p:nvPr userDrawn="1"/>
        </p:nvCxnSpPr>
        <p:spPr>
          <a:xfrm>
            <a:off x="0" y="1243008"/>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descr="Logo&#10;&#10;Description automatically generated">
            <a:extLst>
              <a:ext uri="{FF2B5EF4-FFF2-40B4-BE49-F238E27FC236}">
                <a16:creationId xmlns:a16="http://schemas.microsoft.com/office/drawing/2014/main" id="{634E8C4E-5D10-4AB1-AA55-A5ED9BC6AD2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pic>
        <p:nvPicPr>
          <p:cNvPr id="12" name="Picture 11">
            <a:extLst>
              <a:ext uri="{FF2B5EF4-FFF2-40B4-BE49-F238E27FC236}">
                <a16:creationId xmlns:a16="http://schemas.microsoft.com/office/drawing/2014/main" id="{15821C7E-9A53-45BB-8D0C-A30C2D4607A1}"/>
              </a:ext>
            </a:extLst>
          </p:cNvPr>
          <p:cNvPicPr>
            <a:picLocks noChangeAspect="1"/>
          </p:cNvPicPr>
          <p:nvPr userDrawn="1"/>
        </p:nvPicPr>
        <p:blipFill rotWithShape="1">
          <a:blip r:embed="rId3">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1243008"/>
          </a:xfrm>
          <a:prstGeom prst="rect">
            <a:avLst/>
          </a:prstGeom>
        </p:spPr>
      </p:pic>
    </p:spTree>
    <p:extLst>
      <p:ext uri="{BB962C8B-B14F-4D97-AF65-F5344CB8AC3E}">
        <p14:creationId xmlns:p14="http://schemas.microsoft.com/office/powerpoint/2010/main" val="589800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29512-F68B-4FAF-A453-536BB5FB1DEB}"/>
              </a:ext>
            </a:extLst>
          </p:cNvPr>
          <p:cNvSpPr>
            <a:spLocks noGrp="1"/>
          </p:cNvSpPr>
          <p:nvPr>
            <p:ph type="title"/>
          </p:nvPr>
        </p:nvSpPr>
        <p:spPr>
          <a:xfrm>
            <a:off x="839788" y="36512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F8F2F1-4BE6-487F-BFD3-9BAD605B794D}"/>
              </a:ext>
            </a:extLst>
          </p:cNvPr>
          <p:cNvSpPr>
            <a:spLocks noGrp="1"/>
          </p:cNvSpPr>
          <p:nvPr>
            <p:ph type="body" idx="1"/>
          </p:nvPr>
        </p:nvSpPr>
        <p:spPr>
          <a:xfrm>
            <a:off x="838200" y="1371603"/>
            <a:ext cx="5157787" cy="85486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4C3611-AE6C-441C-9327-C9E2BB4C04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F88372-D388-4A83-98F4-28F5433D2D77}"/>
              </a:ext>
            </a:extLst>
          </p:cNvPr>
          <p:cNvSpPr>
            <a:spLocks noGrp="1"/>
          </p:cNvSpPr>
          <p:nvPr>
            <p:ph type="body" sz="quarter" idx="3"/>
          </p:nvPr>
        </p:nvSpPr>
        <p:spPr>
          <a:xfrm>
            <a:off x="6170612" y="137160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ED181C-D6F3-41FA-B734-2DA72DBCF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32C270-25A6-4DD1-A9EE-F4D5BF29D1E3}"/>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8" name="Footer Placeholder 7">
            <a:extLst>
              <a:ext uri="{FF2B5EF4-FFF2-40B4-BE49-F238E27FC236}">
                <a16:creationId xmlns:a16="http://schemas.microsoft.com/office/drawing/2014/main" id="{819EB071-8146-4151-A349-866A864920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7F3179-A81B-4614-B017-1965AD1061C8}"/>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10" name="Straight Connector 9">
            <a:extLst>
              <a:ext uri="{FF2B5EF4-FFF2-40B4-BE49-F238E27FC236}">
                <a16:creationId xmlns:a16="http://schemas.microsoft.com/office/drawing/2014/main" id="{08CC0170-7AB0-4615-B593-B377D9A98C84}"/>
              </a:ext>
            </a:extLst>
          </p:cNvPr>
          <p:cNvCxnSpPr/>
          <p:nvPr userDrawn="1"/>
        </p:nvCxnSpPr>
        <p:spPr>
          <a:xfrm>
            <a:off x="0" y="1243008"/>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14" descr="Logo&#10;&#10;Description automatically generated">
            <a:extLst>
              <a:ext uri="{FF2B5EF4-FFF2-40B4-BE49-F238E27FC236}">
                <a16:creationId xmlns:a16="http://schemas.microsoft.com/office/drawing/2014/main" id="{BB3D828F-C764-4405-915D-D65FBF4598A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pic>
        <p:nvPicPr>
          <p:cNvPr id="14" name="Picture 13">
            <a:extLst>
              <a:ext uri="{FF2B5EF4-FFF2-40B4-BE49-F238E27FC236}">
                <a16:creationId xmlns:a16="http://schemas.microsoft.com/office/drawing/2014/main" id="{CF6F12A8-3358-4C71-ABCE-6EF02BEB3A08}"/>
              </a:ext>
            </a:extLst>
          </p:cNvPr>
          <p:cNvPicPr>
            <a:picLocks noChangeAspect="1"/>
          </p:cNvPicPr>
          <p:nvPr userDrawn="1"/>
        </p:nvPicPr>
        <p:blipFill rotWithShape="1">
          <a:blip r:embed="rId3">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1243008"/>
          </a:xfrm>
          <a:prstGeom prst="rect">
            <a:avLst/>
          </a:prstGeom>
        </p:spPr>
      </p:pic>
    </p:spTree>
    <p:extLst>
      <p:ext uri="{BB962C8B-B14F-4D97-AF65-F5344CB8AC3E}">
        <p14:creationId xmlns:p14="http://schemas.microsoft.com/office/powerpoint/2010/main" val="3444588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ED13-F604-414B-9F4B-9C9431350D2E}"/>
              </a:ext>
            </a:extLst>
          </p:cNvPr>
          <p:cNvSpPr>
            <a:spLocks noGrp="1"/>
          </p:cNvSpPr>
          <p:nvPr>
            <p:ph type="title"/>
          </p:nvPr>
        </p:nvSpPr>
        <p:spPr>
          <a:xfrm>
            <a:off x="838200" y="365125"/>
            <a:ext cx="10515600" cy="827881"/>
          </a:xfrm>
        </p:spPr>
        <p:txBody>
          <a:bodyPr/>
          <a:lstStyle/>
          <a:p>
            <a:r>
              <a:rPr lang="en-US"/>
              <a:t>Click to edit Master title style</a:t>
            </a:r>
          </a:p>
        </p:txBody>
      </p:sp>
      <p:sp>
        <p:nvSpPr>
          <p:cNvPr id="3" name="Date Placeholder 2">
            <a:extLst>
              <a:ext uri="{FF2B5EF4-FFF2-40B4-BE49-F238E27FC236}">
                <a16:creationId xmlns:a16="http://schemas.microsoft.com/office/drawing/2014/main" id="{058E7A70-917D-48F7-8006-1D3EBCC2D4DA}"/>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4" name="Footer Placeholder 3">
            <a:extLst>
              <a:ext uri="{FF2B5EF4-FFF2-40B4-BE49-F238E27FC236}">
                <a16:creationId xmlns:a16="http://schemas.microsoft.com/office/drawing/2014/main" id="{4AD4B8DC-CC4C-49B6-B52B-3CDE6DEF30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BB2499-4D1F-40D5-8C6E-7DEFB25CF17B}"/>
              </a:ext>
            </a:extLst>
          </p:cNvPr>
          <p:cNvSpPr>
            <a:spLocks noGrp="1"/>
          </p:cNvSpPr>
          <p:nvPr>
            <p:ph type="sldNum" sz="quarter" idx="12"/>
          </p:nvPr>
        </p:nvSpPr>
        <p:spPr/>
        <p:txBody>
          <a:bodyPr/>
          <a:lstStyle/>
          <a:p>
            <a:fld id="{6440D6AB-CC2A-4E91-816D-9B5CEA33A860}" type="slidenum">
              <a:rPr lang="en-US" smtClean="0"/>
              <a:t>‹#›</a:t>
            </a:fld>
            <a:endParaRPr lang="en-US"/>
          </a:p>
        </p:txBody>
      </p:sp>
      <p:cxnSp>
        <p:nvCxnSpPr>
          <p:cNvPr id="6" name="Straight Connector 5">
            <a:extLst>
              <a:ext uri="{FF2B5EF4-FFF2-40B4-BE49-F238E27FC236}">
                <a16:creationId xmlns:a16="http://schemas.microsoft.com/office/drawing/2014/main" id="{17F50E10-CB71-4816-B14D-F55CE59A20C5}"/>
              </a:ext>
            </a:extLst>
          </p:cNvPr>
          <p:cNvCxnSpPr/>
          <p:nvPr userDrawn="1"/>
        </p:nvCxnSpPr>
        <p:spPr>
          <a:xfrm>
            <a:off x="0" y="1254124"/>
            <a:ext cx="12192000"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Logo&#10;&#10;Description automatically generated">
            <a:extLst>
              <a:ext uri="{FF2B5EF4-FFF2-40B4-BE49-F238E27FC236}">
                <a16:creationId xmlns:a16="http://schemas.microsoft.com/office/drawing/2014/main" id="{C89BC23E-854C-48B6-9DB0-91EE85C321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72543"/>
          <a:stretch/>
        </p:blipFill>
        <p:spPr>
          <a:xfrm>
            <a:off x="110072" y="260650"/>
            <a:ext cx="791166" cy="896636"/>
          </a:xfrm>
          <a:prstGeom prst="rect">
            <a:avLst/>
          </a:prstGeom>
        </p:spPr>
      </p:pic>
      <p:pic>
        <p:nvPicPr>
          <p:cNvPr id="10" name="Picture 9">
            <a:extLst>
              <a:ext uri="{FF2B5EF4-FFF2-40B4-BE49-F238E27FC236}">
                <a16:creationId xmlns:a16="http://schemas.microsoft.com/office/drawing/2014/main" id="{627478DE-A091-474A-946E-1D66BF85B114}"/>
              </a:ext>
            </a:extLst>
          </p:cNvPr>
          <p:cNvPicPr>
            <a:picLocks noChangeAspect="1"/>
          </p:cNvPicPr>
          <p:nvPr userDrawn="1"/>
        </p:nvPicPr>
        <p:blipFill rotWithShape="1">
          <a:blip r:embed="rId3">
            <a:alphaModFix amt="20000"/>
            <a:duotone>
              <a:schemeClr val="accent1">
                <a:shade val="45000"/>
                <a:satMod val="135000"/>
              </a:schemeClr>
              <a:prstClr val="white"/>
            </a:duotone>
            <a:extLst>
              <a:ext uri="{28A0092B-C50C-407E-A947-70E740481C1C}">
                <a14:useLocalDpi xmlns:a14="http://schemas.microsoft.com/office/drawing/2010/main" val="0"/>
              </a:ext>
            </a:extLst>
          </a:blip>
          <a:srcRect t="57369" b="30838"/>
          <a:stretch/>
        </p:blipFill>
        <p:spPr>
          <a:xfrm>
            <a:off x="0" y="0"/>
            <a:ext cx="12185650" cy="1243008"/>
          </a:xfrm>
          <a:prstGeom prst="rect">
            <a:avLst/>
          </a:prstGeom>
        </p:spPr>
      </p:pic>
    </p:spTree>
    <p:extLst>
      <p:ext uri="{BB962C8B-B14F-4D97-AF65-F5344CB8AC3E}">
        <p14:creationId xmlns:p14="http://schemas.microsoft.com/office/powerpoint/2010/main" val="399052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E8FB6D-2DCD-429E-B3CA-E9D75D77AE91}"/>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3" name="Footer Placeholder 2">
            <a:extLst>
              <a:ext uri="{FF2B5EF4-FFF2-40B4-BE49-F238E27FC236}">
                <a16:creationId xmlns:a16="http://schemas.microsoft.com/office/drawing/2014/main" id="{9A9A6A1F-C8D2-4E8F-8B5F-14115382F4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E656AC-28DE-453B-8D72-A21B9D18F94E}"/>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471129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5BDA-8220-4F77-BDEA-8322B7556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AB7FD2-D01E-4277-9993-A5E4623068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0183CC-4D34-4728-86EE-07CE61028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54D16C-3F1D-4FCC-9FE3-AA82889EDD3B}"/>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6" name="Footer Placeholder 5">
            <a:extLst>
              <a:ext uri="{FF2B5EF4-FFF2-40B4-BE49-F238E27FC236}">
                <a16:creationId xmlns:a16="http://schemas.microsoft.com/office/drawing/2014/main" id="{7AE9CF6A-ADDA-4DD6-99D0-E91B03DD0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C4A5E-8C0C-485C-BF5A-6C8CB647909A}"/>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1793364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F230-E0C8-4F6D-8E5E-C563CD586C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9B4C63-5F6F-421F-86D4-543E9B6191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40F886-8696-4A02-921E-09BFF06AF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6F755-A75B-4D9C-9DA8-786F04D65978}"/>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6" name="Footer Placeholder 5">
            <a:extLst>
              <a:ext uri="{FF2B5EF4-FFF2-40B4-BE49-F238E27FC236}">
                <a16:creationId xmlns:a16="http://schemas.microsoft.com/office/drawing/2014/main" id="{A7D0561B-8548-4432-8228-1EEA25E5E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A9F78E-2459-4778-B655-985CA6D14E35}"/>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1294050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FBEF9-1301-4B67-A2BE-EF5407AD85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802055-8973-4D39-B281-929C221C2E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088323-1F3D-4686-8F13-FECE05793041}"/>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5" name="Footer Placeholder 4">
            <a:extLst>
              <a:ext uri="{FF2B5EF4-FFF2-40B4-BE49-F238E27FC236}">
                <a16:creationId xmlns:a16="http://schemas.microsoft.com/office/drawing/2014/main" id="{A5A1FF0B-4877-45AD-9E54-8A0B0101D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F3D00D-5FE0-4927-89F4-78F09F52D543}"/>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50272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5C6F36-9FB8-40C2-8A23-4EF6118062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454D5A-7E5B-46E6-BEFC-2BC9E018E1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307CB6-BFE8-4297-B615-25A2E23B26CF}"/>
              </a:ext>
            </a:extLst>
          </p:cNvPr>
          <p:cNvSpPr>
            <a:spLocks noGrp="1"/>
          </p:cNvSpPr>
          <p:nvPr>
            <p:ph type="dt" sz="half" idx="10"/>
          </p:nvPr>
        </p:nvSpPr>
        <p:spPr/>
        <p:txBody>
          <a:bodyPr/>
          <a:lstStyle/>
          <a:p>
            <a:fld id="{E25083EA-179B-4EA1-9AC9-8EAC64E2C1CA}" type="datetimeFigureOut">
              <a:rPr lang="en-US" smtClean="0"/>
              <a:t>9/26/2026</a:t>
            </a:fld>
            <a:endParaRPr lang="en-US"/>
          </a:p>
        </p:txBody>
      </p:sp>
      <p:sp>
        <p:nvSpPr>
          <p:cNvPr id="5" name="Footer Placeholder 4">
            <a:extLst>
              <a:ext uri="{FF2B5EF4-FFF2-40B4-BE49-F238E27FC236}">
                <a16:creationId xmlns:a16="http://schemas.microsoft.com/office/drawing/2014/main" id="{5AD25B95-AC18-44F1-B702-762A3F34F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0B42AB-EA2C-4B0B-A798-175D2701DBC9}"/>
              </a:ext>
            </a:extLst>
          </p:cNvPr>
          <p:cNvSpPr>
            <a:spLocks noGrp="1"/>
          </p:cNvSpPr>
          <p:nvPr>
            <p:ph type="sldNum" sz="quarter" idx="12"/>
          </p:nvPr>
        </p:nvSpPr>
        <p:spPr/>
        <p:txBody>
          <a:bodyPr/>
          <a:lstStyle/>
          <a:p>
            <a:fld id="{6440D6AB-CC2A-4E91-816D-9B5CEA33A860}" type="slidenum">
              <a:rPr lang="en-US" smtClean="0"/>
              <a:t>‹#›</a:t>
            </a:fld>
            <a:endParaRPr lang="en-US"/>
          </a:p>
        </p:txBody>
      </p:sp>
    </p:spTree>
    <p:extLst>
      <p:ext uri="{BB962C8B-B14F-4D97-AF65-F5344CB8AC3E}">
        <p14:creationId xmlns:p14="http://schemas.microsoft.com/office/powerpoint/2010/main" val="1239413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011F7F-58CA-4947-AF3E-386B481932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67D21E-692C-40DD-B3A4-ABCE96945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6DDE93-2A8C-49C3-A769-8B83860CB7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5083EA-179B-4EA1-9AC9-8EAC64E2C1CA}" type="datetimeFigureOut">
              <a:rPr lang="en-US" smtClean="0"/>
              <a:t>9/26/2026</a:t>
            </a:fld>
            <a:endParaRPr lang="en-US"/>
          </a:p>
        </p:txBody>
      </p:sp>
      <p:sp>
        <p:nvSpPr>
          <p:cNvPr id="5" name="Footer Placeholder 4">
            <a:extLst>
              <a:ext uri="{FF2B5EF4-FFF2-40B4-BE49-F238E27FC236}">
                <a16:creationId xmlns:a16="http://schemas.microsoft.com/office/drawing/2014/main" id="{D2136455-C2F2-4EEC-A5D9-D0AABE098E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E07ECE-8DFD-479E-A4A2-0FAD1F699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40D6AB-CC2A-4E91-816D-9B5CEA33A860}" type="slidenum">
              <a:rPr lang="en-US" smtClean="0"/>
              <a:t>‹#›</a:t>
            </a:fld>
            <a:endParaRPr lang="en-US"/>
          </a:p>
        </p:txBody>
      </p:sp>
    </p:spTree>
    <p:extLst>
      <p:ext uri="{BB962C8B-B14F-4D97-AF65-F5344CB8AC3E}">
        <p14:creationId xmlns:p14="http://schemas.microsoft.com/office/powerpoint/2010/main" val="2279916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jigsaw.vitalsource.com/books/9781496374899/epub/OEBPS/xhtml/07.html?create=true#Rector-ch007-bib026"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jigsaw.vitalsource.com/books/9781496374899/epub/OEBPS/xhtml/07.html?create=true#Rector-ch007-bib026"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jigsaw.vitalsource.com/books/9781496374899/epub/OEBPS/xhtml/07.html?create=true#Rector-ch007-bib031"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jigsaw.vitalsource.com/books/9781496374899/epub/OEBPS/xhtml/07.html?create=true#Rector-ch007-bib046"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6">
            <a:extLst>
              <a:ext uri="{FF2B5EF4-FFF2-40B4-BE49-F238E27FC236}">
                <a16:creationId xmlns:a16="http://schemas.microsoft.com/office/drawing/2014/main" id="{33A628AA-E542-4D16-A9BE-CD5C342CF1C6}"/>
              </a:ext>
            </a:extLst>
          </p:cNvPr>
          <p:cNvSpPr>
            <a:spLocks noGrp="1"/>
          </p:cNvSpPr>
          <p:nvPr>
            <p:ph type="ctrTitle"/>
          </p:nvPr>
        </p:nvSpPr>
        <p:spPr>
          <a:xfrm>
            <a:off x="2213471" y="4587607"/>
            <a:ext cx="8153400" cy="1432193"/>
          </a:xfrm>
        </p:spPr>
        <p:txBody>
          <a:bodyPr>
            <a:normAutofit/>
          </a:bodyPr>
          <a:lstStyle/>
          <a:p>
            <a:pPr eaLnBrk="1" hangingPunct="1"/>
            <a:r>
              <a:rPr lang="en-US" sz="4000" b="1" dirty="0">
                <a:solidFill>
                  <a:srgbClr val="FF0000"/>
                </a:solidFill>
                <a:latin typeface="Times New Roman" panose="02020603050405020304" pitchFamily="18" charset="0"/>
                <a:ea typeface="+mn-ea"/>
                <a:cs typeface="Times New Roman" panose="02020603050405020304" pitchFamily="18" charset="0"/>
              </a:rPr>
              <a:t>Epidemiology in Community Health Care</a:t>
            </a:r>
            <a:endParaRPr lang="en-US" altLang="en-US" sz="4000" b="1" dirty="0">
              <a:solidFill>
                <a:srgbClr val="FF0000"/>
              </a:solidFill>
              <a:latin typeface="Times New Roman" panose="02020603050405020304" pitchFamily="18" charset="0"/>
              <a:ea typeface="+mn-ea"/>
              <a:cs typeface="Times New Roman" panose="02020603050405020304" pitchFamily="18" charset="0"/>
            </a:endParaRPr>
          </a:p>
        </p:txBody>
      </p:sp>
      <p:sp>
        <p:nvSpPr>
          <p:cNvPr id="2051" name="Subtitle 7">
            <a:extLst>
              <a:ext uri="{FF2B5EF4-FFF2-40B4-BE49-F238E27FC236}">
                <a16:creationId xmlns:a16="http://schemas.microsoft.com/office/drawing/2014/main" id="{78A50802-6F50-4333-A1A2-A3CEBB30AA6A}"/>
              </a:ext>
            </a:extLst>
          </p:cNvPr>
          <p:cNvSpPr>
            <a:spLocks noGrp="1"/>
          </p:cNvSpPr>
          <p:nvPr>
            <p:ph type="subTitle" idx="1"/>
          </p:nvPr>
        </p:nvSpPr>
        <p:spPr>
          <a:xfrm>
            <a:off x="1870115" y="6163019"/>
            <a:ext cx="8153400" cy="838200"/>
          </a:xfrm>
        </p:spPr>
        <p:txBody>
          <a:bodyPr/>
          <a:lstStyle/>
          <a:p>
            <a:pPr eaLnBrk="1" hangingPunct="1"/>
            <a:r>
              <a:rPr lang="en-US" altLang="en-US" sz="4000" b="1" dirty="0">
                <a:solidFill>
                  <a:srgbClr val="0070C0"/>
                </a:solidFill>
                <a:latin typeface="Times New Roman" panose="02020603050405020304" pitchFamily="18" charset="0"/>
                <a:cs typeface="Times New Roman" panose="02020603050405020304" pitchFamily="18" charset="0"/>
              </a:rPr>
              <a:t>2026-2027</a:t>
            </a:r>
            <a:endParaRPr lang="en-US" altLang="en-US" sz="2000" b="1" dirty="0">
              <a:solidFill>
                <a:srgbClr val="0070C0"/>
              </a:solidFill>
              <a:latin typeface="Times New Roman" panose="02020603050405020304" pitchFamily="18" charset="0"/>
              <a:cs typeface="Times New Roman" panose="02020603050405020304" pitchFamily="18" charset="0"/>
            </a:endParaRPr>
          </a:p>
        </p:txBody>
      </p:sp>
      <p:sp>
        <p:nvSpPr>
          <p:cNvPr id="2" name="Title 6">
            <a:extLst>
              <a:ext uri="{FF2B5EF4-FFF2-40B4-BE49-F238E27FC236}">
                <a16:creationId xmlns:a16="http://schemas.microsoft.com/office/drawing/2014/main" id="{624E835A-7F76-B966-B805-1E6F8C6EDB4B}"/>
              </a:ext>
            </a:extLst>
          </p:cNvPr>
          <p:cNvSpPr txBox="1">
            <a:spLocks/>
          </p:cNvSpPr>
          <p:nvPr/>
        </p:nvSpPr>
        <p:spPr>
          <a:xfrm>
            <a:off x="2213471" y="2367708"/>
            <a:ext cx="8153400" cy="143219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3600" b="1" i="1" dirty="0">
                <a:solidFill>
                  <a:schemeClr val="accent2">
                    <a:lumMod val="75000"/>
                  </a:schemeClr>
                </a:solidFill>
                <a:latin typeface="Times New Roman" panose="02020603050405020304" pitchFamily="18" charset="0"/>
                <a:cs typeface="Times New Roman" panose="02020603050405020304" pitchFamily="18" charset="0"/>
              </a:rPr>
              <a:t>Course Code (title)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E6CF8-CA91-DC2C-EA94-434B6CB3B36D}"/>
              </a:ext>
            </a:extLst>
          </p:cNvPr>
          <p:cNvSpPr>
            <a:spLocks noGrp="1"/>
          </p:cNvSpPr>
          <p:nvPr>
            <p:ph type="title"/>
          </p:nvPr>
        </p:nvSpPr>
        <p:spPr>
          <a:xfrm>
            <a:off x="762000" y="1517903"/>
            <a:ext cx="9899904" cy="1345115"/>
          </a:xfrm>
        </p:spPr>
        <p:txBody>
          <a:bodyPr>
            <a:normAutofit/>
          </a:bodyPr>
          <a:lstStyle/>
          <a:p>
            <a:r>
              <a:rPr lang="en-US" dirty="0"/>
              <a:t>Objectives</a:t>
            </a:r>
          </a:p>
        </p:txBody>
      </p:sp>
      <p:sp>
        <p:nvSpPr>
          <p:cNvPr id="3" name="Content Placeholder 2">
            <a:extLst>
              <a:ext uri="{FF2B5EF4-FFF2-40B4-BE49-F238E27FC236}">
                <a16:creationId xmlns:a16="http://schemas.microsoft.com/office/drawing/2014/main" id="{CB1E0EB8-0061-69DF-363B-2FD7867FEEB1}"/>
              </a:ext>
            </a:extLst>
          </p:cNvPr>
          <p:cNvSpPr>
            <a:spLocks noGrp="1"/>
          </p:cNvSpPr>
          <p:nvPr>
            <p:ph idx="1"/>
          </p:nvPr>
        </p:nvSpPr>
        <p:spPr>
          <a:xfrm>
            <a:off x="762000" y="2970222"/>
            <a:ext cx="9899904" cy="3125777"/>
          </a:xfrm>
        </p:spPr>
        <p:txBody>
          <a:bodyPr>
            <a:normAutofit lnSpcReduction="10000"/>
          </a:bodyPr>
          <a:lstStyle/>
          <a:p>
            <a:pPr>
              <a:lnSpc>
                <a:spcPct val="95000"/>
              </a:lnSpc>
            </a:pPr>
            <a:r>
              <a:rPr lang="en-US" sz="2400"/>
              <a:t>Explore epidemiology.</a:t>
            </a:r>
          </a:p>
          <a:p>
            <a:pPr>
              <a:lnSpc>
                <a:spcPct val="95000"/>
              </a:lnSpc>
            </a:pPr>
            <a:r>
              <a:rPr lang="en-US" sz="2400"/>
              <a:t>Explain the host, agent, and environment model.</a:t>
            </a:r>
          </a:p>
          <a:p>
            <a:pPr>
              <a:lnSpc>
                <a:spcPct val="95000"/>
              </a:lnSpc>
            </a:pPr>
            <a:r>
              <a:rPr lang="en-US" sz="2400"/>
              <a:t>Describe theories of causality in health and illness.</a:t>
            </a:r>
          </a:p>
          <a:p>
            <a:pPr>
              <a:lnSpc>
                <a:spcPct val="95000"/>
              </a:lnSpc>
            </a:pPr>
            <a:r>
              <a:rPr lang="en-US" sz="2400"/>
              <a:t>List the major sources of epidemiologic information.</a:t>
            </a:r>
          </a:p>
          <a:p>
            <a:pPr>
              <a:lnSpc>
                <a:spcPct val="95000"/>
              </a:lnSpc>
            </a:pPr>
            <a:r>
              <a:rPr lang="en-US" sz="2400"/>
              <a:t>Distinguish between incidence and prevalence in health and illness states.</a:t>
            </a:r>
          </a:p>
          <a:p>
            <a:pPr>
              <a:lnSpc>
                <a:spcPct val="95000"/>
              </a:lnSpc>
            </a:pPr>
            <a:r>
              <a:rPr lang="en-US" sz="2400"/>
              <a:t>Use epidemiologic methods to describe an aggregate’s health.</a:t>
            </a:r>
          </a:p>
        </p:txBody>
      </p:sp>
    </p:spTree>
    <p:extLst>
      <p:ext uri="{BB962C8B-B14F-4D97-AF65-F5344CB8AC3E}">
        <p14:creationId xmlns:p14="http://schemas.microsoft.com/office/powerpoint/2010/main" val="1505067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Box 1"/>
          <p:cNvSpPr txBox="1">
            <a:spLocks noChangeArrowheads="1"/>
          </p:cNvSpPr>
          <p:nvPr/>
        </p:nvSpPr>
        <p:spPr bwMode="auto">
          <a:xfrm>
            <a:off x="5431940" y="1517650"/>
            <a:ext cx="5998059" cy="134461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nSpc>
                <a:spcPct val="95000"/>
              </a:lnSpc>
              <a:spcBef>
                <a:spcPct val="0"/>
              </a:spcBef>
              <a:spcAft>
                <a:spcPts val="600"/>
              </a:spcAft>
            </a:pPr>
            <a:r>
              <a:rPr lang="en-US" sz="4400" dirty="0"/>
              <a:t>Epidemiology</a:t>
            </a:r>
            <a:endParaRPr lang="en-US" altLang="en-US" sz="4200" b="1" kern="1200" spc="-50" baseline="0" dirty="0">
              <a:solidFill>
                <a:schemeClr val="tx1"/>
              </a:solidFill>
              <a:latin typeface="+mj-lt"/>
              <a:ea typeface="+mj-ea"/>
              <a:cs typeface="+mj-cs"/>
            </a:endParaRPr>
          </a:p>
        </p:txBody>
      </p:sp>
      <p:pic>
        <p:nvPicPr>
          <p:cNvPr id="1026" name="Picture 2" descr="Epidemiology - Public Health - LibGuides at Alabama college of Osteopathic  Medicine">
            <a:extLst>
              <a:ext uri="{FF2B5EF4-FFF2-40B4-BE49-F238E27FC236}">
                <a16:creationId xmlns:a16="http://schemas.microsoft.com/office/drawing/2014/main" id="{D59E41FD-06DA-2DBB-F65D-9B7A00E2D21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2000" y="2876481"/>
            <a:ext cx="3892291" cy="1867034"/>
          </a:xfrm>
          <a:prstGeom prst="rect">
            <a:avLst/>
          </a:prstGeom>
          <a:noFill/>
          <a:extLst>
            <a:ext uri="{909E8E84-426E-40DD-AFC4-6F175D3DCCD1}">
              <a14:hiddenFill xmlns:a14="http://schemas.microsoft.com/office/drawing/2010/main">
                <a:solidFill>
                  <a:srgbClr val="FFFFFF"/>
                </a:solidFill>
              </a14:hiddenFill>
            </a:ext>
          </a:extLst>
        </p:spPr>
      </p:pic>
      <p:sp>
        <p:nvSpPr>
          <p:cNvPr id="6146" name="TextBox 2"/>
          <p:cNvSpPr txBox="1">
            <a:spLocks noChangeArrowheads="1"/>
          </p:cNvSpPr>
          <p:nvPr/>
        </p:nvSpPr>
        <p:spPr bwMode="auto">
          <a:xfrm>
            <a:off x="5431940" y="2970213"/>
            <a:ext cx="5998059" cy="312578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a:lnSpc>
                <a:spcPct val="105000"/>
              </a:lnSpc>
              <a:spcAft>
                <a:spcPts val="600"/>
              </a:spcAft>
              <a:buClr>
                <a:srgbClr val="FF0000"/>
              </a:buClr>
              <a:buFont typeface="Wingdings" panose="05000000000000000000" pitchFamily="2" charset="2"/>
              <a:buChar char="v"/>
            </a:pPr>
            <a:r>
              <a:rPr lang="en-US" altLang="en-US" dirty="0">
                <a:latin typeface="+mn-lt"/>
              </a:rPr>
              <a:t>The word </a:t>
            </a:r>
            <a:r>
              <a:rPr lang="en-US" altLang="en-US" i="1" dirty="0">
                <a:latin typeface="+mn-lt"/>
              </a:rPr>
              <a:t>epi</a:t>
            </a:r>
            <a:r>
              <a:rPr lang="en-US" altLang="en-US" dirty="0">
                <a:latin typeface="+mn-lt"/>
              </a:rPr>
              <a:t> means among, and </a:t>
            </a:r>
            <a:r>
              <a:rPr lang="en-US" altLang="en-US" i="1" dirty="0">
                <a:latin typeface="+mn-lt"/>
              </a:rPr>
              <a:t>demos </a:t>
            </a:r>
            <a:r>
              <a:rPr lang="en-US" altLang="en-US" dirty="0">
                <a:latin typeface="+mn-lt"/>
              </a:rPr>
              <a:t>means people and </a:t>
            </a:r>
            <a:r>
              <a:rPr lang="en-US" altLang="en-US" i="1" dirty="0">
                <a:latin typeface="+mn-lt"/>
              </a:rPr>
              <a:t>logos</a:t>
            </a:r>
            <a:r>
              <a:rPr lang="en-US" altLang="en-US" dirty="0">
                <a:latin typeface="+mn-lt"/>
              </a:rPr>
              <a:t> study.</a:t>
            </a:r>
          </a:p>
          <a:p>
            <a:pPr marL="342900" indent="-342900">
              <a:lnSpc>
                <a:spcPct val="105000"/>
              </a:lnSpc>
              <a:spcAft>
                <a:spcPts val="600"/>
              </a:spcAft>
              <a:buClr>
                <a:srgbClr val="FF0000"/>
              </a:buClr>
              <a:buFont typeface="Wingdings" panose="05000000000000000000" pitchFamily="2" charset="2"/>
              <a:buChar char="v"/>
            </a:pPr>
            <a:r>
              <a:rPr lang="en-US" altLang="en-US" dirty="0">
                <a:latin typeface="+mn-lt"/>
              </a:rPr>
              <a:t>Epidemiology involves consideration of health problem in light of factors involved in its development.</a:t>
            </a:r>
          </a:p>
          <a:p>
            <a:pPr marL="342900" indent="-342900">
              <a:lnSpc>
                <a:spcPct val="105000"/>
              </a:lnSpc>
              <a:spcAft>
                <a:spcPts val="600"/>
              </a:spcAft>
              <a:buClr>
                <a:srgbClr val="FF0000"/>
              </a:buClr>
              <a:buFont typeface="Wingdings" panose="05000000000000000000" pitchFamily="2" charset="2"/>
              <a:buChar char="v"/>
            </a:pPr>
            <a:r>
              <a:rPr lang="en-US" altLang="en-US" dirty="0">
                <a:latin typeface="+mn-lt"/>
              </a:rPr>
              <a:t>The </a:t>
            </a:r>
            <a:r>
              <a:rPr lang="en-US" altLang="en-US" b="1" dirty="0">
                <a:latin typeface="+mn-lt"/>
              </a:rPr>
              <a:t>primary concern </a:t>
            </a:r>
            <a:r>
              <a:rPr lang="en-US" altLang="en-US" dirty="0">
                <a:latin typeface="+mn-lt"/>
              </a:rPr>
              <a:t>of epidemiology is  </a:t>
            </a:r>
            <a:r>
              <a:rPr lang="en-US" altLang="en-US" b="1" dirty="0">
                <a:latin typeface="+mn-lt"/>
              </a:rPr>
              <a:t>the health of groups of people</a:t>
            </a:r>
            <a:r>
              <a:rPr lang="en-US" altLang="en-US" dirty="0">
                <a:latin typeface="+mn-lt"/>
              </a:rPr>
              <a:t>.</a:t>
            </a:r>
          </a:p>
        </p:txBody>
      </p:sp>
    </p:spTree>
    <p:extLst>
      <p:ext uri="{BB962C8B-B14F-4D97-AF65-F5344CB8AC3E}">
        <p14:creationId xmlns:p14="http://schemas.microsoft.com/office/powerpoint/2010/main" val="2433468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Box 1"/>
          <p:cNvSpPr txBox="1">
            <a:spLocks noChangeArrowheads="1"/>
          </p:cNvSpPr>
          <p:nvPr/>
        </p:nvSpPr>
        <p:spPr bwMode="auto">
          <a:xfrm>
            <a:off x="5431940" y="1517650"/>
            <a:ext cx="5998059" cy="134461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nSpc>
                <a:spcPct val="95000"/>
              </a:lnSpc>
              <a:spcBef>
                <a:spcPct val="0"/>
              </a:spcBef>
              <a:spcAft>
                <a:spcPts val="600"/>
              </a:spcAft>
            </a:pPr>
            <a:r>
              <a:rPr lang="en-US" sz="4400" dirty="0"/>
              <a:t>Epidemiology</a:t>
            </a:r>
            <a:endParaRPr lang="en-US" altLang="en-US" sz="4200" b="1" kern="1200" spc="-50" baseline="0" dirty="0">
              <a:solidFill>
                <a:schemeClr val="tx1"/>
              </a:solidFill>
              <a:latin typeface="+mj-lt"/>
              <a:ea typeface="+mj-ea"/>
              <a:cs typeface="+mj-cs"/>
            </a:endParaRPr>
          </a:p>
        </p:txBody>
      </p:sp>
      <p:pic>
        <p:nvPicPr>
          <p:cNvPr id="3" name="Picture 2" descr="A group of people in white coats standing next to a computer&#10;&#10;Description automatically generated">
            <a:extLst>
              <a:ext uri="{FF2B5EF4-FFF2-40B4-BE49-F238E27FC236}">
                <a16:creationId xmlns:a16="http://schemas.microsoft.com/office/drawing/2014/main" id="{087B6D53-2DE0-D586-5D8A-538A276AEB7E}"/>
              </a:ext>
            </a:extLst>
          </p:cNvPr>
          <p:cNvPicPr>
            <a:picLocks noChangeAspect="1"/>
          </p:cNvPicPr>
          <p:nvPr/>
        </p:nvPicPr>
        <p:blipFill>
          <a:blip r:embed="rId3"/>
          <a:stretch>
            <a:fillRect/>
          </a:stretch>
        </p:blipFill>
        <p:spPr>
          <a:xfrm>
            <a:off x="762000" y="2900175"/>
            <a:ext cx="3892291" cy="1819646"/>
          </a:xfrm>
          <a:prstGeom prst="rect">
            <a:avLst/>
          </a:prstGeom>
        </p:spPr>
      </p:pic>
      <p:sp>
        <p:nvSpPr>
          <p:cNvPr id="7170" name="TextBox 2"/>
          <p:cNvSpPr txBox="1">
            <a:spLocks noChangeArrowheads="1"/>
          </p:cNvSpPr>
          <p:nvPr/>
        </p:nvSpPr>
        <p:spPr bwMode="auto">
          <a:xfrm>
            <a:off x="5431940" y="2970213"/>
            <a:ext cx="5998059" cy="3125787"/>
          </a:xfrm>
          <a:prstGeom prst="rect">
            <a:avLst/>
          </a:prstGeom>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marL="457200" indent="-45720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nSpc>
                <a:spcPct val="105000"/>
              </a:lnSpc>
              <a:spcAft>
                <a:spcPts val="600"/>
              </a:spcAft>
              <a:buClr>
                <a:srgbClr val="FF0000"/>
              </a:buClr>
              <a:buFont typeface="Wingdings" panose="05000000000000000000" pitchFamily="2" charset="2"/>
              <a:buChar char="v"/>
            </a:pPr>
            <a:r>
              <a:rPr lang="en-US" altLang="en-US" b="1" dirty="0">
                <a:latin typeface="+mn-lt"/>
              </a:rPr>
              <a:t>Epidemiology</a:t>
            </a:r>
            <a:r>
              <a:rPr lang="en-US" altLang="en-US" dirty="0">
                <a:latin typeface="+mn-lt"/>
              </a:rPr>
              <a:t> is concerned with the distribution and determinants of h</a:t>
            </a:r>
            <a:r>
              <a:rPr lang="en-US" altLang="en-US" dirty="0">
                <a:solidFill>
                  <a:srgbClr val="FF0000"/>
                </a:solidFill>
                <a:latin typeface="+mn-lt"/>
              </a:rPr>
              <a:t>ealth-related states  or events of health and illness</a:t>
            </a:r>
            <a:r>
              <a:rPr lang="en-US" altLang="en-US" dirty="0">
                <a:latin typeface="+mn-lt"/>
              </a:rPr>
              <a:t> in  specified human </a:t>
            </a:r>
            <a:r>
              <a:rPr lang="en-US" altLang="en-US" dirty="0">
                <a:solidFill>
                  <a:srgbClr val="FF0000"/>
                </a:solidFill>
                <a:latin typeface="+mn-lt"/>
              </a:rPr>
              <a:t>populations</a:t>
            </a:r>
            <a:r>
              <a:rPr lang="en-US" altLang="en-US" dirty="0">
                <a:latin typeface="+mn-lt"/>
              </a:rPr>
              <a:t> and the application of this study to the </a:t>
            </a:r>
            <a:r>
              <a:rPr lang="en-US" altLang="en-US" b="1" dirty="0">
                <a:latin typeface="+mn-lt"/>
              </a:rPr>
              <a:t>control</a:t>
            </a:r>
            <a:r>
              <a:rPr lang="en-US" altLang="en-US" dirty="0">
                <a:latin typeface="+mn-lt"/>
              </a:rPr>
              <a:t> </a:t>
            </a:r>
            <a:r>
              <a:rPr lang="en-US" altLang="en-US" b="1" dirty="0">
                <a:latin typeface="+mn-lt"/>
              </a:rPr>
              <a:t>of health problems</a:t>
            </a:r>
            <a:r>
              <a:rPr lang="en-US" altLang="en-US" dirty="0">
                <a:latin typeface="+mn-lt"/>
              </a:rPr>
              <a:t>. (USDHHS, 2012).</a:t>
            </a:r>
          </a:p>
          <a:p>
            <a:pPr>
              <a:lnSpc>
                <a:spcPct val="105000"/>
              </a:lnSpc>
              <a:spcAft>
                <a:spcPts val="600"/>
              </a:spcAft>
              <a:buClr>
                <a:srgbClr val="FF0000"/>
              </a:buClr>
              <a:buFont typeface="Wingdings" panose="05000000000000000000" pitchFamily="2" charset="2"/>
              <a:buChar char="v"/>
            </a:pPr>
            <a:r>
              <a:rPr lang="en-US" altLang="en-US" dirty="0">
                <a:latin typeface="+mn-lt"/>
              </a:rPr>
              <a:t>Its is data driven and relies on an </a:t>
            </a:r>
            <a:r>
              <a:rPr lang="en-US" altLang="en-US" dirty="0">
                <a:solidFill>
                  <a:srgbClr val="FF0000"/>
                </a:solidFill>
                <a:latin typeface="+mn-lt"/>
              </a:rPr>
              <a:t>unbiased</a:t>
            </a:r>
            <a:r>
              <a:rPr lang="en-US" altLang="en-US" dirty="0">
                <a:latin typeface="+mn-lt"/>
              </a:rPr>
              <a:t> and </a:t>
            </a:r>
            <a:r>
              <a:rPr lang="en-US" altLang="en-US" dirty="0">
                <a:solidFill>
                  <a:srgbClr val="FF0000"/>
                </a:solidFill>
                <a:latin typeface="+mn-lt"/>
              </a:rPr>
              <a:t>systematic</a:t>
            </a:r>
            <a:r>
              <a:rPr lang="en-US" altLang="en-US" dirty="0">
                <a:latin typeface="+mn-lt"/>
              </a:rPr>
              <a:t> approach to collecting and analyzing and interpreting data.</a:t>
            </a:r>
          </a:p>
        </p:txBody>
      </p:sp>
    </p:spTree>
    <p:extLst>
      <p:ext uri="{BB962C8B-B14F-4D97-AF65-F5344CB8AC3E}">
        <p14:creationId xmlns:p14="http://schemas.microsoft.com/office/powerpoint/2010/main" val="327079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6581-F281-4EFA-B889-A2AF04BF57BF}"/>
              </a:ext>
            </a:extLst>
          </p:cNvPr>
          <p:cNvSpPr>
            <a:spLocks noGrp="1"/>
          </p:cNvSpPr>
          <p:nvPr>
            <p:ph type="title"/>
          </p:nvPr>
        </p:nvSpPr>
        <p:spPr>
          <a:xfrm>
            <a:off x="1624014" y="403372"/>
            <a:ext cx="8524875" cy="1218795"/>
          </a:xfrm>
        </p:spPr>
        <p:txBody>
          <a:bodyPr>
            <a:normAutofit fontScale="90000"/>
          </a:bodyPr>
          <a:lstStyle/>
          <a:p>
            <a:pPr algn="ctr"/>
            <a:r>
              <a:rPr lang="en-US" sz="4400" b="1" dirty="0">
                <a:solidFill>
                  <a:srgbClr val="FF0000"/>
                </a:solidFill>
                <a:latin typeface="+mn-lt"/>
              </a:rPr>
              <a:t>Terminologies Frequently used in</a:t>
            </a:r>
          </a:p>
        </p:txBody>
      </p:sp>
      <p:pic>
        <p:nvPicPr>
          <p:cNvPr id="4" name="Picture 3">
            <a:extLst>
              <a:ext uri="{FF2B5EF4-FFF2-40B4-BE49-F238E27FC236}">
                <a16:creationId xmlns:a16="http://schemas.microsoft.com/office/drawing/2014/main" id="{AFD6CFAC-8F80-3395-CBB1-BA64939FF28A}"/>
              </a:ext>
            </a:extLst>
          </p:cNvPr>
          <p:cNvPicPr>
            <a:picLocks noChangeAspect="1"/>
          </p:cNvPicPr>
          <p:nvPr/>
        </p:nvPicPr>
        <p:blipFill>
          <a:blip r:embed="rId2"/>
          <a:stretch>
            <a:fillRect/>
          </a:stretch>
        </p:blipFill>
        <p:spPr>
          <a:xfrm>
            <a:off x="1800225" y="1916091"/>
            <a:ext cx="8348663" cy="4208483"/>
          </a:xfrm>
          <a:prstGeom prst="rect">
            <a:avLst/>
          </a:prstGeom>
          <a:ln>
            <a:noFill/>
          </a:ln>
          <a:effectLst>
            <a:softEdge rad="112500"/>
          </a:effectLst>
        </p:spPr>
      </p:pic>
    </p:spTree>
    <p:extLst>
      <p:ext uri="{BB962C8B-B14F-4D97-AF65-F5344CB8AC3E}">
        <p14:creationId xmlns:p14="http://schemas.microsoft.com/office/powerpoint/2010/main" val="92711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08CEF-F1EC-446D-AD84-B8C214952808}"/>
              </a:ext>
            </a:extLst>
          </p:cNvPr>
          <p:cNvSpPr>
            <a:spLocks noGrp="1"/>
          </p:cNvSpPr>
          <p:nvPr>
            <p:ph type="title"/>
          </p:nvPr>
        </p:nvSpPr>
        <p:spPr>
          <a:xfrm>
            <a:off x="1678959" y="402335"/>
            <a:ext cx="8524875" cy="775597"/>
          </a:xfrm>
        </p:spPr>
        <p:txBody>
          <a:bodyPr>
            <a:normAutofit/>
          </a:bodyPr>
          <a:lstStyle/>
          <a:p>
            <a:pPr algn="ctr"/>
            <a:r>
              <a:rPr lang="en-US" dirty="0">
                <a:solidFill>
                  <a:srgbClr val="0070C0"/>
                </a:solidFill>
                <a:latin typeface="+mn-lt"/>
              </a:rPr>
              <a:t>Endemic</a:t>
            </a:r>
          </a:p>
        </p:txBody>
      </p:sp>
      <p:sp>
        <p:nvSpPr>
          <p:cNvPr id="3" name="Rectangle 2">
            <a:extLst>
              <a:ext uri="{FF2B5EF4-FFF2-40B4-BE49-F238E27FC236}">
                <a16:creationId xmlns:a16="http://schemas.microsoft.com/office/drawing/2014/main" id="{C2FA096B-8B53-4F92-B488-106DEA53163A}"/>
              </a:ext>
            </a:extLst>
          </p:cNvPr>
          <p:cNvSpPr/>
          <p:nvPr/>
        </p:nvSpPr>
        <p:spPr>
          <a:xfrm>
            <a:off x="548641" y="2070962"/>
            <a:ext cx="10170160" cy="3213380"/>
          </a:xfrm>
          <a:prstGeom prst="rect">
            <a:avLst/>
          </a:prstGeom>
        </p:spPr>
        <p:txBody>
          <a:bodyPr wrap="square">
            <a:spAutoFit/>
          </a:bodyPr>
          <a:lstStyle/>
          <a:p>
            <a:pPr marL="342900" marR="0" lvl="0" indent="-342900" algn="l" defTabSz="4572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300" b="0" i="0" u="none" strike="noStrike" kern="1200" cap="none" spc="0" normalizeH="0" baseline="0" noProof="0" dirty="0">
                <a:ln>
                  <a:noFill/>
                </a:ln>
                <a:solidFill>
                  <a:prstClr val="black"/>
                </a:solidFill>
                <a:effectLst/>
                <a:uLnTx/>
                <a:uFillTx/>
                <a:latin typeface="Georgia"/>
                <a:ea typeface="+mn-ea"/>
                <a:cs typeface="+mn-cs"/>
              </a:rPr>
              <a:t>Refers to the </a:t>
            </a:r>
            <a:r>
              <a:rPr kumimoji="0" lang="en-US" sz="2300" b="0" i="0" u="none" strike="noStrike" kern="1200" cap="none" spc="0" normalizeH="0" baseline="0" noProof="0" dirty="0">
                <a:ln>
                  <a:noFill/>
                </a:ln>
                <a:solidFill>
                  <a:srgbClr val="C00000"/>
                </a:solidFill>
                <a:effectLst/>
                <a:uLnTx/>
                <a:uFillTx/>
                <a:latin typeface="Georgia"/>
                <a:ea typeface="+mn-ea"/>
                <a:cs typeface="+mn-cs"/>
              </a:rPr>
              <a:t>constant presence of a disease or infectious agent within a given geographic area or population group</a:t>
            </a:r>
            <a:r>
              <a:rPr kumimoji="0" lang="en-US" sz="2300" b="0" i="0" u="none" strike="noStrike" kern="1200" cap="none" spc="0" normalizeH="0" baseline="0" noProof="0" dirty="0">
                <a:ln>
                  <a:noFill/>
                </a:ln>
                <a:solidFill>
                  <a:prstClr val="black"/>
                </a:solidFill>
                <a:effectLst/>
                <a:uLnTx/>
                <a:uFillTx/>
                <a:latin typeface="Georgia"/>
                <a:ea typeface="+mn-ea"/>
                <a:cs typeface="+mn-cs"/>
              </a:rPr>
              <a:t>, without importation from outside.; may </a:t>
            </a:r>
            <a:r>
              <a:rPr kumimoji="0" lang="en-US" sz="2300" b="0" i="0" u="none" strike="noStrike" kern="1200" cap="none" spc="0" normalizeH="0" baseline="0" noProof="0" dirty="0">
                <a:ln>
                  <a:noFill/>
                </a:ln>
                <a:solidFill>
                  <a:srgbClr val="C00000"/>
                </a:solidFill>
                <a:effectLst/>
                <a:uLnTx/>
                <a:uFillTx/>
                <a:latin typeface="Georgia"/>
                <a:ea typeface="+mn-ea"/>
                <a:cs typeface="+mn-cs"/>
              </a:rPr>
              <a:t>also refer to the “usual” or expected frequency of the disease</a:t>
            </a:r>
            <a:r>
              <a:rPr kumimoji="0" lang="en-US" sz="2300" b="0" i="0" u="none" strike="noStrike" kern="1200" cap="none" spc="0" normalizeH="0" baseline="0" noProof="0" dirty="0">
                <a:ln>
                  <a:noFill/>
                </a:ln>
                <a:solidFill>
                  <a:prstClr val="black"/>
                </a:solidFill>
                <a:effectLst/>
                <a:uLnTx/>
                <a:uFillTx/>
                <a:latin typeface="Georgia"/>
                <a:ea typeface="+mn-ea"/>
                <a:cs typeface="+mn-cs"/>
              </a:rPr>
              <a:t> within such area or population group. </a:t>
            </a:r>
            <a:r>
              <a:rPr kumimoji="0" lang="en-US" sz="2300" b="0" i="0" u="none" strike="noStrike" kern="1200" cap="none" spc="0" normalizeH="0" baseline="0" noProof="0" dirty="0">
                <a:ln>
                  <a:noFill/>
                </a:ln>
                <a:solidFill>
                  <a:srgbClr val="0070C0"/>
                </a:solidFill>
                <a:effectLst/>
                <a:uLnTx/>
                <a:uFillTx/>
                <a:latin typeface="Georgia"/>
                <a:ea typeface="+mn-ea"/>
                <a:cs typeface="+mn-cs"/>
              </a:rPr>
              <a:t>E.g. common cold. </a:t>
            </a:r>
          </a:p>
          <a:p>
            <a:pPr marL="342900" marR="0" lvl="0" indent="-342900" algn="l" defTabSz="457200" rtl="0" eaLnBrk="1" fontAlgn="auto" latinLnBrk="0" hangingPunct="1">
              <a:lnSpc>
                <a:spcPct val="150000"/>
              </a:lnSpc>
              <a:spcBef>
                <a:spcPts val="0"/>
              </a:spcBef>
              <a:spcAft>
                <a:spcPts val="0"/>
              </a:spcAft>
              <a:buClrTx/>
              <a:buSzTx/>
              <a:buFont typeface="Wingdings" panose="05000000000000000000" pitchFamily="2" charset="2"/>
              <a:buChar char="v"/>
              <a:tabLst/>
              <a:defRPr/>
            </a:pPr>
            <a:endParaRPr kumimoji="0" lang="en-US" sz="2300" b="0" i="0" u="none" strike="noStrike" kern="1200" cap="none" spc="0" normalizeH="0" baseline="0" noProof="0" dirty="0">
              <a:ln>
                <a:noFill/>
              </a:ln>
              <a:solidFill>
                <a:prstClr val="black"/>
              </a:solidFill>
              <a:effectLst/>
              <a:uLnTx/>
              <a:uFillTx/>
              <a:latin typeface="Georgia"/>
              <a:ea typeface="+mn-ea"/>
              <a:cs typeface="+mn-cs"/>
            </a:endParaRPr>
          </a:p>
          <a:p>
            <a:pPr marL="342900" marR="0" lvl="0" indent="-342900" algn="l" defTabSz="4572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300" b="0" i="0" u="none" strike="noStrike" kern="1200" cap="none" spc="0" normalizeH="0" baseline="0" noProof="0" dirty="0">
                <a:ln>
                  <a:noFill/>
                </a:ln>
                <a:solidFill>
                  <a:prstClr val="black"/>
                </a:solidFill>
                <a:effectLst/>
                <a:uLnTx/>
                <a:uFillTx/>
                <a:latin typeface="Georgia"/>
                <a:ea typeface="+mn-ea"/>
                <a:cs typeface="+mn-cs"/>
              </a:rPr>
              <a:t>An endemic can turn to an epidemic, </a:t>
            </a:r>
            <a:r>
              <a:rPr kumimoji="0" lang="en-US" sz="2300" b="0" i="0" u="none" strike="noStrike" kern="1200" cap="none" spc="0" normalizeH="0" baseline="0" noProof="0" dirty="0">
                <a:ln>
                  <a:noFill/>
                </a:ln>
                <a:solidFill>
                  <a:srgbClr val="0070C0"/>
                </a:solidFill>
                <a:effectLst/>
                <a:uLnTx/>
                <a:uFillTx/>
                <a:latin typeface="Georgia"/>
                <a:ea typeface="+mn-ea"/>
                <a:cs typeface="+mn-cs"/>
              </a:rPr>
              <a:t>e.g. typhoid fever.</a:t>
            </a:r>
          </a:p>
        </p:txBody>
      </p:sp>
    </p:spTree>
    <p:extLst>
      <p:ext uri="{BB962C8B-B14F-4D97-AF65-F5344CB8AC3E}">
        <p14:creationId xmlns:p14="http://schemas.microsoft.com/office/powerpoint/2010/main" val="1073965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9724" y="298726"/>
            <a:ext cx="8524875" cy="775597"/>
          </a:xfrm>
        </p:spPr>
        <p:txBody>
          <a:bodyPr>
            <a:normAutofit/>
          </a:bodyPr>
          <a:lstStyle/>
          <a:p>
            <a:pPr algn="ctr"/>
            <a:r>
              <a:rPr lang="en-US" dirty="0">
                <a:solidFill>
                  <a:srgbClr val="0070C0"/>
                </a:solidFill>
                <a:latin typeface="+mn-lt"/>
              </a:rPr>
              <a:t>Epidemics</a:t>
            </a:r>
          </a:p>
        </p:txBody>
      </p:sp>
      <p:sp>
        <p:nvSpPr>
          <p:cNvPr id="3" name="TextBox 2"/>
          <p:cNvSpPr txBox="1"/>
          <p:nvPr/>
        </p:nvSpPr>
        <p:spPr>
          <a:xfrm>
            <a:off x="733424" y="1710600"/>
            <a:ext cx="10267950" cy="4154984"/>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An </a:t>
            </a:r>
            <a:r>
              <a:rPr kumimoji="0" lang="en-US" sz="2400" b="1" i="0" u="none" strike="noStrike" kern="1200" cap="none" spc="0" normalizeH="0" baseline="0" noProof="0" dirty="0">
                <a:ln>
                  <a:noFill/>
                </a:ln>
                <a:solidFill>
                  <a:srgbClr val="000000"/>
                </a:solidFill>
                <a:effectLst/>
                <a:uLnTx/>
                <a:uFillTx/>
                <a:latin typeface="Calibri" panose="020F0502020204030204"/>
                <a:ea typeface="+mn-ea"/>
                <a:cs typeface="+mn-cs"/>
              </a:rPr>
              <a:t>epidemic</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refers to a disease occurrence that clearly exceeds the normal or expected frequency in a community or region.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mn-cs"/>
              </a:rPr>
              <a:t>In past centuries, epidemics of cholera, bubonic plague, and smallpox </a:t>
            </a:r>
            <a:r>
              <a:rPr kumimoji="0" lang="en-US" sz="2400" b="0" i="1" u="none" strike="noStrike" kern="1200" cap="none" spc="0" normalizeH="0" baseline="0" noProof="0" dirty="0">
                <a:ln>
                  <a:noFill/>
                </a:ln>
                <a:solidFill>
                  <a:srgbClr val="C00000"/>
                </a:solidFill>
                <a:effectLst/>
                <a:uLnTx/>
                <a:uFillTx/>
                <a:latin typeface="Calibri" panose="020F0502020204030204"/>
                <a:ea typeface="+mn-ea"/>
                <a:cs typeface="+mn-cs"/>
              </a:rPr>
              <a:t>swept through community after community</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mn-cs"/>
              </a:rPr>
              <a:t>, killing thousands of people, changing the community structure, and altering the lifestyle of masses of people”.</a:t>
            </a:r>
            <a:endParaRPr kumimoji="0" lang="en-US" sz="2400" b="0" i="1" u="none" strike="noStrike" kern="1200" cap="none" spc="0" normalizeH="0" baseline="0" noProof="0" dirty="0">
              <a:ln>
                <a:noFill/>
              </a:ln>
              <a:solidFill>
                <a:srgbClr val="FF0000"/>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6146" name="Picture 2" descr="Saving Children from Cholera in Yemen | RipplAffect">
            <a:extLst>
              <a:ext uri="{FF2B5EF4-FFF2-40B4-BE49-F238E27FC236}">
                <a16:creationId xmlns:a16="http://schemas.microsoft.com/office/drawing/2014/main" id="{2622ED39-3C5E-E1FA-6A86-3E42C79100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2136" y="2207557"/>
            <a:ext cx="3149238" cy="2006098"/>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6" name="Picture 5">
            <a:extLst>
              <a:ext uri="{FF2B5EF4-FFF2-40B4-BE49-F238E27FC236}">
                <a16:creationId xmlns:a16="http://schemas.microsoft.com/office/drawing/2014/main" id="{080F9351-5253-D714-C5F7-C85D6CD6D78B}"/>
              </a:ext>
            </a:extLst>
          </p:cNvPr>
          <p:cNvPicPr>
            <a:picLocks noChangeAspect="1"/>
          </p:cNvPicPr>
          <p:nvPr/>
        </p:nvPicPr>
        <p:blipFill>
          <a:blip r:embed="rId3"/>
          <a:stretch>
            <a:fillRect/>
          </a:stretch>
        </p:blipFill>
        <p:spPr>
          <a:xfrm>
            <a:off x="3987439" y="2596720"/>
            <a:ext cx="1537062" cy="1664560"/>
          </a:xfrm>
          <a:prstGeom prst="rect">
            <a:avLst/>
          </a:prstGeom>
        </p:spPr>
      </p:pic>
    </p:spTree>
    <p:extLst>
      <p:ext uri="{BB962C8B-B14F-4D97-AF65-F5344CB8AC3E}">
        <p14:creationId xmlns:p14="http://schemas.microsoft.com/office/powerpoint/2010/main" val="3106612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641" y="75708"/>
            <a:ext cx="10058400" cy="1219200"/>
          </a:xfrm>
        </p:spPr>
        <p:txBody>
          <a:bodyPr/>
          <a:lstStyle/>
          <a:p>
            <a:pPr algn="ctr"/>
            <a:r>
              <a:rPr lang="en-US" dirty="0">
                <a:solidFill>
                  <a:srgbClr val="0070C0"/>
                </a:solidFill>
                <a:latin typeface="+mn-lt"/>
              </a:rPr>
              <a:t>Pandemic</a:t>
            </a:r>
          </a:p>
        </p:txBody>
      </p:sp>
      <p:sp>
        <p:nvSpPr>
          <p:cNvPr id="3" name="TextBox 2"/>
          <p:cNvSpPr txBox="1"/>
          <p:nvPr/>
        </p:nvSpPr>
        <p:spPr>
          <a:xfrm>
            <a:off x="1060594" y="2015722"/>
            <a:ext cx="818341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When </a:t>
            </a:r>
            <a:r>
              <a:rPr kumimoji="0" lang="en-US" sz="2400" b="0" i="0" u="none" strike="noStrike" kern="1200" cap="none" spc="0" normalizeH="0" baseline="0" noProof="0" dirty="0">
                <a:ln>
                  <a:noFill/>
                </a:ln>
                <a:solidFill>
                  <a:srgbClr val="0070C0"/>
                </a:solidFill>
                <a:effectLst/>
                <a:uLnTx/>
                <a:uFillTx/>
                <a:latin typeface="Calibri" panose="020F0502020204030204"/>
                <a:ea typeface="+mn-ea"/>
                <a:cs typeface="+mn-cs"/>
              </a:rPr>
              <a:t>an epidemic</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such as the bubonic plague (also called pneumonic plague or the Black Death) or HIV/AIDS, </a:t>
            </a: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is worldwide in distribution</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 it is known as a </a:t>
            </a:r>
            <a:r>
              <a:rPr kumimoji="0" lang="en-US" sz="2400" b="1" i="0" u="none" strike="noStrike" kern="1200" cap="none" spc="0" normalizeH="0" baseline="0" noProof="0" dirty="0">
                <a:ln>
                  <a:noFill/>
                </a:ln>
                <a:solidFill>
                  <a:srgbClr val="000000"/>
                </a:solidFill>
                <a:effectLst/>
                <a:uLnTx/>
                <a:uFillTx/>
                <a:latin typeface="Calibri" panose="020F0502020204030204"/>
                <a:ea typeface="+mn-ea"/>
                <a:cs typeface="+mn-cs"/>
              </a:rPr>
              <a:t>pandemic</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a:t>
            </a:r>
          </a:p>
        </p:txBody>
      </p:sp>
      <p:pic>
        <p:nvPicPr>
          <p:cNvPr id="4" name="Picture 3">
            <a:extLst>
              <a:ext uri="{FF2B5EF4-FFF2-40B4-BE49-F238E27FC236}">
                <a16:creationId xmlns:a16="http://schemas.microsoft.com/office/drawing/2014/main" id="{B0F4647A-C9CD-085D-D380-79AD487DB85C}"/>
              </a:ext>
            </a:extLst>
          </p:cNvPr>
          <p:cNvPicPr>
            <a:picLocks noChangeAspect="1"/>
          </p:cNvPicPr>
          <p:nvPr/>
        </p:nvPicPr>
        <p:blipFill>
          <a:blip r:embed="rId2"/>
          <a:stretch>
            <a:fillRect/>
          </a:stretch>
        </p:blipFill>
        <p:spPr>
          <a:xfrm>
            <a:off x="7219950" y="3216051"/>
            <a:ext cx="4200525" cy="28003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297021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CE2DE-32CC-40F2-B9D1-1EA7B7BFC5F7}"/>
              </a:ext>
            </a:extLst>
          </p:cNvPr>
          <p:cNvSpPr>
            <a:spLocks noGrp="1"/>
          </p:cNvSpPr>
          <p:nvPr>
            <p:ph type="title"/>
          </p:nvPr>
        </p:nvSpPr>
        <p:spPr>
          <a:xfrm>
            <a:off x="1733869" y="362384"/>
            <a:ext cx="8524875" cy="775597"/>
          </a:xfrm>
        </p:spPr>
        <p:txBody>
          <a:bodyPr>
            <a:normAutofit/>
          </a:bodyPr>
          <a:lstStyle/>
          <a:p>
            <a:pPr algn="ctr"/>
            <a:r>
              <a:rPr lang="en-US" dirty="0">
                <a:solidFill>
                  <a:srgbClr val="0070C0"/>
                </a:solidFill>
                <a:latin typeface="+mn-lt"/>
              </a:rPr>
              <a:t>Surveillance</a:t>
            </a:r>
          </a:p>
        </p:txBody>
      </p:sp>
      <p:sp>
        <p:nvSpPr>
          <p:cNvPr id="3" name="Rectangle 2">
            <a:extLst>
              <a:ext uri="{FF2B5EF4-FFF2-40B4-BE49-F238E27FC236}">
                <a16:creationId xmlns:a16="http://schemas.microsoft.com/office/drawing/2014/main" id="{77D96911-6833-496D-889D-B596C942599A}"/>
              </a:ext>
            </a:extLst>
          </p:cNvPr>
          <p:cNvSpPr/>
          <p:nvPr/>
        </p:nvSpPr>
        <p:spPr>
          <a:xfrm>
            <a:off x="453393" y="1822310"/>
            <a:ext cx="11662407" cy="3213380"/>
          </a:xfrm>
          <a:prstGeom prst="rect">
            <a:avLst/>
          </a:prstGeom>
        </p:spPr>
        <p:txBody>
          <a:bodyPr wrap="square">
            <a:spAutoFit/>
          </a:bodyPr>
          <a:lstStyle/>
          <a:p>
            <a:pPr marL="342900" marR="0" lvl="0" indent="-342900" algn="l" defTabSz="4572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300" b="0" i="0" u="none" strike="noStrike" kern="1200" cap="none" spc="0" normalizeH="0" baseline="0" noProof="0" dirty="0">
                <a:ln>
                  <a:noFill/>
                </a:ln>
                <a:solidFill>
                  <a:srgbClr val="000000"/>
                </a:solidFill>
                <a:effectLst/>
                <a:uLnTx/>
                <a:uFillTx/>
                <a:latin typeface="Calibri" panose="020F0502020204030204"/>
                <a:ea typeface="+mn-ea"/>
                <a:cs typeface="+mn-cs"/>
              </a:rPr>
              <a:t> </a:t>
            </a:r>
            <a:r>
              <a:rPr kumimoji="0" lang="en-US" sz="2300" b="0" i="0" u="none" strike="noStrike" kern="1200" cap="none" spc="0" normalizeH="0" baseline="0" noProof="0" dirty="0">
                <a:ln>
                  <a:noFill/>
                </a:ln>
                <a:solidFill>
                  <a:srgbClr val="C00000"/>
                </a:solidFill>
                <a:effectLst/>
                <a:uLnTx/>
                <a:uFillTx/>
                <a:latin typeface="Calibri" panose="020F0502020204030204"/>
                <a:ea typeface="+mn-ea"/>
                <a:cs typeface="+mn-cs"/>
              </a:rPr>
              <a:t>Continuous scrutiny</a:t>
            </a: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 of the factors that determine the occurrence and distribution of disease and other conditions of ill health.</a:t>
            </a:r>
          </a:p>
          <a:p>
            <a:pPr marL="342900" marR="0" lvl="0" indent="-342900" algn="l" defTabSz="457200" rtl="0" eaLnBrk="1" fontAlgn="auto" latinLnBrk="0" hangingPunct="1">
              <a:lnSpc>
                <a:spcPct val="150000"/>
              </a:lnSpc>
              <a:spcBef>
                <a:spcPts val="0"/>
              </a:spcBef>
              <a:spcAft>
                <a:spcPts val="0"/>
              </a:spcAft>
              <a:buClrTx/>
              <a:buSzTx/>
              <a:buFont typeface="Wingdings" panose="05000000000000000000" pitchFamily="2" charset="2"/>
              <a:buChar char="v"/>
              <a:tabLst/>
              <a:defRPr/>
            </a:pP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The main </a:t>
            </a:r>
            <a:r>
              <a:rPr kumimoji="0" lang="en-US" sz="2300" b="1" i="0" u="none" strike="noStrike" kern="1200" cap="none" spc="0" normalizeH="0" baseline="0" noProof="0" dirty="0">
                <a:ln>
                  <a:noFill/>
                </a:ln>
                <a:solidFill>
                  <a:prstClr val="black"/>
                </a:solidFill>
                <a:effectLst/>
                <a:uLnTx/>
                <a:uFillTx/>
                <a:latin typeface="Calibri" panose="020F0502020204030204"/>
                <a:ea typeface="+mn-ea"/>
                <a:cs typeface="+mn-cs"/>
              </a:rPr>
              <a:t>purpose</a:t>
            </a: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 is to </a:t>
            </a:r>
            <a:r>
              <a:rPr kumimoji="0" lang="en-US" sz="2300" b="1" i="0" u="none" strike="noStrike" kern="1200" cap="none" spc="0" normalizeH="0" baseline="0" noProof="0" dirty="0">
                <a:ln>
                  <a:noFill/>
                </a:ln>
                <a:solidFill>
                  <a:prstClr val="black"/>
                </a:solidFill>
                <a:effectLst/>
                <a:uLnTx/>
                <a:uFillTx/>
                <a:latin typeface="Calibri" panose="020F0502020204030204"/>
                <a:ea typeface="+mn-ea"/>
                <a:cs typeface="+mn-cs"/>
              </a:rPr>
              <a:t>detect changes </a:t>
            </a:r>
            <a:r>
              <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rPr>
              <a:t>in trend or distribution in order to initiate investigative or control measures.</a:t>
            </a: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sz="2300" b="0"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0070C0"/>
                </a:solidFill>
                <a:effectLst/>
                <a:uLnTx/>
                <a:uFillTx/>
                <a:latin typeface="Calibri" panose="020F0502020204030204"/>
                <a:ea typeface="+mn-ea"/>
                <a:cs typeface="+mn-cs"/>
              </a:rPr>
              <a:t>e.g. Surveillance for occurrence of Hepatitis B</a:t>
            </a:r>
          </a:p>
        </p:txBody>
      </p:sp>
      <p:pic>
        <p:nvPicPr>
          <p:cNvPr id="4" name="Picture 3">
            <a:extLst>
              <a:ext uri="{FF2B5EF4-FFF2-40B4-BE49-F238E27FC236}">
                <a16:creationId xmlns:a16="http://schemas.microsoft.com/office/drawing/2014/main" id="{3836ECF4-F34F-2B88-73D2-3975D3CA9390}"/>
              </a:ext>
            </a:extLst>
          </p:cNvPr>
          <p:cNvPicPr>
            <a:picLocks noChangeAspect="1"/>
          </p:cNvPicPr>
          <p:nvPr/>
        </p:nvPicPr>
        <p:blipFill>
          <a:blip r:embed="rId3"/>
          <a:stretch>
            <a:fillRect/>
          </a:stretch>
        </p:blipFill>
        <p:spPr>
          <a:xfrm>
            <a:off x="7581900" y="3966565"/>
            <a:ext cx="3971926" cy="2234209"/>
          </a:xfrm>
          <a:prstGeom prst="rect">
            <a:avLst/>
          </a:prstGeom>
          <a:ln>
            <a:noFill/>
          </a:ln>
          <a:effectLst>
            <a:softEdge rad="112500"/>
          </a:effectLst>
        </p:spPr>
      </p:pic>
    </p:spTree>
    <p:extLst>
      <p:ext uri="{BB962C8B-B14F-4D97-AF65-F5344CB8AC3E}">
        <p14:creationId xmlns:p14="http://schemas.microsoft.com/office/powerpoint/2010/main" val="79941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C52D62-B03A-0AB5-F043-81784B778550}"/>
              </a:ext>
            </a:extLst>
          </p:cNvPr>
          <p:cNvSpPr>
            <a:spLocks noGrp="1"/>
          </p:cNvSpPr>
          <p:nvPr>
            <p:ph type="title"/>
          </p:nvPr>
        </p:nvSpPr>
        <p:spPr>
          <a:xfrm>
            <a:off x="762000" y="1518249"/>
            <a:ext cx="10655300" cy="3071004"/>
          </a:xfrm>
        </p:spPr>
        <p:txBody>
          <a:bodyPr vert="horz" lIns="91440" tIns="45720" rIns="91440" bIns="45720" rtlCol="0" anchor="ctr">
            <a:normAutofit/>
          </a:bodyPr>
          <a:lstStyle/>
          <a:p>
            <a:pPr algn="ctr"/>
            <a:r>
              <a:rPr lang="en-US" sz="4800" b="1" dirty="0">
                <a:solidFill>
                  <a:srgbClr val="FF0000"/>
                </a:solidFill>
              </a:rPr>
              <a:t>Concepts of Epidemiology </a:t>
            </a:r>
          </a:p>
        </p:txBody>
      </p:sp>
      <p:sp>
        <p:nvSpPr>
          <p:cNvPr id="4" name="Text Placeholder 3">
            <a:extLst>
              <a:ext uri="{FF2B5EF4-FFF2-40B4-BE49-F238E27FC236}">
                <a16:creationId xmlns:a16="http://schemas.microsoft.com/office/drawing/2014/main" id="{F2E89537-C10C-1885-0F3C-4625B69F3637}"/>
              </a:ext>
            </a:extLst>
          </p:cNvPr>
          <p:cNvSpPr>
            <a:spLocks noGrp="1"/>
          </p:cNvSpPr>
          <p:nvPr>
            <p:ph type="body" idx="1"/>
          </p:nvPr>
        </p:nvSpPr>
        <p:spPr>
          <a:xfrm>
            <a:off x="762000" y="4784785"/>
            <a:ext cx="10655300" cy="1309628"/>
          </a:xfrm>
        </p:spPr>
        <p:txBody>
          <a:bodyPr vert="horz" lIns="91440" tIns="45720" rIns="91440" bIns="45720" rtlCol="0" anchor="t">
            <a:normAutofit/>
          </a:bodyPr>
          <a:lstStyle/>
          <a:p>
            <a:pPr algn="ctr"/>
            <a:r>
              <a:rPr lang="en-US" sz="2800" dirty="0"/>
              <a:t>Host, Agent, and Environment Model </a:t>
            </a:r>
          </a:p>
          <a:p>
            <a:pPr algn="ctr"/>
            <a:r>
              <a:rPr lang="en-US" sz="2800" dirty="0"/>
              <a:t>Causality</a:t>
            </a:r>
          </a:p>
        </p:txBody>
      </p:sp>
    </p:spTree>
    <p:extLst>
      <p:ext uri="{BB962C8B-B14F-4D97-AF65-F5344CB8AC3E}">
        <p14:creationId xmlns:p14="http://schemas.microsoft.com/office/powerpoint/2010/main" val="893905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AA9B29-1D23-B191-8276-74E849C5A02D}"/>
              </a:ext>
            </a:extLst>
          </p:cNvPr>
          <p:cNvSpPr>
            <a:spLocks noGrp="1"/>
          </p:cNvSpPr>
          <p:nvPr>
            <p:ph type="title"/>
          </p:nvPr>
        </p:nvSpPr>
        <p:spPr>
          <a:xfrm>
            <a:off x="6163464" y="755650"/>
            <a:ext cx="5266535" cy="1345115"/>
          </a:xfrm>
        </p:spPr>
        <p:txBody>
          <a:bodyPr>
            <a:normAutofit fontScale="90000"/>
          </a:bodyPr>
          <a:lstStyle/>
          <a:p>
            <a:r>
              <a:rPr lang="en-US" dirty="0"/>
              <a:t>Host, Agent, and Environment Model</a:t>
            </a:r>
          </a:p>
        </p:txBody>
      </p:sp>
      <p:pic>
        <p:nvPicPr>
          <p:cNvPr id="6" name="Picture 5" descr="Blood cells with one infected cell">
            <a:extLst>
              <a:ext uri="{FF2B5EF4-FFF2-40B4-BE49-F238E27FC236}">
                <a16:creationId xmlns:a16="http://schemas.microsoft.com/office/drawing/2014/main" id="{3F22636A-CD50-1185-3681-E24E1DC57CDC}"/>
              </a:ext>
            </a:extLst>
          </p:cNvPr>
          <p:cNvPicPr>
            <a:picLocks noChangeAspect="1"/>
          </p:cNvPicPr>
          <p:nvPr/>
        </p:nvPicPr>
        <p:blipFill rotWithShape="1">
          <a:blip r:embed="rId3"/>
          <a:srcRect l="22705" r="32967"/>
          <a:stretch/>
        </p:blipFill>
        <p:spPr>
          <a:xfrm>
            <a:off x="20" y="10"/>
            <a:ext cx="5404493" cy="6857990"/>
          </a:xfrm>
          <a:prstGeom prst="rect">
            <a:avLst/>
          </a:prstGeom>
        </p:spPr>
      </p:pic>
      <p:sp>
        <p:nvSpPr>
          <p:cNvPr id="4" name="Content Placeholder 3">
            <a:extLst>
              <a:ext uri="{FF2B5EF4-FFF2-40B4-BE49-F238E27FC236}">
                <a16:creationId xmlns:a16="http://schemas.microsoft.com/office/drawing/2014/main" id="{B8632F09-F63B-9A0D-47FB-EBD8A6B3965E}"/>
              </a:ext>
            </a:extLst>
          </p:cNvPr>
          <p:cNvSpPr>
            <a:spLocks noGrp="1"/>
          </p:cNvSpPr>
          <p:nvPr>
            <p:ph idx="1"/>
          </p:nvPr>
        </p:nvSpPr>
        <p:spPr>
          <a:xfrm>
            <a:off x="6163464" y="2207969"/>
            <a:ext cx="5266535" cy="3884983"/>
          </a:xfrm>
        </p:spPr>
        <p:txBody>
          <a:bodyPr>
            <a:normAutofit/>
          </a:bodyPr>
          <a:lstStyle/>
          <a:p>
            <a:pPr>
              <a:lnSpc>
                <a:spcPct val="95000"/>
              </a:lnSpc>
            </a:pPr>
            <a:r>
              <a:rPr lang="en-US" sz="2200" dirty="0"/>
              <a:t>Through their early study of infectious diseases, epidemiologists began to consider disease states generally in terms of the </a:t>
            </a:r>
            <a:r>
              <a:rPr lang="en-US" sz="2200" b="1" dirty="0">
                <a:solidFill>
                  <a:srgbClr val="FF0000"/>
                </a:solidFill>
              </a:rPr>
              <a:t>epidemiologic triad</a:t>
            </a:r>
            <a:r>
              <a:rPr lang="en-US" sz="2200" dirty="0"/>
              <a:t>, or the host, agent, and environment model. </a:t>
            </a:r>
          </a:p>
          <a:p>
            <a:pPr>
              <a:lnSpc>
                <a:spcPct val="95000"/>
              </a:lnSpc>
            </a:pPr>
            <a:endParaRPr lang="en-US" sz="2200" dirty="0"/>
          </a:p>
          <a:p>
            <a:pPr>
              <a:lnSpc>
                <a:spcPct val="95000"/>
              </a:lnSpc>
            </a:pPr>
            <a:r>
              <a:rPr lang="en-US" sz="2200" dirty="0">
                <a:solidFill>
                  <a:srgbClr val="FF0000"/>
                </a:solidFill>
              </a:rPr>
              <a:t>Interactions</a:t>
            </a:r>
            <a:r>
              <a:rPr lang="en-US" sz="2200" dirty="0"/>
              <a:t> among these </a:t>
            </a:r>
            <a:r>
              <a:rPr lang="en-US" sz="2200" dirty="0">
                <a:solidFill>
                  <a:srgbClr val="FF0000"/>
                </a:solidFill>
              </a:rPr>
              <a:t>three elements</a:t>
            </a:r>
            <a:r>
              <a:rPr lang="en-US" sz="2200" dirty="0"/>
              <a:t> explained infectious and other disease patterns.</a:t>
            </a:r>
            <a:br>
              <a:rPr lang="en-US" sz="2200" dirty="0"/>
            </a:br>
            <a:endParaRPr lang="en-US" sz="2200" dirty="0"/>
          </a:p>
          <a:p>
            <a:pPr>
              <a:lnSpc>
                <a:spcPct val="95000"/>
              </a:lnSpc>
            </a:pPr>
            <a:endParaRPr lang="en-US" sz="2200" dirty="0"/>
          </a:p>
        </p:txBody>
      </p:sp>
    </p:spTree>
    <p:extLst>
      <p:ext uri="{BB962C8B-B14F-4D97-AF65-F5344CB8AC3E}">
        <p14:creationId xmlns:p14="http://schemas.microsoft.com/office/powerpoint/2010/main" val="464377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xfrm>
            <a:off x="762001" y="755650"/>
            <a:ext cx="3932830" cy="1345115"/>
          </a:xfrm>
        </p:spPr>
        <p:txBody>
          <a:bodyPr>
            <a:normAutofit fontScale="90000"/>
          </a:bodyPr>
          <a:lstStyle/>
          <a:p>
            <a:pPr>
              <a:defRPr/>
            </a:pPr>
            <a:r>
              <a:rPr lang="en-US" sz="3300" dirty="0">
                <a:latin typeface="+mn-lt"/>
              </a:rPr>
              <a:t>Host, Agent, and Environment Model </a:t>
            </a:r>
          </a:p>
        </p:txBody>
      </p:sp>
      <p:sp>
        <p:nvSpPr>
          <p:cNvPr id="5123" name="Rectangle 3"/>
          <p:cNvSpPr>
            <a:spLocks noGrp="1" noChangeArrowheads="1"/>
          </p:cNvSpPr>
          <p:nvPr>
            <p:ph idx="1"/>
          </p:nvPr>
        </p:nvSpPr>
        <p:spPr>
          <a:xfrm>
            <a:off x="762001" y="2207969"/>
            <a:ext cx="3932830" cy="3884983"/>
          </a:xfrm>
        </p:spPr>
        <p:txBody>
          <a:bodyPr>
            <a:normAutofit/>
          </a:bodyPr>
          <a:lstStyle/>
          <a:p>
            <a:pPr eaLnBrk="1" hangingPunct="1">
              <a:lnSpc>
                <a:spcPct val="95000"/>
              </a:lnSpc>
            </a:pPr>
            <a:r>
              <a:rPr lang="en-US" altLang="en-US" sz="1500" b="1" dirty="0"/>
              <a:t>Host</a:t>
            </a:r>
          </a:p>
          <a:p>
            <a:pPr lvl="1" eaLnBrk="1" hangingPunct="1">
              <a:lnSpc>
                <a:spcPct val="95000"/>
              </a:lnSpc>
            </a:pPr>
            <a:r>
              <a:rPr lang="en-US" altLang="en-US" sz="1500" dirty="0"/>
              <a:t>Susceptible human or animal who harbors and nourishes a disease-causing agent</a:t>
            </a:r>
          </a:p>
          <a:p>
            <a:pPr eaLnBrk="1" hangingPunct="1">
              <a:lnSpc>
                <a:spcPct val="95000"/>
              </a:lnSpc>
            </a:pPr>
            <a:r>
              <a:rPr lang="en-US" altLang="en-US" sz="1500" b="1" dirty="0"/>
              <a:t>Agent</a:t>
            </a:r>
          </a:p>
          <a:p>
            <a:pPr lvl="1" eaLnBrk="1" hangingPunct="1">
              <a:lnSpc>
                <a:spcPct val="95000"/>
              </a:lnSpc>
            </a:pPr>
            <a:r>
              <a:rPr lang="en-US" altLang="en-US" sz="1500" dirty="0"/>
              <a:t>A factor that causes or contributes to a health problem or condition</a:t>
            </a:r>
          </a:p>
          <a:p>
            <a:pPr eaLnBrk="1" hangingPunct="1">
              <a:lnSpc>
                <a:spcPct val="95000"/>
              </a:lnSpc>
            </a:pPr>
            <a:r>
              <a:rPr lang="en-US" altLang="en-US" sz="1500" b="1" dirty="0"/>
              <a:t>Environment</a:t>
            </a:r>
          </a:p>
          <a:p>
            <a:pPr lvl="1" eaLnBrk="1" hangingPunct="1">
              <a:lnSpc>
                <a:spcPct val="95000"/>
              </a:lnSpc>
            </a:pPr>
            <a:r>
              <a:rPr lang="en-US" altLang="en-US" sz="1500" dirty="0"/>
              <a:t>All the external factors surrounding the host that might influence vulnerability or resistance</a:t>
            </a:r>
          </a:p>
        </p:txBody>
      </p:sp>
      <p:pic>
        <p:nvPicPr>
          <p:cNvPr id="2" name="Picture 1">
            <a:extLst>
              <a:ext uri="{FF2B5EF4-FFF2-40B4-BE49-F238E27FC236}">
                <a16:creationId xmlns:a16="http://schemas.microsoft.com/office/drawing/2014/main" id="{463620F5-FE50-0EDE-7870-ACDCA7197F71}"/>
              </a:ext>
            </a:extLst>
          </p:cNvPr>
          <p:cNvPicPr>
            <a:picLocks noChangeAspect="1"/>
          </p:cNvPicPr>
          <p:nvPr/>
        </p:nvPicPr>
        <p:blipFill>
          <a:blip r:embed="rId3"/>
          <a:stretch>
            <a:fillRect/>
          </a:stretch>
        </p:blipFill>
        <p:spPr>
          <a:xfrm>
            <a:off x="5719114" y="755650"/>
            <a:ext cx="5400525" cy="5346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6700D-17D6-45FF-A146-17986FA35867}"/>
              </a:ext>
            </a:extLst>
          </p:cNvPr>
          <p:cNvSpPr>
            <a:spLocks noGrp="1"/>
          </p:cNvSpPr>
          <p:nvPr>
            <p:ph type="title"/>
          </p:nvPr>
        </p:nvSpPr>
        <p:spPr>
          <a:xfrm>
            <a:off x="555523" y="762000"/>
            <a:ext cx="9899650" cy="1344613"/>
          </a:xfrm>
        </p:spPr>
        <p:txBody>
          <a:bodyPr>
            <a:normAutofit/>
          </a:bodyPr>
          <a:lstStyle/>
          <a:p>
            <a:pPr algn="ctr"/>
            <a:r>
              <a:rPr lang="en-US" b="1" dirty="0"/>
              <a:t>Host</a:t>
            </a:r>
          </a:p>
        </p:txBody>
      </p:sp>
      <p:sp>
        <p:nvSpPr>
          <p:cNvPr id="3" name="Content Placeholder 2">
            <a:extLst>
              <a:ext uri="{FF2B5EF4-FFF2-40B4-BE49-F238E27FC236}">
                <a16:creationId xmlns:a16="http://schemas.microsoft.com/office/drawing/2014/main" id="{B2963D31-74E2-4427-8150-9D5221754DA6}"/>
              </a:ext>
            </a:extLst>
          </p:cNvPr>
          <p:cNvSpPr>
            <a:spLocks noGrp="1"/>
          </p:cNvSpPr>
          <p:nvPr>
            <p:ph idx="1"/>
          </p:nvPr>
        </p:nvSpPr>
        <p:spPr>
          <a:xfrm>
            <a:off x="1146175" y="2301619"/>
            <a:ext cx="9899650" cy="3125787"/>
          </a:xfrm>
        </p:spPr>
        <p:txBody>
          <a:bodyPr>
            <a:normAutofit/>
          </a:bodyPr>
          <a:lstStyle/>
          <a:p>
            <a:pPr>
              <a:lnSpc>
                <a:spcPct val="95000"/>
              </a:lnSpc>
              <a:buFont typeface="Wingdings" panose="05000000000000000000" pitchFamily="2" charset="2"/>
              <a:buChar char="v"/>
            </a:pPr>
            <a:r>
              <a:rPr lang="en-US" sz="1800" b="1" dirty="0"/>
              <a:t>Many physical, psychological, and lifestyle factors influence the host’s susceptibility and response to an agent. </a:t>
            </a:r>
          </a:p>
          <a:p>
            <a:pPr marL="0" indent="0">
              <a:lnSpc>
                <a:spcPct val="95000"/>
              </a:lnSpc>
              <a:buNone/>
            </a:pPr>
            <a:endParaRPr lang="en-US" sz="1800" b="1" dirty="0"/>
          </a:p>
          <a:p>
            <a:pPr lvl="2">
              <a:lnSpc>
                <a:spcPct val="95000"/>
              </a:lnSpc>
              <a:buFont typeface="Wingdings" panose="05000000000000000000" pitchFamily="2" charset="2"/>
              <a:buChar char="Ø"/>
            </a:pPr>
            <a:r>
              <a:rPr lang="en-US" sz="1800" b="1" dirty="0"/>
              <a:t>Physical factors </a:t>
            </a:r>
            <a:r>
              <a:rPr lang="en-US" sz="1800" dirty="0"/>
              <a:t>include age, sex, race, and genetic influences on the host’s vulnerability or resistance. </a:t>
            </a:r>
          </a:p>
          <a:p>
            <a:pPr lvl="2">
              <a:lnSpc>
                <a:spcPct val="95000"/>
              </a:lnSpc>
              <a:buFont typeface="Wingdings" panose="05000000000000000000" pitchFamily="2" charset="2"/>
              <a:buChar char="Ø"/>
            </a:pPr>
            <a:r>
              <a:rPr lang="en-US" sz="1800" b="1" dirty="0"/>
              <a:t>Psychological factors</a:t>
            </a:r>
            <a:r>
              <a:rPr lang="en-US" sz="1800" dirty="0"/>
              <a:t>, such as outlook and response to stress, can strongly influence host susceptibility. </a:t>
            </a:r>
          </a:p>
          <a:p>
            <a:pPr lvl="2">
              <a:lnSpc>
                <a:spcPct val="95000"/>
              </a:lnSpc>
              <a:buFont typeface="Wingdings" panose="05000000000000000000" pitchFamily="2" charset="2"/>
              <a:buChar char="Ø"/>
            </a:pPr>
            <a:r>
              <a:rPr lang="en-US" sz="1800" b="1" dirty="0"/>
              <a:t>Lifestyle factors </a:t>
            </a:r>
            <a:r>
              <a:rPr lang="en-US" sz="1800" dirty="0"/>
              <a:t>also play a major role. Diet, exercise, sleep patterns, and healthy or unhealthy habits all contribute to either increased or decreased vulnerability to the disease-causing agent (</a:t>
            </a:r>
            <a:r>
              <a:rPr lang="en-US" sz="1800" dirty="0">
                <a:hlinkClick r:id="rId3">
                  <a:extLst>
                    <a:ext uri="{A12FA001-AC4F-418D-AE19-62706E023703}">
                      <ahyp:hlinkClr xmlns:ahyp="http://schemas.microsoft.com/office/drawing/2018/hyperlinkcolor" val="tx"/>
                    </a:ext>
                  </a:extLst>
                </a:hlinkClick>
              </a:rPr>
              <a:t>Fletcher &amp; Fletcher, 2012</a:t>
            </a:r>
            <a:r>
              <a:rPr lang="en-US" sz="1800" dirty="0"/>
              <a:t>).</a:t>
            </a:r>
          </a:p>
        </p:txBody>
      </p:sp>
    </p:spTree>
    <p:extLst>
      <p:ext uri="{BB962C8B-B14F-4D97-AF65-F5344CB8AC3E}">
        <p14:creationId xmlns:p14="http://schemas.microsoft.com/office/powerpoint/2010/main" val="357359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0780B-BB43-4F3C-9AA4-34B1C6DB41DE}"/>
              </a:ext>
            </a:extLst>
          </p:cNvPr>
          <p:cNvSpPr>
            <a:spLocks noGrp="1"/>
          </p:cNvSpPr>
          <p:nvPr>
            <p:ph type="title"/>
          </p:nvPr>
        </p:nvSpPr>
        <p:spPr>
          <a:xfrm>
            <a:off x="762001" y="755650"/>
            <a:ext cx="3932830" cy="1345115"/>
          </a:xfrm>
        </p:spPr>
        <p:txBody>
          <a:bodyPr>
            <a:normAutofit/>
          </a:bodyPr>
          <a:lstStyle/>
          <a:p>
            <a:r>
              <a:rPr lang="en-US">
                <a:latin typeface="+mn-lt"/>
              </a:rPr>
              <a:t>Agent </a:t>
            </a:r>
          </a:p>
        </p:txBody>
      </p:sp>
      <p:sp>
        <p:nvSpPr>
          <p:cNvPr id="3" name="Content Placeholder 2">
            <a:extLst>
              <a:ext uri="{FF2B5EF4-FFF2-40B4-BE49-F238E27FC236}">
                <a16:creationId xmlns:a16="http://schemas.microsoft.com/office/drawing/2014/main" id="{E11CEBB5-814C-408B-91E5-DF03114ADADD}"/>
              </a:ext>
            </a:extLst>
          </p:cNvPr>
          <p:cNvSpPr>
            <a:spLocks noGrp="1"/>
          </p:cNvSpPr>
          <p:nvPr>
            <p:ph idx="1"/>
          </p:nvPr>
        </p:nvSpPr>
        <p:spPr>
          <a:xfrm>
            <a:off x="762000" y="2207969"/>
            <a:ext cx="4639463" cy="3884983"/>
          </a:xfrm>
        </p:spPr>
        <p:txBody>
          <a:bodyPr>
            <a:normAutofit fontScale="92500" lnSpcReduction="10000"/>
          </a:bodyPr>
          <a:lstStyle/>
          <a:p>
            <a:pPr>
              <a:lnSpc>
                <a:spcPct val="95000"/>
              </a:lnSpc>
            </a:pPr>
            <a:r>
              <a:rPr lang="en-US" sz="2400" b="1" dirty="0"/>
              <a:t>Causative agents can be:</a:t>
            </a:r>
          </a:p>
          <a:p>
            <a:pPr>
              <a:lnSpc>
                <a:spcPct val="95000"/>
              </a:lnSpc>
              <a:buFont typeface="Wingdings" panose="05000000000000000000" pitchFamily="2" charset="2"/>
              <a:buChar char="v"/>
            </a:pPr>
            <a:r>
              <a:rPr lang="en-US" sz="2400" b="1" dirty="0">
                <a:solidFill>
                  <a:srgbClr val="FF0000"/>
                </a:solidFill>
              </a:rPr>
              <a:t>Factors that are present </a:t>
            </a:r>
            <a:r>
              <a:rPr lang="en-US" sz="2400" dirty="0"/>
              <a:t>(e.g., bacteria that cause tuberculosis, rocks on a mountain road that contribute to an automobile crash).</a:t>
            </a:r>
          </a:p>
          <a:p>
            <a:pPr>
              <a:lnSpc>
                <a:spcPct val="95000"/>
              </a:lnSpc>
              <a:buFont typeface="Wingdings" panose="05000000000000000000" pitchFamily="2" charset="2"/>
              <a:buChar char="v"/>
            </a:pPr>
            <a:r>
              <a:rPr lang="en-US" sz="2400" b="1" dirty="0">
                <a:solidFill>
                  <a:srgbClr val="FF0000"/>
                </a:solidFill>
              </a:rPr>
              <a:t>Factors that are lacking </a:t>
            </a:r>
            <a:r>
              <a:rPr lang="en-US" sz="2400" dirty="0"/>
              <a:t>(e.g., a low serum iron level that causes anemia or the lack of seat belt use that contributes to the extent of injury during an automobile crash).</a:t>
            </a:r>
            <a:endParaRPr lang="en-US" sz="2400" b="1" dirty="0"/>
          </a:p>
          <a:p>
            <a:pPr>
              <a:lnSpc>
                <a:spcPct val="95000"/>
              </a:lnSpc>
              <a:buFont typeface="Wingdings" panose="05000000000000000000" pitchFamily="2" charset="2"/>
              <a:buChar char="v"/>
            </a:pPr>
            <a:endParaRPr lang="en-US" sz="2400" dirty="0"/>
          </a:p>
        </p:txBody>
      </p:sp>
      <p:pic>
        <p:nvPicPr>
          <p:cNvPr id="8194" name="Picture 2" descr="Bacteria | Bacteria Facts for Kids | Shapes of Bacteria">
            <a:extLst>
              <a:ext uri="{FF2B5EF4-FFF2-40B4-BE49-F238E27FC236}">
                <a16:creationId xmlns:a16="http://schemas.microsoft.com/office/drawing/2014/main" id="{2F03B2C9-F167-F810-713E-E888EEF597F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01464" y="1867350"/>
            <a:ext cx="6035826" cy="3123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136E00F-B901-7EB9-8319-9D0BB50DA6D5}"/>
              </a:ext>
            </a:extLst>
          </p:cNvPr>
          <p:cNvSpPr txBox="1"/>
          <p:nvPr/>
        </p:nvSpPr>
        <p:spPr>
          <a:xfrm>
            <a:off x="5569527" y="5474321"/>
            <a:ext cx="6096000" cy="618631"/>
          </a:xfrm>
          <a:prstGeom prst="rect">
            <a:avLst/>
          </a:prstGeom>
          <a:noFill/>
        </p:spPr>
        <p:txBody>
          <a:bodyPr wrap="square">
            <a:spAutoFit/>
          </a:bodyPr>
          <a:lstStyle/>
          <a:p>
            <a:pPr algn="ctr">
              <a:lnSpc>
                <a:spcPct val="95000"/>
              </a:lnSpc>
            </a:pPr>
            <a:r>
              <a:rPr lang="en-US" sz="1800" dirty="0">
                <a:solidFill>
                  <a:srgbClr val="FF0000"/>
                </a:solidFill>
              </a:rPr>
              <a:t>Agents vary considerably and include five types: biologic, chemical, nutrient, physical, and psychological. </a:t>
            </a:r>
          </a:p>
        </p:txBody>
      </p:sp>
    </p:spTree>
    <p:extLst>
      <p:ext uri="{BB962C8B-B14F-4D97-AF65-F5344CB8AC3E}">
        <p14:creationId xmlns:p14="http://schemas.microsoft.com/office/powerpoint/2010/main" val="1058551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F6C58-FB77-C485-A6C0-9BBC1FA66163}"/>
              </a:ext>
            </a:extLst>
          </p:cNvPr>
          <p:cNvSpPr>
            <a:spLocks noGrp="1"/>
          </p:cNvSpPr>
          <p:nvPr>
            <p:ph type="title"/>
          </p:nvPr>
        </p:nvSpPr>
        <p:spPr>
          <a:xfrm>
            <a:off x="157001" y="263527"/>
            <a:ext cx="10058400" cy="1450757"/>
          </a:xfrm>
        </p:spPr>
        <p:txBody>
          <a:bodyPr/>
          <a:lstStyle/>
          <a:p>
            <a:pPr algn="ctr"/>
            <a:r>
              <a:rPr lang="en-US" b="1" dirty="0">
                <a:solidFill>
                  <a:srgbClr val="FF0000"/>
                </a:solidFill>
                <a:latin typeface="+mn-lt"/>
              </a:rPr>
              <a:t>Agent</a:t>
            </a:r>
            <a:endParaRPr lang="en-US" b="1" dirty="0"/>
          </a:p>
        </p:txBody>
      </p:sp>
      <p:sp>
        <p:nvSpPr>
          <p:cNvPr id="3" name="Content Placeholder 2">
            <a:extLst>
              <a:ext uri="{FF2B5EF4-FFF2-40B4-BE49-F238E27FC236}">
                <a16:creationId xmlns:a16="http://schemas.microsoft.com/office/drawing/2014/main" id="{C7525057-283F-1D45-30DB-658E7F3307F5}"/>
              </a:ext>
            </a:extLst>
          </p:cNvPr>
          <p:cNvSpPr>
            <a:spLocks noGrp="1"/>
          </p:cNvSpPr>
          <p:nvPr>
            <p:ph idx="1"/>
          </p:nvPr>
        </p:nvSpPr>
        <p:spPr>
          <a:xfrm>
            <a:off x="514350" y="1845734"/>
            <a:ext cx="10641330" cy="4023360"/>
          </a:xfrm>
        </p:spPr>
        <p:txBody>
          <a:bodyPr>
            <a:normAutofit fontScale="47500" lnSpcReduction="20000"/>
          </a:bodyPr>
          <a:lstStyle/>
          <a:p>
            <a:pPr>
              <a:buFont typeface="Wingdings" panose="05000000000000000000" pitchFamily="2" charset="2"/>
              <a:buChar char="Ø"/>
            </a:pPr>
            <a:r>
              <a:rPr lang="en-US" b="1" dirty="0">
                <a:solidFill>
                  <a:schemeClr val="bg2">
                    <a:lumMod val="50000"/>
                  </a:schemeClr>
                </a:solidFill>
              </a:rPr>
              <a:t>Biologic agents </a:t>
            </a:r>
            <a:r>
              <a:rPr lang="en-US" dirty="0">
                <a:solidFill>
                  <a:srgbClr val="000000"/>
                </a:solidFill>
              </a:rPr>
              <a:t>include bacteria, viruses, fungi, protozoa, worms, and insects. Some biologic agents are infectious, such as Influenza virus or HIV.</a:t>
            </a:r>
          </a:p>
          <a:p>
            <a:pPr>
              <a:buFont typeface="Wingdings" panose="05000000000000000000" pitchFamily="2" charset="2"/>
              <a:buChar char="Ø"/>
            </a:pPr>
            <a:r>
              <a:rPr lang="en-US" b="1" dirty="0">
                <a:solidFill>
                  <a:srgbClr val="000000"/>
                </a:solidFill>
              </a:rPr>
              <a:t> </a:t>
            </a:r>
            <a:r>
              <a:rPr lang="en-US" b="1" dirty="0">
                <a:solidFill>
                  <a:schemeClr val="bg2">
                    <a:lumMod val="50000"/>
                  </a:schemeClr>
                </a:solidFill>
              </a:rPr>
              <a:t>Chemical agents </a:t>
            </a:r>
            <a:r>
              <a:rPr lang="en-US" dirty="0">
                <a:solidFill>
                  <a:srgbClr val="000000"/>
                </a:solidFill>
              </a:rPr>
              <a:t>may be in the form of liquids, solids, gases, dusts, or fumes. Examples are poisonous sprays used on garden pests and industrial chemical wastes. </a:t>
            </a:r>
          </a:p>
          <a:p>
            <a:pPr>
              <a:buFont typeface="Wingdings" panose="05000000000000000000" pitchFamily="2" charset="2"/>
              <a:buChar char="Ø"/>
            </a:pPr>
            <a:r>
              <a:rPr lang="en-US" b="1" dirty="0">
                <a:solidFill>
                  <a:schemeClr val="bg2">
                    <a:lumMod val="50000"/>
                  </a:schemeClr>
                </a:solidFill>
              </a:rPr>
              <a:t>Nutrient agents </a:t>
            </a:r>
            <a:r>
              <a:rPr lang="en-US" dirty="0">
                <a:solidFill>
                  <a:srgbClr val="000000"/>
                </a:solidFill>
              </a:rPr>
              <a:t>include essential dietary components that can produce illness conditions if they are deficient or are taken in excess. For example, a deficiency of niacin can cause pellagra, and too much vitamin A can be toxic. </a:t>
            </a:r>
          </a:p>
          <a:p>
            <a:pPr>
              <a:buFont typeface="Wingdings" panose="05000000000000000000" pitchFamily="2" charset="2"/>
              <a:buChar char="Ø"/>
            </a:pPr>
            <a:r>
              <a:rPr lang="en-US" b="1" dirty="0">
                <a:solidFill>
                  <a:schemeClr val="bg2">
                    <a:lumMod val="50000"/>
                  </a:schemeClr>
                </a:solidFill>
              </a:rPr>
              <a:t>Physical agents </a:t>
            </a:r>
            <a:r>
              <a:rPr lang="en-US" dirty="0">
                <a:solidFill>
                  <a:srgbClr val="000000"/>
                </a:solidFill>
              </a:rPr>
              <a:t>include anything mechanical (e.g., chainsaw, automobile), material (e.g., rock slide), atmospheric (e.g., ultraviolet radiation), geologic (e.g., earthquake), or genetically transmitted that causes injury to humans. </a:t>
            </a:r>
          </a:p>
          <a:p>
            <a:pPr>
              <a:buFont typeface="Wingdings" panose="05000000000000000000" pitchFamily="2" charset="2"/>
              <a:buChar char="Ø"/>
            </a:pPr>
            <a:r>
              <a:rPr lang="en-US" b="1" dirty="0">
                <a:solidFill>
                  <a:schemeClr val="bg2">
                    <a:lumMod val="50000"/>
                  </a:schemeClr>
                </a:solidFill>
              </a:rPr>
              <a:t>Psychological agents </a:t>
            </a:r>
            <a:r>
              <a:rPr lang="en-US" dirty="0">
                <a:solidFill>
                  <a:srgbClr val="000000"/>
                </a:solidFill>
              </a:rPr>
              <a:t>are events that produce stress leading to health problems (e.g., war, terrorism).</a:t>
            </a:r>
            <a:endParaRPr lang="en-US" dirty="0"/>
          </a:p>
          <a:p>
            <a:endParaRPr lang="en-US" dirty="0"/>
          </a:p>
        </p:txBody>
      </p:sp>
      <p:pic>
        <p:nvPicPr>
          <p:cNvPr id="9218" name="Picture 2" descr="Radiation Exposure and Your Health — BIMC Hospital Bali">
            <a:extLst>
              <a:ext uri="{FF2B5EF4-FFF2-40B4-BE49-F238E27FC236}">
                <a16:creationId xmlns:a16="http://schemas.microsoft.com/office/drawing/2014/main" id="{4D2C683A-CC6A-4456-7F11-7E9EEEB18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5401" y="482307"/>
            <a:ext cx="1233487" cy="144800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97FF63B-DB80-FC4B-FB53-E32B04B6D9B1}"/>
              </a:ext>
            </a:extLst>
          </p:cNvPr>
          <p:cNvPicPr>
            <a:picLocks noChangeAspect="1"/>
          </p:cNvPicPr>
          <p:nvPr/>
        </p:nvPicPr>
        <p:blipFill>
          <a:blip r:embed="rId3"/>
          <a:stretch>
            <a:fillRect/>
          </a:stretch>
        </p:blipFill>
        <p:spPr>
          <a:xfrm>
            <a:off x="7981183" y="504794"/>
            <a:ext cx="1728788" cy="1318453"/>
          </a:xfrm>
          <a:prstGeom prst="rect">
            <a:avLst/>
          </a:prstGeom>
        </p:spPr>
      </p:pic>
    </p:spTree>
    <p:extLst>
      <p:ext uri="{BB962C8B-B14F-4D97-AF65-F5344CB8AC3E}">
        <p14:creationId xmlns:p14="http://schemas.microsoft.com/office/powerpoint/2010/main" val="2770363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91F10-6B72-4D59-DFFD-0B6DEEE7658D}"/>
              </a:ext>
            </a:extLst>
          </p:cNvPr>
          <p:cNvSpPr>
            <a:spLocks noGrp="1"/>
          </p:cNvSpPr>
          <p:nvPr>
            <p:ph type="title"/>
          </p:nvPr>
        </p:nvSpPr>
        <p:spPr>
          <a:xfrm>
            <a:off x="636495" y="495927"/>
            <a:ext cx="9899904" cy="1345115"/>
          </a:xfrm>
        </p:spPr>
        <p:txBody>
          <a:bodyPr>
            <a:normAutofit/>
          </a:bodyPr>
          <a:lstStyle/>
          <a:p>
            <a:r>
              <a:rPr lang="en-US" b="1" dirty="0">
                <a:latin typeface="+mn-lt"/>
              </a:rPr>
              <a:t>Agent</a:t>
            </a:r>
            <a:endParaRPr lang="en-US" dirty="0"/>
          </a:p>
        </p:txBody>
      </p:sp>
      <p:sp>
        <p:nvSpPr>
          <p:cNvPr id="3" name="Content Placeholder 2">
            <a:extLst>
              <a:ext uri="{FF2B5EF4-FFF2-40B4-BE49-F238E27FC236}">
                <a16:creationId xmlns:a16="http://schemas.microsoft.com/office/drawing/2014/main" id="{2B870BB7-65D1-F485-4122-45E3A2A6F3B0}"/>
              </a:ext>
            </a:extLst>
          </p:cNvPr>
          <p:cNvSpPr>
            <a:spLocks noGrp="1"/>
          </p:cNvSpPr>
          <p:nvPr>
            <p:ph idx="1"/>
          </p:nvPr>
        </p:nvSpPr>
        <p:spPr>
          <a:xfrm>
            <a:off x="394447" y="1488141"/>
            <a:ext cx="10267457" cy="4607859"/>
          </a:xfrm>
        </p:spPr>
        <p:txBody>
          <a:bodyPr>
            <a:normAutofit lnSpcReduction="10000"/>
          </a:bodyPr>
          <a:lstStyle/>
          <a:p>
            <a:pPr>
              <a:lnSpc>
                <a:spcPct val="95000"/>
              </a:lnSpc>
              <a:buFont typeface="Wingdings" panose="05000000000000000000" pitchFamily="2" charset="2"/>
              <a:buChar char="v"/>
            </a:pPr>
            <a:r>
              <a:rPr lang="en-US" sz="1800" b="1" dirty="0"/>
              <a:t>Agents may also be classified as infectious or noninfectious.</a:t>
            </a:r>
          </a:p>
          <a:p>
            <a:pPr marL="0" indent="0">
              <a:lnSpc>
                <a:spcPct val="95000"/>
              </a:lnSpc>
              <a:buNone/>
            </a:pPr>
            <a:r>
              <a:rPr lang="en-US" sz="1800" dirty="0"/>
              <a:t>Infectious agents cause communicable diseases, such as AIDS or tuberculosis—that is, the disease can be spread from one person to another. </a:t>
            </a:r>
          </a:p>
          <a:p>
            <a:pPr>
              <a:lnSpc>
                <a:spcPct val="95000"/>
              </a:lnSpc>
              <a:buFont typeface="Wingdings" panose="05000000000000000000" pitchFamily="2" charset="2"/>
              <a:buChar char="v"/>
            </a:pPr>
            <a:endParaRPr lang="en-US" sz="1800" b="1" dirty="0">
              <a:solidFill>
                <a:srgbClr val="FF0000"/>
              </a:solidFill>
            </a:endParaRPr>
          </a:p>
          <a:p>
            <a:pPr>
              <a:lnSpc>
                <a:spcPct val="95000"/>
              </a:lnSpc>
              <a:buFont typeface="Wingdings" panose="05000000000000000000" pitchFamily="2" charset="2"/>
              <a:buChar char="v"/>
            </a:pPr>
            <a:r>
              <a:rPr lang="en-US" sz="1800" b="1" dirty="0">
                <a:solidFill>
                  <a:srgbClr val="FF0000"/>
                </a:solidFill>
              </a:rPr>
              <a:t>Factors that influence the effect of the agent on the host</a:t>
            </a:r>
          </a:p>
          <a:p>
            <a:pPr>
              <a:lnSpc>
                <a:spcPct val="95000"/>
              </a:lnSpc>
              <a:buFont typeface="Courier New" panose="02070309020205020404" pitchFamily="49" charset="0"/>
              <a:buChar char="o"/>
            </a:pPr>
            <a:r>
              <a:rPr lang="en-US" sz="1800" b="1" i="1" dirty="0"/>
              <a:t>Extent of exposure </a:t>
            </a:r>
            <a:r>
              <a:rPr lang="en-US" sz="1800" dirty="0"/>
              <a:t>to the agent, </a:t>
            </a:r>
          </a:p>
          <a:p>
            <a:pPr>
              <a:lnSpc>
                <a:spcPct val="95000"/>
              </a:lnSpc>
              <a:buFont typeface="Courier New" panose="02070309020205020404" pitchFamily="49" charset="0"/>
              <a:buChar char="o"/>
            </a:pPr>
            <a:r>
              <a:rPr lang="en-US" sz="1800" dirty="0"/>
              <a:t>the agent’s </a:t>
            </a:r>
            <a:r>
              <a:rPr lang="en-US" sz="1800" b="1" i="1" dirty="0"/>
              <a:t>pathogenicity</a:t>
            </a:r>
            <a:r>
              <a:rPr lang="en-US" sz="1800" dirty="0"/>
              <a:t> (capacity to cause disease in the host)</a:t>
            </a:r>
          </a:p>
          <a:p>
            <a:pPr>
              <a:lnSpc>
                <a:spcPct val="95000"/>
              </a:lnSpc>
              <a:buFont typeface="Courier New" panose="02070309020205020404" pitchFamily="49" charset="0"/>
              <a:buChar char="o"/>
            </a:pPr>
            <a:r>
              <a:rPr lang="en-US" sz="1800" dirty="0"/>
              <a:t> </a:t>
            </a:r>
            <a:r>
              <a:rPr lang="en-US" sz="1800" b="1" i="1" dirty="0"/>
              <a:t>Infectivity</a:t>
            </a:r>
            <a:r>
              <a:rPr lang="en-US" sz="1800" dirty="0"/>
              <a:t> (capacity to enter the host and multiply)</a:t>
            </a:r>
          </a:p>
          <a:p>
            <a:pPr>
              <a:lnSpc>
                <a:spcPct val="95000"/>
              </a:lnSpc>
              <a:buFont typeface="Courier New" panose="02070309020205020404" pitchFamily="49" charset="0"/>
              <a:buChar char="o"/>
            </a:pPr>
            <a:r>
              <a:rPr lang="en-US" sz="1800" dirty="0"/>
              <a:t>its </a:t>
            </a:r>
            <a:r>
              <a:rPr lang="en-US" sz="1800" b="1" i="1" dirty="0"/>
              <a:t>virulence</a:t>
            </a:r>
            <a:r>
              <a:rPr lang="en-US" sz="1800" dirty="0"/>
              <a:t> (severity of disease)</a:t>
            </a:r>
          </a:p>
          <a:p>
            <a:pPr>
              <a:lnSpc>
                <a:spcPct val="95000"/>
              </a:lnSpc>
              <a:buFont typeface="Courier New" panose="02070309020205020404" pitchFamily="49" charset="0"/>
              <a:buChar char="o"/>
            </a:pPr>
            <a:r>
              <a:rPr lang="en-US" sz="1800" dirty="0"/>
              <a:t> </a:t>
            </a:r>
            <a:r>
              <a:rPr lang="en-US" sz="1800" b="1" i="1" dirty="0"/>
              <a:t>Toxigenicity</a:t>
            </a:r>
            <a:r>
              <a:rPr lang="en-US" sz="1800" dirty="0"/>
              <a:t> (capacity to produce a toxin or poison)</a:t>
            </a:r>
          </a:p>
          <a:p>
            <a:pPr>
              <a:lnSpc>
                <a:spcPct val="95000"/>
              </a:lnSpc>
              <a:buFont typeface="Courier New" panose="02070309020205020404" pitchFamily="49" charset="0"/>
              <a:buChar char="o"/>
            </a:pPr>
            <a:r>
              <a:rPr lang="en-US" sz="1800" b="1" i="1" dirty="0"/>
              <a:t>Resistance</a:t>
            </a:r>
            <a:r>
              <a:rPr lang="en-US" sz="1800" dirty="0"/>
              <a:t> (ability of the agent to survive environmental conditions)</a:t>
            </a:r>
          </a:p>
          <a:p>
            <a:pPr>
              <a:lnSpc>
                <a:spcPct val="95000"/>
              </a:lnSpc>
              <a:buFont typeface="Courier New" panose="02070309020205020404" pitchFamily="49" charset="0"/>
              <a:buChar char="o"/>
            </a:pPr>
            <a:r>
              <a:rPr lang="en-US" sz="1800" dirty="0"/>
              <a:t> </a:t>
            </a:r>
            <a:r>
              <a:rPr lang="en-US" sz="1800" b="1" i="1" dirty="0"/>
              <a:t>Antigenicity</a:t>
            </a:r>
            <a:r>
              <a:rPr lang="en-US" sz="1800" dirty="0"/>
              <a:t> (ability to induce an antibody response in the host)</a:t>
            </a:r>
          </a:p>
          <a:p>
            <a:pPr>
              <a:lnSpc>
                <a:spcPct val="95000"/>
              </a:lnSpc>
              <a:buFont typeface="Courier New" panose="02070309020205020404" pitchFamily="49" charset="0"/>
              <a:buChar char="o"/>
            </a:pPr>
            <a:r>
              <a:rPr lang="en-US" sz="1800" dirty="0"/>
              <a:t> Its structure and chemical </a:t>
            </a:r>
            <a:r>
              <a:rPr lang="en-US" sz="1800" b="1" dirty="0"/>
              <a:t>composition</a:t>
            </a:r>
          </a:p>
        </p:txBody>
      </p:sp>
    </p:spTree>
    <p:extLst>
      <p:ext uri="{BB962C8B-B14F-4D97-AF65-F5344CB8AC3E}">
        <p14:creationId xmlns:p14="http://schemas.microsoft.com/office/powerpoint/2010/main" val="1231503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F1A44-99D0-4B73-835B-23EE0B46975C}"/>
              </a:ext>
            </a:extLst>
          </p:cNvPr>
          <p:cNvSpPr>
            <a:spLocks noGrp="1"/>
          </p:cNvSpPr>
          <p:nvPr>
            <p:ph type="title"/>
          </p:nvPr>
        </p:nvSpPr>
        <p:spPr>
          <a:xfrm>
            <a:off x="6163464" y="755650"/>
            <a:ext cx="5266535" cy="1345115"/>
          </a:xfrm>
        </p:spPr>
        <p:txBody>
          <a:bodyPr>
            <a:normAutofit/>
          </a:bodyPr>
          <a:lstStyle/>
          <a:p>
            <a:r>
              <a:rPr lang="en-US" b="1">
                <a:latin typeface="+mn-lt"/>
              </a:rPr>
              <a:t>Environment </a:t>
            </a:r>
          </a:p>
        </p:txBody>
      </p:sp>
      <p:pic>
        <p:nvPicPr>
          <p:cNvPr id="5" name="Picture 4" descr="A collection of buildings and trees&#10;&#10;Description automatically generated">
            <a:extLst>
              <a:ext uri="{FF2B5EF4-FFF2-40B4-BE49-F238E27FC236}">
                <a16:creationId xmlns:a16="http://schemas.microsoft.com/office/drawing/2014/main" id="{87DB3E35-82AD-CDA0-9950-9E622A4576D3}"/>
              </a:ext>
            </a:extLst>
          </p:cNvPr>
          <p:cNvPicPr>
            <a:picLocks noChangeAspect="1"/>
          </p:cNvPicPr>
          <p:nvPr/>
        </p:nvPicPr>
        <p:blipFill rotWithShape="1">
          <a:blip r:embed="rId3"/>
          <a:srcRect l="14332" r="8637" b="2"/>
          <a:stretch/>
        </p:blipFill>
        <p:spPr>
          <a:xfrm>
            <a:off x="20" y="10"/>
            <a:ext cx="5404493" cy="6857990"/>
          </a:xfrm>
          <a:prstGeom prst="rect">
            <a:avLst/>
          </a:prstGeom>
        </p:spPr>
      </p:pic>
      <p:sp>
        <p:nvSpPr>
          <p:cNvPr id="3" name="Content Placeholder 2">
            <a:extLst>
              <a:ext uri="{FF2B5EF4-FFF2-40B4-BE49-F238E27FC236}">
                <a16:creationId xmlns:a16="http://schemas.microsoft.com/office/drawing/2014/main" id="{E0EBC035-2284-4600-903D-13AA1698954F}"/>
              </a:ext>
            </a:extLst>
          </p:cNvPr>
          <p:cNvSpPr>
            <a:spLocks noGrp="1"/>
          </p:cNvSpPr>
          <p:nvPr>
            <p:ph idx="1"/>
          </p:nvPr>
        </p:nvSpPr>
        <p:spPr>
          <a:xfrm>
            <a:off x="6163464" y="2207969"/>
            <a:ext cx="5266535" cy="3884983"/>
          </a:xfrm>
        </p:spPr>
        <p:txBody>
          <a:bodyPr>
            <a:normAutofit/>
          </a:bodyPr>
          <a:lstStyle/>
          <a:p>
            <a:pPr>
              <a:lnSpc>
                <a:spcPct val="95000"/>
              </a:lnSpc>
              <a:buFont typeface="Wingdings" panose="05000000000000000000" pitchFamily="2" charset="2"/>
              <a:buChar char="v"/>
            </a:pPr>
            <a:r>
              <a:rPr lang="en-US" sz="1600" dirty="0"/>
              <a:t> </a:t>
            </a:r>
            <a:r>
              <a:rPr lang="en-US" sz="1600" b="1" dirty="0"/>
              <a:t>The physical environment </a:t>
            </a:r>
            <a:r>
              <a:rPr lang="en-US" sz="1600" dirty="0"/>
              <a:t>includes factors such as </a:t>
            </a:r>
            <a:r>
              <a:rPr lang="en-US" sz="1600" dirty="0">
                <a:solidFill>
                  <a:srgbClr val="FF0000"/>
                </a:solidFill>
              </a:rPr>
              <a:t>geography</a:t>
            </a:r>
            <a:r>
              <a:rPr lang="en-US" sz="1600" dirty="0"/>
              <a:t>, </a:t>
            </a:r>
            <a:r>
              <a:rPr lang="en-US" sz="1600" dirty="0">
                <a:solidFill>
                  <a:srgbClr val="FF0000"/>
                </a:solidFill>
              </a:rPr>
              <a:t>climate</a:t>
            </a:r>
            <a:r>
              <a:rPr lang="en-US" sz="1600" dirty="0"/>
              <a:t> and </a:t>
            </a:r>
            <a:r>
              <a:rPr lang="en-US" sz="1600" dirty="0">
                <a:solidFill>
                  <a:srgbClr val="FF0000"/>
                </a:solidFill>
              </a:rPr>
              <a:t>weather</a:t>
            </a:r>
            <a:r>
              <a:rPr lang="en-US" sz="1600" dirty="0"/>
              <a:t>, safety of </a:t>
            </a:r>
            <a:r>
              <a:rPr lang="en-US" sz="1600" dirty="0">
                <a:solidFill>
                  <a:srgbClr val="FF0000"/>
                </a:solidFill>
              </a:rPr>
              <a:t>buildings</a:t>
            </a:r>
            <a:r>
              <a:rPr lang="en-US" sz="1600" dirty="0"/>
              <a:t>, water and food </a:t>
            </a:r>
            <a:r>
              <a:rPr lang="en-US" sz="1600" dirty="0">
                <a:solidFill>
                  <a:srgbClr val="FF0000"/>
                </a:solidFill>
              </a:rPr>
              <a:t>supply</a:t>
            </a:r>
            <a:r>
              <a:rPr lang="en-US" sz="1600" dirty="0"/>
              <a:t>, and presence of animals, plants, insects, and microorganisms that have the capacity to </a:t>
            </a:r>
            <a:r>
              <a:rPr lang="en-US" sz="1600" b="1" dirty="0"/>
              <a:t>serve as reservoirs (storage sites for disease-causing agents) or vectors (carriers) for transmitting disease.</a:t>
            </a:r>
          </a:p>
          <a:p>
            <a:pPr marL="0" indent="0">
              <a:lnSpc>
                <a:spcPct val="95000"/>
              </a:lnSpc>
              <a:buNone/>
            </a:pPr>
            <a:endParaRPr lang="en-US" sz="1600" dirty="0"/>
          </a:p>
          <a:p>
            <a:pPr>
              <a:lnSpc>
                <a:spcPct val="95000"/>
              </a:lnSpc>
              <a:buFont typeface="Wingdings" panose="05000000000000000000" pitchFamily="2" charset="2"/>
              <a:buChar char="v"/>
            </a:pPr>
            <a:r>
              <a:rPr lang="en-US" sz="1600" dirty="0"/>
              <a:t> </a:t>
            </a:r>
            <a:r>
              <a:rPr lang="en-US" sz="1600" b="1" dirty="0"/>
              <a:t>The psychosocial environment </a:t>
            </a:r>
            <a:r>
              <a:rPr lang="en-US" sz="1600" dirty="0"/>
              <a:t>refers to social, </a:t>
            </a:r>
            <a:r>
              <a:rPr lang="en-US" sz="1600" dirty="0">
                <a:solidFill>
                  <a:srgbClr val="FF0000"/>
                </a:solidFill>
              </a:rPr>
              <a:t>cultural</a:t>
            </a:r>
            <a:r>
              <a:rPr lang="en-US" sz="1600" dirty="0"/>
              <a:t>, </a:t>
            </a:r>
            <a:r>
              <a:rPr lang="en-US" sz="1600" dirty="0">
                <a:solidFill>
                  <a:srgbClr val="FF0000"/>
                </a:solidFill>
              </a:rPr>
              <a:t>economic</a:t>
            </a:r>
            <a:r>
              <a:rPr lang="en-US" sz="1600" dirty="0"/>
              <a:t>, and </a:t>
            </a:r>
            <a:r>
              <a:rPr lang="en-US" sz="1600" dirty="0">
                <a:solidFill>
                  <a:srgbClr val="FF0000"/>
                </a:solidFill>
              </a:rPr>
              <a:t>psychological influences </a:t>
            </a:r>
            <a:r>
              <a:rPr lang="en-US" sz="1600" dirty="0"/>
              <a:t>and conditions that affect health, such as access to health care, cultural health practices, poverty, and work stressors, which can all contribute to disease or health (</a:t>
            </a:r>
            <a:r>
              <a:rPr lang="en-US" sz="1600" dirty="0">
                <a:hlinkClick r:id="rId4">
                  <a:extLst>
                    <a:ext uri="{A12FA001-AC4F-418D-AE19-62706E023703}">
                      <ahyp:hlinkClr xmlns:ahyp="http://schemas.microsoft.com/office/drawing/2018/hyperlinkcolor" val="tx"/>
                    </a:ext>
                  </a:extLst>
                </a:hlinkClick>
              </a:rPr>
              <a:t>Fletcher &amp; Fletcher, 2012</a:t>
            </a:r>
            <a:r>
              <a:rPr lang="en-US" sz="1600" dirty="0"/>
              <a:t>).</a:t>
            </a:r>
          </a:p>
        </p:txBody>
      </p:sp>
    </p:spTree>
    <p:extLst>
      <p:ext uri="{BB962C8B-B14F-4D97-AF65-F5344CB8AC3E}">
        <p14:creationId xmlns:p14="http://schemas.microsoft.com/office/powerpoint/2010/main" val="1696277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58EA-0B36-4B6F-861A-2AEF9B0257ED}"/>
              </a:ext>
            </a:extLst>
          </p:cNvPr>
          <p:cNvSpPr>
            <a:spLocks noGrp="1"/>
          </p:cNvSpPr>
          <p:nvPr>
            <p:ph type="title" idx="4294967295"/>
          </p:nvPr>
        </p:nvSpPr>
        <p:spPr>
          <a:xfrm>
            <a:off x="6250691" y="824256"/>
            <a:ext cx="5463820" cy="3686015"/>
          </a:xfrm>
        </p:spPr>
        <p:txBody>
          <a:bodyPr vert="horz" lIns="91440" tIns="45720" rIns="91440" bIns="45720" rtlCol="0" anchor="b">
            <a:normAutofit fontScale="90000"/>
          </a:bodyPr>
          <a:lstStyle/>
          <a:p>
            <a:pPr algn="just">
              <a:lnSpc>
                <a:spcPct val="150000"/>
              </a:lnSpc>
            </a:pPr>
            <a:r>
              <a:rPr lang="en-US" sz="3600" b="1" dirty="0">
                <a:solidFill>
                  <a:srgbClr val="C00000"/>
                </a:solidFill>
              </a:rPr>
              <a:t>Epidemiologic</a:t>
            </a:r>
            <a:r>
              <a:rPr lang="en-US" sz="3600" dirty="0">
                <a:solidFill>
                  <a:srgbClr val="C00000"/>
                </a:solidFill>
              </a:rPr>
              <a:t> </a:t>
            </a:r>
            <a:r>
              <a:rPr lang="en-US" sz="3600" b="1" dirty="0">
                <a:solidFill>
                  <a:srgbClr val="C00000"/>
                </a:solidFill>
              </a:rPr>
              <a:t>triad</a:t>
            </a:r>
            <a:r>
              <a:rPr lang="en-US" sz="3600" dirty="0">
                <a:solidFill>
                  <a:srgbClr val="C00000"/>
                </a:solidFill>
              </a:rPr>
              <a:t>.</a:t>
            </a:r>
            <a:r>
              <a:rPr lang="en-US" sz="3600" dirty="0">
                <a:solidFill>
                  <a:schemeClr val="tx1">
                    <a:lumMod val="85000"/>
                    <a:lumOff val="15000"/>
                  </a:schemeClr>
                </a:solidFill>
              </a:rPr>
              <a:t> </a:t>
            </a:r>
            <a:br>
              <a:rPr lang="en-US" sz="3600" dirty="0">
                <a:solidFill>
                  <a:schemeClr val="tx1">
                    <a:lumMod val="85000"/>
                    <a:lumOff val="15000"/>
                  </a:schemeClr>
                </a:solidFill>
              </a:rPr>
            </a:br>
            <a:br>
              <a:rPr lang="en-US" sz="3600" dirty="0">
                <a:solidFill>
                  <a:schemeClr val="tx1">
                    <a:lumMod val="85000"/>
                    <a:lumOff val="15000"/>
                  </a:schemeClr>
                </a:solidFill>
              </a:rPr>
            </a:br>
            <a:r>
              <a:rPr lang="en-US" sz="2100" b="0" dirty="0">
                <a:solidFill>
                  <a:schemeClr val="tx1">
                    <a:lumMod val="85000"/>
                    <a:lumOff val="15000"/>
                  </a:schemeClr>
                </a:solidFill>
              </a:rPr>
              <a:t>Epidemiologists study the causal agent, the susceptible host, and environmental factors that contribute to an illness, an injury, or a wellness state. Intervention may focus on any of these three to prevent the spread of illness or to improve health in a population.</a:t>
            </a:r>
            <a:endParaRPr lang="en-US" sz="2100" dirty="0">
              <a:solidFill>
                <a:schemeClr val="tx1">
                  <a:lumMod val="85000"/>
                  <a:lumOff val="15000"/>
                </a:schemeClr>
              </a:solidFill>
            </a:endParaRPr>
          </a:p>
        </p:txBody>
      </p:sp>
      <p:pic>
        <p:nvPicPr>
          <p:cNvPr id="4" name="Content Placeholder 3" descr="Diagram&#10;&#10;Description automatically generated">
            <a:extLst>
              <a:ext uri="{FF2B5EF4-FFF2-40B4-BE49-F238E27FC236}">
                <a16:creationId xmlns:a16="http://schemas.microsoft.com/office/drawing/2014/main" id="{BBBD32A3-5BA5-45AD-8875-B8D59EA4C674}"/>
              </a:ext>
            </a:extLst>
          </p:cNvPr>
          <p:cNvPicPr>
            <a:picLocks noGrp="1" noChangeAspect="1"/>
          </p:cNvPicPr>
          <p:nvPr>
            <p:ph idx="4294967295"/>
          </p:nvPr>
        </p:nvPicPr>
        <p:blipFill>
          <a:blip r:embed="rId2"/>
          <a:stretch>
            <a:fillRect/>
          </a:stretch>
        </p:blipFill>
        <p:spPr>
          <a:xfrm>
            <a:off x="632180" y="1380067"/>
            <a:ext cx="5463820" cy="4097865"/>
          </a:xfrm>
          <a:prstGeom prst="rect">
            <a:avLst/>
          </a:prstGeom>
        </p:spPr>
      </p:pic>
    </p:spTree>
    <p:extLst>
      <p:ext uri="{BB962C8B-B14F-4D97-AF65-F5344CB8AC3E}">
        <p14:creationId xmlns:p14="http://schemas.microsoft.com/office/powerpoint/2010/main" val="2040948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FF4F6-CABE-9033-6F3A-4F83A0E05DC9}"/>
              </a:ext>
            </a:extLst>
          </p:cNvPr>
          <p:cNvSpPr>
            <a:spLocks noGrp="1"/>
          </p:cNvSpPr>
          <p:nvPr>
            <p:ph type="title"/>
          </p:nvPr>
        </p:nvSpPr>
        <p:spPr>
          <a:xfrm>
            <a:off x="6163464" y="755650"/>
            <a:ext cx="5266535" cy="1345115"/>
          </a:xfrm>
        </p:spPr>
        <p:txBody>
          <a:bodyPr>
            <a:normAutofit/>
          </a:bodyPr>
          <a:lstStyle/>
          <a:p>
            <a:r>
              <a:rPr lang="en-US" dirty="0"/>
              <a:t>Causality</a:t>
            </a:r>
          </a:p>
        </p:txBody>
      </p:sp>
      <p:pic>
        <p:nvPicPr>
          <p:cNvPr id="4" name="Picture 3">
            <a:extLst>
              <a:ext uri="{FF2B5EF4-FFF2-40B4-BE49-F238E27FC236}">
                <a16:creationId xmlns:a16="http://schemas.microsoft.com/office/drawing/2014/main" id="{E2EA1C04-DEC3-41A5-7974-0B71398C8506}"/>
              </a:ext>
            </a:extLst>
          </p:cNvPr>
          <p:cNvPicPr>
            <a:picLocks noChangeAspect="1"/>
          </p:cNvPicPr>
          <p:nvPr/>
        </p:nvPicPr>
        <p:blipFill rotWithShape="1">
          <a:blip r:embed="rId3"/>
          <a:srcRect l="18473" r="37199"/>
          <a:stretch/>
        </p:blipFill>
        <p:spPr>
          <a:xfrm>
            <a:off x="20" y="10"/>
            <a:ext cx="5404493" cy="6857990"/>
          </a:xfrm>
          <a:prstGeom prst="rect">
            <a:avLst/>
          </a:prstGeom>
        </p:spPr>
      </p:pic>
      <p:sp>
        <p:nvSpPr>
          <p:cNvPr id="3" name="Content Placeholder 2">
            <a:extLst>
              <a:ext uri="{FF2B5EF4-FFF2-40B4-BE49-F238E27FC236}">
                <a16:creationId xmlns:a16="http://schemas.microsoft.com/office/drawing/2014/main" id="{1FA89C05-7E04-EE27-FB94-35B36553CB3E}"/>
              </a:ext>
            </a:extLst>
          </p:cNvPr>
          <p:cNvSpPr>
            <a:spLocks noGrp="1"/>
          </p:cNvSpPr>
          <p:nvPr>
            <p:ph idx="1"/>
          </p:nvPr>
        </p:nvSpPr>
        <p:spPr>
          <a:xfrm>
            <a:off x="6163464" y="2207969"/>
            <a:ext cx="5266535" cy="3884983"/>
          </a:xfrm>
        </p:spPr>
        <p:txBody>
          <a:bodyPr>
            <a:normAutofit fontScale="77500" lnSpcReduction="20000"/>
          </a:bodyPr>
          <a:lstStyle/>
          <a:p>
            <a:r>
              <a:rPr lang="en-US"/>
              <a:t>The relationship between a cause and its effect</a:t>
            </a:r>
          </a:p>
          <a:p>
            <a:r>
              <a:rPr lang="en-US"/>
              <a:t>to discover causal relationships, in order to understand why conditions, develop, and to offer effective prevention and protection (Fletcher &amp; Fletcher, 2012).</a:t>
            </a:r>
            <a:endParaRPr lang="en-US" dirty="0"/>
          </a:p>
        </p:txBody>
      </p:sp>
    </p:spTree>
    <p:extLst>
      <p:ext uri="{BB962C8B-B14F-4D97-AF65-F5344CB8AC3E}">
        <p14:creationId xmlns:p14="http://schemas.microsoft.com/office/powerpoint/2010/main" val="248776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3D84-2C37-4843-8911-ABA14935322D}"/>
              </a:ext>
            </a:extLst>
          </p:cNvPr>
          <p:cNvSpPr>
            <a:spLocks noGrp="1"/>
          </p:cNvSpPr>
          <p:nvPr>
            <p:ph type="title"/>
          </p:nvPr>
        </p:nvSpPr>
        <p:spPr/>
        <p:txBody>
          <a:bodyPr/>
          <a:lstStyle/>
          <a:p>
            <a:r>
              <a:rPr lang="en-US" sz="4400" dirty="0">
                <a:solidFill>
                  <a:srgbClr val="0070C0"/>
                </a:solidFill>
                <a:latin typeface="+mn-lt"/>
              </a:rPr>
              <a:t>Causality</a:t>
            </a:r>
          </a:p>
        </p:txBody>
      </p:sp>
      <p:sp>
        <p:nvSpPr>
          <p:cNvPr id="3" name="Content Placeholder 2">
            <a:extLst>
              <a:ext uri="{FF2B5EF4-FFF2-40B4-BE49-F238E27FC236}">
                <a16:creationId xmlns:a16="http://schemas.microsoft.com/office/drawing/2014/main" id="{290C3D2D-F88E-432A-B737-95A2EC97327E}"/>
              </a:ext>
            </a:extLst>
          </p:cNvPr>
          <p:cNvSpPr>
            <a:spLocks noGrp="1"/>
          </p:cNvSpPr>
          <p:nvPr>
            <p:ph idx="1"/>
          </p:nvPr>
        </p:nvSpPr>
        <p:spPr/>
        <p:txBody>
          <a:bodyPr/>
          <a:lstStyle/>
          <a:p>
            <a:pPr marL="862013" lvl="1" indent="-404813" fontAlgn="base">
              <a:lnSpc>
                <a:spcPct val="100000"/>
              </a:lnSpc>
              <a:spcBef>
                <a:spcPct val="60000"/>
              </a:spcBef>
              <a:spcAft>
                <a:spcPct val="0"/>
              </a:spcAft>
              <a:buClr>
                <a:srgbClr val="CC9900"/>
              </a:buClr>
              <a:buFont typeface="Courier New" panose="02070309020205020404" pitchFamily="49" charset="0"/>
              <a:buChar char="o"/>
              <a:defRPr/>
            </a:pPr>
            <a:r>
              <a:rPr lang="en-US" altLang="en-US" sz="2200" kern="0" dirty="0">
                <a:latin typeface="Verdana"/>
              </a:rPr>
              <a:t>Chain of causation</a:t>
            </a:r>
          </a:p>
          <a:p>
            <a:pPr marL="862013" lvl="1" indent="-404813" fontAlgn="base">
              <a:lnSpc>
                <a:spcPct val="100000"/>
              </a:lnSpc>
              <a:spcBef>
                <a:spcPct val="60000"/>
              </a:spcBef>
              <a:spcAft>
                <a:spcPct val="0"/>
              </a:spcAft>
              <a:buClr>
                <a:srgbClr val="CC9900"/>
              </a:buClr>
              <a:buFont typeface="Courier New" panose="02070309020205020404" pitchFamily="49" charset="0"/>
              <a:buChar char="o"/>
              <a:defRPr/>
            </a:pPr>
            <a:r>
              <a:rPr lang="en-US" altLang="en-US" sz="2200" kern="0" dirty="0">
                <a:solidFill>
                  <a:srgbClr val="000000"/>
                </a:solidFill>
                <a:latin typeface="Verdana"/>
              </a:rPr>
              <a:t>Causation in noninfectious disease</a:t>
            </a:r>
          </a:p>
          <a:p>
            <a:pPr marL="862013" lvl="1" indent="-404813" fontAlgn="base">
              <a:lnSpc>
                <a:spcPct val="100000"/>
              </a:lnSpc>
              <a:spcBef>
                <a:spcPct val="60000"/>
              </a:spcBef>
              <a:spcAft>
                <a:spcPct val="0"/>
              </a:spcAft>
              <a:buClr>
                <a:srgbClr val="CC9900"/>
              </a:buClr>
              <a:buFont typeface="Courier New" panose="02070309020205020404" pitchFamily="49" charset="0"/>
              <a:buChar char="o"/>
              <a:defRPr/>
            </a:pPr>
            <a:r>
              <a:rPr lang="en-US" altLang="en-US" sz="2200" kern="0" dirty="0">
                <a:solidFill>
                  <a:srgbClr val="000000"/>
                </a:solidFill>
                <a:latin typeface="Verdana"/>
              </a:rPr>
              <a:t>Multiple causation</a:t>
            </a:r>
          </a:p>
          <a:p>
            <a:pPr marL="862013" lvl="1" indent="-404813" fontAlgn="base">
              <a:lnSpc>
                <a:spcPct val="100000"/>
              </a:lnSpc>
              <a:spcBef>
                <a:spcPct val="60000"/>
              </a:spcBef>
              <a:spcAft>
                <a:spcPct val="0"/>
              </a:spcAft>
              <a:buClr>
                <a:srgbClr val="CC9900"/>
              </a:buClr>
              <a:buFont typeface="Courier New" panose="02070309020205020404" pitchFamily="49" charset="0"/>
              <a:buChar char="o"/>
              <a:defRPr/>
            </a:pPr>
            <a:r>
              <a:rPr lang="en-US" altLang="en-US" sz="2200" kern="0" dirty="0">
                <a:solidFill>
                  <a:srgbClr val="000000"/>
                </a:solidFill>
                <a:latin typeface="Verdana"/>
              </a:rPr>
              <a:t>Web of causation </a:t>
            </a:r>
          </a:p>
          <a:p>
            <a:pPr marL="862013" lvl="1" indent="-404813" fontAlgn="base">
              <a:lnSpc>
                <a:spcPct val="100000"/>
              </a:lnSpc>
              <a:spcBef>
                <a:spcPct val="60000"/>
              </a:spcBef>
              <a:spcAft>
                <a:spcPct val="0"/>
              </a:spcAft>
              <a:buClr>
                <a:srgbClr val="CC9900"/>
              </a:buClr>
              <a:buFont typeface="Courier New" panose="02070309020205020404" pitchFamily="49" charset="0"/>
              <a:buChar char="o"/>
              <a:defRPr/>
            </a:pPr>
            <a:endParaRPr lang="en-US" altLang="en-US" sz="2200" kern="0" dirty="0">
              <a:solidFill>
                <a:srgbClr val="000000"/>
              </a:solidFill>
              <a:latin typeface="Verdana"/>
            </a:endParaRPr>
          </a:p>
        </p:txBody>
      </p:sp>
      <p:pic>
        <p:nvPicPr>
          <p:cNvPr id="6" name="Picture 5">
            <a:extLst>
              <a:ext uri="{FF2B5EF4-FFF2-40B4-BE49-F238E27FC236}">
                <a16:creationId xmlns:a16="http://schemas.microsoft.com/office/drawing/2014/main" id="{8EAA1356-30BC-3010-09EC-D713846B2B43}"/>
              </a:ext>
            </a:extLst>
          </p:cNvPr>
          <p:cNvPicPr>
            <a:picLocks noChangeAspect="1"/>
          </p:cNvPicPr>
          <p:nvPr/>
        </p:nvPicPr>
        <p:blipFill>
          <a:blip r:embed="rId2"/>
          <a:stretch>
            <a:fillRect/>
          </a:stretch>
        </p:blipFill>
        <p:spPr>
          <a:xfrm>
            <a:off x="7391960" y="3305175"/>
            <a:ext cx="4132729" cy="2760955"/>
          </a:xfrm>
          <a:prstGeom prst="rect">
            <a:avLst/>
          </a:prstGeom>
        </p:spPr>
      </p:pic>
    </p:spTree>
    <p:extLst>
      <p:ext uri="{BB962C8B-B14F-4D97-AF65-F5344CB8AC3E}">
        <p14:creationId xmlns:p14="http://schemas.microsoft.com/office/powerpoint/2010/main" val="1747499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FADC5-F087-3A0B-A7CA-FEAE57C36C7D}"/>
              </a:ext>
            </a:extLst>
          </p:cNvPr>
          <p:cNvSpPr>
            <a:spLocks noGrp="1"/>
          </p:cNvSpPr>
          <p:nvPr>
            <p:ph type="title"/>
          </p:nvPr>
        </p:nvSpPr>
        <p:spPr>
          <a:xfrm>
            <a:off x="779929" y="1255059"/>
            <a:ext cx="9547412" cy="997884"/>
          </a:xfrm>
        </p:spPr>
        <p:txBody>
          <a:bodyPr vert="horz" lIns="91440" tIns="45720" rIns="91440" bIns="45720" rtlCol="0" anchor="b">
            <a:normAutofit/>
          </a:bodyPr>
          <a:lstStyle/>
          <a:p>
            <a:r>
              <a:rPr lang="en-US" sz="6000" dirty="0"/>
              <a:t>Chain of Causation</a:t>
            </a:r>
          </a:p>
        </p:txBody>
      </p:sp>
      <p:pic>
        <p:nvPicPr>
          <p:cNvPr id="4" name="Content Placeholder 3">
            <a:extLst>
              <a:ext uri="{FF2B5EF4-FFF2-40B4-BE49-F238E27FC236}">
                <a16:creationId xmlns:a16="http://schemas.microsoft.com/office/drawing/2014/main" id="{5731DD1C-A3A0-AD49-1287-BAC7F11E4AB3}"/>
              </a:ext>
            </a:extLst>
          </p:cNvPr>
          <p:cNvPicPr>
            <a:picLocks noGrp="1" noChangeAspect="1"/>
          </p:cNvPicPr>
          <p:nvPr>
            <p:ph idx="1"/>
          </p:nvPr>
        </p:nvPicPr>
        <p:blipFill>
          <a:blip r:embed="rId3"/>
          <a:stretch>
            <a:fillRect/>
          </a:stretch>
        </p:blipFill>
        <p:spPr>
          <a:xfrm>
            <a:off x="1355583" y="2224000"/>
            <a:ext cx="10031684" cy="4320235"/>
          </a:xfrm>
          <a:prstGeom prst="rect">
            <a:avLst/>
          </a:prstGeom>
        </p:spPr>
      </p:pic>
    </p:spTree>
    <p:extLst>
      <p:ext uri="{BB962C8B-B14F-4D97-AF65-F5344CB8AC3E}">
        <p14:creationId xmlns:p14="http://schemas.microsoft.com/office/powerpoint/2010/main" val="1444749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7F727-931E-231F-6197-EE44A8607AE7}"/>
              </a:ext>
            </a:extLst>
          </p:cNvPr>
          <p:cNvSpPr>
            <a:spLocks noGrp="1"/>
          </p:cNvSpPr>
          <p:nvPr>
            <p:ph type="title"/>
          </p:nvPr>
        </p:nvSpPr>
        <p:spPr>
          <a:xfrm>
            <a:off x="678528" y="899304"/>
            <a:ext cx="8524875" cy="388937"/>
          </a:xfrm>
        </p:spPr>
        <p:txBody>
          <a:bodyPr>
            <a:noAutofit/>
          </a:bodyPr>
          <a:lstStyle/>
          <a:p>
            <a:r>
              <a:rPr lang="en-US" sz="3600" b="1" dirty="0"/>
              <a:t>Causation in noninfectious Disease </a:t>
            </a:r>
          </a:p>
        </p:txBody>
      </p:sp>
      <p:sp>
        <p:nvSpPr>
          <p:cNvPr id="3" name="Content Placeholder 2">
            <a:extLst>
              <a:ext uri="{FF2B5EF4-FFF2-40B4-BE49-F238E27FC236}">
                <a16:creationId xmlns:a16="http://schemas.microsoft.com/office/drawing/2014/main" id="{8CC407F2-CA9A-3E4F-73C7-717E31EAB1BF}"/>
              </a:ext>
            </a:extLst>
          </p:cNvPr>
          <p:cNvSpPr>
            <a:spLocks noGrp="1"/>
          </p:cNvSpPr>
          <p:nvPr>
            <p:ph idx="1"/>
          </p:nvPr>
        </p:nvSpPr>
        <p:spPr>
          <a:xfrm>
            <a:off x="452284" y="1763449"/>
            <a:ext cx="11100619" cy="3686175"/>
          </a:xfrm>
        </p:spPr>
        <p:txBody>
          <a:bodyPr>
            <a:noAutofit/>
          </a:bodyPr>
          <a:lstStyle/>
          <a:p>
            <a:pPr algn="just"/>
            <a:r>
              <a:rPr lang="en-US" sz="2400" b="1" dirty="0">
                <a:solidFill>
                  <a:srgbClr val="FF0000"/>
                </a:solidFill>
              </a:rPr>
              <a:t>Nine Criteria was developed to evaluate the relationship between environmental exposure and potential health outcomes </a:t>
            </a:r>
          </a:p>
          <a:p>
            <a:pPr marL="342900" indent="-342900">
              <a:lnSpc>
                <a:spcPct val="100000"/>
              </a:lnSpc>
              <a:buFont typeface="+mj-lt"/>
              <a:buAutoNum type="arabicPeriod"/>
            </a:pPr>
            <a:r>
              <a:rPr lang="en-US" sz="1600" i="1" dirty="0">
                <a:solidFill>
                  <a:schemeClr val="tx1"/>
                </a:solidFill>
              </a:rPr>
              <a:t>Strength of association</a:t>
            </a:r>
          </a:p>
          <a:p>
            <a:pPr marL="342900" indent="-342900">
              <a:lnSpc>
                <a:spcPct val="100000"/>
              </a:lnSpc>
              <a:buFont typeface="+mj-lt"/>
              <a:buAutoNum type="arabicPeriod"/>
            </a:pPr>
            <a:r>
              <a:rPr lang="en-US" sz="1600" i="1" dirty="0">
                <a:solidFill>
                  <a:schemeClr val="tx1"/>
                </a:solidFill>
              </a:rPr>
              <a:t>Consistency of association</a:t>
            </a:r>
          </a:p>
          <a:p>
            <a:pPr marL="342900" indent="-342900">
              <a:lnSpc>
                <a:spcPct val="100000"/>
              </a:lnSpc>
              <a:buFont typeface="+mj-lt"/>
              <a:buAutoNum type="arabicPeriod"/>
            </a:pPr>
            <a:r>
              <a:rPr lang="en-US" sz="1600" i="1" dirty="0">
                <a:solidFill>
                  <a:schemeClr val="tx1"/>
                </a:solidFill>
              </a:rPr>
              <a:t>Specificity</a:t>
            </a:r>
          </a:p>
          <a:p>
            <a:pPr marL="342900" indent="-342900">
              <a:lnSpc>
                <a:spcPct val="100000"/>
              </a:lnSpc>
              <a:buFont typeface="+mj-lt"/>
              <a:buAutoNum type="arabicPeriod"/>
            </a:pPr>
            <a:r>
              <a:rPr lang="en-US" sz="1600" i="1" dirty="0">
                <a:solidFill>
                  <a:schemeClr val="tx1"/>
                </a:solidFill>
              </a:rPr>
              <a:t>Temporality</a:t>
            </a:r>
          </a:p>
          <a:p>
            <a:pPr marL="342900" indent="-342900">
              <a:lnSpc>
                <a:spcPct val="100000"/>
              </a:lnSpc>
              <a:buFont typeface="+mj-lt"/>
              <a:buAutoNum type="arabicPeriod"/>
            </a:pPr>
            <a:r>
              <a:rPr lang="en-US" sz="1600" i="1" dirty="0">
                <a:solidFill>
                  <a:schemeClr val="tx1"/>
                </a:solidFill>
              </a:rPr>
              <a:t>Biological gradient</a:t>
            </a:r>
          </a:p>
          <a:p>
            <a:pPr marL="342900" indent="-342900">
              <a:lnSpc>
                <a:spcPct val="100000"/>
              </a:lnSpc>
              <a:buFont typeface="+mj-lt"/>
              <a:buAutoNum type="arabicPeriod"/>
            </a:pPr>
            <a:r>
              <a:rPr lang="en-US" sz="1600" i="1" dirty="0">
                <a:solidFill>
                  <a:schemeClr val="tx1"/>
                </a:solidFill>
              </a:rPr>
              <a:t>Biological plausibility</a:t>
            </a:r>
          </a:p>
          <a:p>
            <a:pPr marL="342900" indent="-342900">
              <a:lnSpc>
                <a:spcPct val="100000"/>
              </a:lnSpc>
              <a:buFont typeface="+mj-lt"/>
              <a:buAutoNum type="arabicPeriod"/>
            </a:pPr>
            <a:r>
              <a:rPr lang="en-US" sz="1600" i="1" dirty="0">
                <a:solidFill>
                  <a:schemeClr val="tx1"/>
                </a:solidFill>
              </a:rPr>
              <a:t>Coherence of explanation</a:t>
            </a:r>
          </a:p>
          <a:p>
            <a:pPr marL="342900" indent="-342900">
              <a:lnSpc>
                <a:spcPct val="100000"/>
              </a:lnSpc>
              <a:buFont typeface="+mj-lt"/>
              <a:buAutoNum type="arabicPeriod"/>
            </a:pPr>
            <a:r>
              <a:rPr lang="en-US" sz="1600" i="1" dirty="0">
                <a:solidFill>
                  <a:schemeClr val="tx1"/>
                </a:solidFill>
              </a:rPr>
              <a:t>Analogy</a:t>
            </a:r>
          </a:p>
          <a:p>
            <a:pPr marL="342900" indent="-342900">
              <a:buFont typeface="+mj-lt"/>
              <a:buAutoNum type="arabicPeriod"/>
            </a:pPr>
            <a:r>
              <a:rPr lang="en-US" sz="1600" i="1" dirty="0">
                <a:solidFill>
                  <a:schemeClr val="tx1"/>
                </a:solidFill>
              </a:rPr>
              <a:t>Experiment evidence </a:t>
            </a:r>
            <a:endParaRPr lang="en-US" i="1" dirty="0">
              <a:solidFill>
                <a:schemeClr val="tx1"/>
              </a:solidFill>
            </a:endParaRPr>
          </a:p>
        </p:txBody>
      </p:sp>
      <p:pic>
        <p:nvPicPr>
          <p:cNvPr id="4" name="Picture 3">
            <a:extLst>
              <a:ext uri="{FF2B5EF4-FFF2-40B4-BE49-F238E27FC236}">
                <a16:creationId xmlns:a16="http://schemas.microsoft.com/office/drawing/2014/main" id="{3DC0E841-9260-3D36-F753-E3106FF00521}"/>
              </a:ext>
            </a:extLst>
          </p:cNvPr>
          <p:cNvPicPr>
            <a:picLocks noChangeAspect="1"/>
          </p:cNvPicPr>
          <p:nvPr/>
        </p:nvPicPr>
        <p:blipFill>
          <a:blip r:embed="rId2"/>
          <a:stretch>
            <a:fillRect/>
          </a:stretch>
        </p:blipFill>
        <p:spPr>
          <a:xfrm>
            <a:off x="7537040" y="3429000"/>
            <a:ext cx="3810000" cy="318135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extLst>
      <p:ext uri="{BB962C8B-B14F-4D97-AF65-F5344CB8AC3E}">
        <p14:creationId xmlns:p14="http://schemas.microsoft.com/office/powerpoint/2010/main" val="1588085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B54A3A6-E52B-EB5C-33C3-70B7DA6338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5" b="117"/>
          <a:stretch/>
        </p:blipFill>
        <p:spPr bwMode="auto">
          <a:xfrm>
            <a:off x="2329543" y="71438"/>
            <a:ext cx="8001000" cy="6786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784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6D6A4-EC74-77F5-9EE3-27B20AB218BE}"/>
              </a:ext>
            </a:extLst>
          </p:cNvPr>
          <p:cNvSpPr>
            <a:spLocks noGrp="1"/>
          </p:cNvSpPr>
          <p:nvPr>
            <p:ph type="title"/>
          </p:nvPr>
        </p:nvSpPr>
        <p:spPr>
          <a:xfrm>
            <a:off x="4395019" y="1051486"/>
            <a:ext cx="6931741" cy="1344613"/>
          </a:xfrm>
        </p:spPr>
        <p:txBody>
          <a:bodyPr>
            <a:normAutofit/>
          </a:bodyPr>
          <a:lstStyle/>
          <a:p>
            <a:r>
              <a:rPr lang="en-US" b="1" dirty="0"/>
              <a:t>Multiple Causation</a:t>
            </a:r>
          </a:p>
        </p:txBody>
      </p:sp>
      <p:pic>
        <p:nvPicPr>
          <p:cNvPr id="5" name="Picture 4" descr="Chemical formulae are written on paper">
            <a:extLst>
              <a:ext uri="{FF2B5EF4-FFF2-40B4-BE49-F238E27FC236}">
                <a16:creationId xmlns:a16="http://schemas.microsoft.com/office/drawing/2014/main" id="{68FFEA7D-F6DF-84C6-5A00-758737D1AB26}"/>
              </a:ext>
            </a:extLst>
          </p:cNvPr>
          <p:cNvPicPr>
            <a:picLocks noChangeAspect="1"/>
          </p:cNvPicPr>
          <p:nvPr/>
        </p:nvPicPr>
        <p:blipFill rotWithShape="1">
          <a:blip r:embed="rId3"/>
          <a:srcRect l="21657" r="22113"/>
          <a:stretch/>
        </p:blipFill>
        <p:spPr>
          <a:xfrm>
            <a:off x="677289" y="537883"/>
            <a:ext cx="3370709" cy="2384612"/>
          </a:xfrm>
          <a:prstGeom prst="rect">
            <a:avLst/>
          </a:prstGeom>
        </p:spPr>
      </p:pic>
      <p:sp>
        <p:nvSpPr>
          <p:cNvPr id="3" name="Content Placeholder 2">
            <a:extLst>
              <a:ext uri="{FF2B5EF4-FFF2-40B4-BE49-F238E27FC236}">
                <a16:creationId xmlns:a16="http://schemas.microsoft.com/office/drawing/2014/main" id="{FEF9BE31-59EA-F01C-2405-E575DAF3202C}"/>
              </a:ext>
            </a:extLst>
          </p:cNvPr>
          <p:cNvSpPr>
            <a:spLocks noGrp="1"/>
          </p:cNvSpPr>
          <p:nvPr>
            <p:ph idx="1"/>
          </p:nvPr>
        </p:nvSpPr>
        <p:spPr>
          <a:xfrm>
            <a:off x="968189" y="2922495"/>
            <a:ext cx="9836896" cy="3478306"/>
          </a:xfrm>
        </p:spPr>
        <p:txBody>
          <a:bodyPr>
            <a:normAutofit/>
          </a:bodyPr>
          <a:lstStyle/>
          <a:p>
            <a:pPr>
              <a:lnSpc>
                <a:spcPct val="150000"/>
              </a:lnSpc>
            </a:pPr>
            <a:r>
              <a:rPr lang="en-US" sz="2000" dirty="0"/>
              <a:t>causation </a:t>
            </a:r>
            <a:r>
              <a:rPr lang="en-US" sz="2000" b="1" dirty="0">
                <a:solidFill>
                  <a:srgbClr val="FF0000"/>
                </a:solidFill>
              </a:rPr>
              <a:t>was never </a:t>
            </a:r>
            <a:r>
              <a:rPr lang="en-US" sz="2400" b="1" dirty="0">
                <a:solidFill>
                  <a:srgbClr val="FF0000"/>
                </a:solidFill>
              </a:rPr>
              <a:t>completely straightforward. </a:t>
            </a:r>
            <a:endParaRPr lang="en-US" sz="2000" b="1" dirty="0">
              <a:solidFill>
                <a:srgbClr val="FF0000"/>
              </a:solidFill>
            </a:endParaRPr>
          </a:p>
          <a:p>
            <a:pPr>
              <a:lnSpc>
                <a:spcPct val="150000"/>
              </a:lnSpc>
            </a:pPr>
            <a:r>
              <a:rPr lang="en-US" sz="2000" dirty="0"/>
              <a:t>e.g., Even with long-recognized contagious diseases like cholera, the organism was only part of the equation. Factors such as availability of clean water, the number of trained nurses and doctors, the overall nutrition of the population, and even political upheaval could influence the spread of disease and the number who ultimately died”</a:t>
            </a:r>
          </a:p>
        </p:txBody>
      </p:sp>
    </p:spTree>
    <p:extLst>
      <p:ext uri="{BB962C8B-B14F-4D97-AF65-F5344CB8AC3E}">
        <p14:creationId xmlns:p14="http://schemas.microsoft.com/office/powerpoint/2010/main" val="3302602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EADB5-89A5-AE19-C684-5281A39729C9}"/>
              </a:ext>
            </a:extLst>
          </p:cNvPr>
          <p:cNvSpPr>
            <a:spLocks noGrp="1"/>
          </p:cNvSpPr>
          <p:nvPr>
            <p:ph type="title"/>
          </p:nvPr>
        </p:nvSpPr>
        <p:spPr>
          <a:xfrm>
            <a:off x="762000" y="1104949"/>
            <a:ext cx="10668000" cy="1345115"/>
          </a:xfrm>
        </p:spPr>
        <p:txBody>
          <a:bodyPr>
            <a:normAutofit/>
          </a:bodyPr>
          <a:lstStyle/>
          <a:p>
            <a:r>
              <a:rPr lang="en-US" b="1" dirty="0"/>
              <a:t>Web of Causation </a:t>
            </a:r>
          </a:p>
        </p:txBody>
      </p:sp>
      <p:sp>
        <p:nvSpPr>
          <p:cNvPr id="6" name="Content Placeholder 2">
            <a:extLst>
              <a:ext uri="{FF2B5EF4-FFF2-40B4-BE49-F238E27FC236}">
                <a16:creationId xmlns:a16="http://schemas.microsoft.com/office/drawing/2014/main" id="{91E02028-8BC6-9F2C-93D7-D61A5DACE22A}"/>
              </a:ext>
            </a:extLst>
          </p:cNvPr>
          <p:cNvSpPr>
            <a:spLocks noGrp="1"/>
          </p:cNvSpPr>
          <p:nvPr>
            <p:ph idx="1"/>
          </p:nvPr>
        </p:nvSpPr>
        <p:spPr>
          <a:xfrm>
            <a:off x="1025495" y="3063418"/>
            <a:ext cx="10234176" cy="3086370"/>
          </a:xfrm>
        </p:spPr>
        <p:txBody>
          <a:bodyPr>
            <a:normAutofit/>
          </a:bodyPr>
          <a:lstStyle/>
          <a:p>
            <a:pPr>
              <a:lnSpc>
                <a:spcPct val="100000"/>
              </a:lnSpc>
              <a:buFont typeface="Wingdings" panose="05000000000000000000" pitchFamily="2" charset="2"/>
              <a:buChar char="v"/>
            </a:pPr>
            <a:r>
              <a:rPr lang="en-US" sz="2400" dirty="0">
                <a:solidFill>
                  <a:schemeClr val="tx1"/>
                </a:solidFill>
              </a:rPr>
              <a:t>The implication that intervention (or breaking of the web at any point nearest to the disease) could profoundly impact the development of that disease. </a:t>
            </a:r>
          </a:p>
          <a:p>
            <a:pPr>
              <a:lnSpc>
                <a:spcPct val="100000"/>
              </a:lnSpc>
              <a:buFont typeface="Wingdings" panose="05000000000000000000" pitchFamily="2" charset="2"/>
              <a:buChar char="v"/>
            </a:pPr>
            <a:r>
              <a:rPr lang="en-US" sz="2400" dirty="0">
                <a:solidFill>
                  <a:schemeClr val="tx1"/>
                </a:solidFill>
              </a:rPr>
              <a:t>Another common term used for this approach is </a:t>
            </a:r>
            <a:r>
              <a:rPr lang="en-US" sz="2400" i="1" dirty="0">
                <a:solidFill>
                  <a:schemeClr val="tx1"/>
                </a:solidFill>
              </a:rPr>
              <a:t>causal matrix</a:t>
            </a:r>
            <a:r>
              <a:rPr lang="en-US" sz="2400" dirty="0">
                <a:solidFill>
                  <a:schemeClr val="tx1"/>
                </a:solidFill>
              </a:rPr>
              <a:t>.</a:t>
            </a:r>
          </a:p>
        </p:txBody>
      </p:sp>
    </p:spTree>
    <p:extLst>
      <p:ext uri="{BB962C8B-B14F-4D97-AF65-F5344CB8AC3E}">
        <p14:creationId xmlns:p14="http://schemas.microsoft.com/office/powerpoint/2010/main" val="10028359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724E0-C2E5-4C16-9AEA-82A1F05ADC49}"/>
              </a:ext>
            </a:extLst>
          </p:cNvPr>
          <p:cNvSpPr>
            <a:spLocks noGrp="1"/>
          </p:cNvSpPr>
          <p:nvPr>
            <p:ph type="title"/>
          </p:nvPr>
        </p:nvSpPr>
        <p:spPr>
          <a:xfrm>
            <a:off x="1555737" y="1181276"/>
            <a:ext cx="9761192" cy="387798"/>
          </a:xfrm>
        </p:spPr>
        <p:txBody>
          <a:bodyPr>
            <a:normAutofit fontScale="90000"/>
          </a:bodyPr>
          <a:lstStyle/>
          <a:p>
            <a:r>
              <a:rPr lang="en-US" sz="4400" b="1" dirty="0">
                <a:solidFill>
                  <a:srgbClr val="FF0000"/>
                </a:solidFill>
              </a:rPr>
              <a:t>Causal Matrix for Infant Mortality</a:t>
            </a:r>
          </a:p>
        </p:txBody>
      </p:sp>
      <p:pic>
        <p:nvPicPr>
          <p:cNvPr id="4" name="Content Placeholder 3">
            <a:extLst>
              <a:ext uri="{FF2B5EF4-FFF2-40B4-BE49-F238E27FC236}">
                <a16:creationId xmlns:a16="http://schemas.microsoft.com/office/drawing/2014/main" id="{7C06D2D1-20BA-4CFE-8792-A2C389A274A9}"/>
              </a:ext>
            </a:extLst>
          </p:cNvPr>
          <p:cNvPicPr>
            <a:picLocks noGrp="1" noChangeAspect="1"/>
          </p:cNvPicPr>
          <p:nvPr>
            <p:ph idx="1"/>
          </p:nvPr>
        </p:nvPicPr>
        <p:blipFill>
          <a:blip r:embed="rId2"/>
          <a:stretch>
            <a:fillRect/>
          </a:stretch>
        </p:blipFill>
        <p:spPr>
          <a:xfrm>
            <a:off x="1555737" y="2282797"/>
            <a:ext cx="9992933" cy="3565553"/>
          </a:xfrm>
          <a:prstGeom prst="rect">
            <a:avLst/>
          </a:prstGeom>
        </p:spPr>
      </p:pic>
    </p:spTree>
    <p:extLst>
      <p:ext uri="{BB962C8B-B14F-4D97-AF65-F5344CB8AC3E}">
        <p14:creationId xmlns:p14="http://schemas.microsoft.com/office/powerpoint/2010/main" val="3869958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8482D-7AB3-402A-A3CC-F1F6B8A800B0}"/>
              </a:ext>
            </a:extLst>
          </p:cNvPr>
          <p:cNvSpPr>
            <a:spLocks noGrp="1"/>
          </p:cNvSpPr>
          <p:nvPr>
            <p:ph type="title"/>
          </p:nvPr>
        </p:nvSpPr>
        <p:spPr>
          <a:xfrm>
            <a:off x="658761" y="867989"/>
            <a:ext cx="10235958" cy="387798"/>
          </a:xfrm>
        </p:spPr>
        <p:txBody>
          <a:bodyPr>
            <a:normAutofit fontScale="90000"/>
          </a:bodyPr>
          <a:lstStyle/>
          <a:p>
            <a:r>
              <a:rPr lang="en-US" sz="4000" b="1" dirty="0">
                <a:solidFill>
                  <a:srgbClr val="FF0000"/>
                </a:solidFill>
              </a:rPr>
              <a:t>Web of Causation for Automobile Crash</a:t>
            </a:r>
          </a:p>
        </p:txBody>
      </p:sp>
      <p:pic>
        <p:nvPicPr>
          <p:cNvPr id="4" name="Content Placeholder 3">
            <a:extLst>
              <a:ext uri="{FF2B5EF4-FFF2-40B4-BE49-F238E27FC236}">
                <a16:creationId xmlns:a16="http://schemas.microsoft.com/office/drawing/2014/main" id="{B71C42EC-9126-482A-8F74-B550CA8A9EB6}"/>
              </a:ext>
            </a:extLst>
          </p:cNvPr>
          <p:cNvPicPr>
            <a:picLocks noGrp="1" noChangeAspect="1"/>
          </p:cNvPicPr>
          <p:nvPr>
            <p:ph idx="1"/>
          </p:nvPr>
        </p:nvPicPr>
        <p:blipFill>
          <a:blip r:embed="rId2"/>
          <a:stretch>
            <a:fillRect/>
          </a:stretch>
        </p:blipFill>
        <p:spPr>
          <a:xfrm>
            <a:off x="1498624" y="1704001"/>
            <a:ext cx="8865153" cy="4018080"/>
          </a:xfrm>
          <a:prstGeom prst="rect">
            <a:avLst/>
          </a:prstGeom>
        </p:spPr>
      </p:pic>
    </p:spTree>
    <p:extLst>
      <p:ext uri="{BB962C8B-B14F-4D97-AF65-F5344CB8AC3E}">
        <p14:creationId xmlns:p14="http://schemas.microsoft.com/office/powerpoint/2010/main" val="17342999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B87B7A-A6DF-298F-33F1-4113BA898776}"/>
              </a:ext>
            </a:extLst>
          </p:cNvPr>
          <p:cNvSpPr>
            <a:spLocks noGrp="1"/>
          </p:cNvSpPr>
          <p:nvPr>
            <p:ph type="title"/>
          </p:nvPr>
        </p:nvSpPr>
        <p:spPr>
          <a:xfrm>
            <a:off x="674534" y="1198460"/>
            <a:ext cx="11360150" cy="2852737"/>
          </a:xfrm>
        </p:spPr>
        <p:txBody>
          <a:bodyPr>
            <a:normAutofit/>
          </a:bodyPr>
          <a:lstStyle/>
          <a:p>
            <a:r>
              <a:rPr lang="en-US" sz="4400" b="1" dirty="0">
                <a:solidFill>
                  <a:srgbClr val="FF0000"/>
                </a:solidFill>
              </a:rPr>
              <a:t>Sources of Epidemiologic Information</a:t>
            </a:r>
          </a:p>
        </p:txBody>
      </p:sp>
      <p:sp>
        <p:nvSpPr>
          <p:cNvPr id="5" name="Text Placeholder 4">
            <a:extLst>
              <a:ext uri="{FF2B5EF4-FFF2-40B4-BE49-F238E27FC236}">
                <a16:creationId xmlns:a16="http://schemas.microsoft.com/office/drawing/2014/main" id="{BB57A923-401D-B9A1-4220-99E6BA9089C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1687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2A9F88-A8E5-D597-C9FA-BF6BCD11BA17}"/>
              </a:ext>
            </a:extLst>
          </p:cNvPr>
          <p:cNvSpPr>
            <a:spLocks noGrp="1"/>
          </p:cNvSpPr>
          <p:nvPr>
            <p:ph type="title"/>
          </p:nvPr>
        </p:nvSpPr>
        <p:spPr/>
        <p:txBody>
          <a:bodyPr/>
          <a:lstStyle/>
          <a:p>
            <a:r>
              <a:rPr lang="en-US" dirty="0"/>
              <a:t>Existing Data</a:t>
            </a:r>
          </a:p>
        </p:txBody>
      </p:sp>
      <p:sp>
        <p:nvSpPr>
          <p:cNvPr id="5" name="Content Placeholder 4">
            <a:extLst>
              <a:ext uri="{FF2B5EF4-FFF2-40B4-BE49-F238E27FC236}">
                <a16:creationId xmlns:a16="http://schemas.microsoft.com/office/drawing/2014/main" id="{7346946B-05ED-CABE-BEAA-63DC6C197562}"/>
              </a:ext>
            </a:extLst>
          </p:cNvPr>
          <p:cNvSpPr>
            <a:spLocks noGrp="1"/>
          </p:cNvSpPr>
          <p:nvPr>
            <p:ph idx="1"/>
          </p:nvPr>
        </p:nvSpPr>
        <p:spPr/>
        <p:txBody>
          <a:bodyPr>
            <a:normAutofit fontScale="85000" lnSpcReduction="20000"/>
          </a:bodyPr>
          <a:lstStyle/>
          <a:p>
            <a:r>
              <a:rPr lang="en-US" dirty="0"/>
              <a:t>Vital statistics (births, deaths,, divorces, and marriages</a:t>
            </a:r>
          </a:p>
          <a:p>
            <a:r>
              <a:rPr lang="en-US" dirty="0"/>
              <a:t>Census data (Population statistics)</a:t>
            </a:r>
          </a:p>
          <a:p>
            <a:r>
              <a:rPr lang="en-US" dirty="0"/>
              <a:t>Reportable diseases</a:t>
            </a:r>
          </a:p>
          <a:p>
            <a:r>
              <a:rPr lang="en-US" dirty="0"/>
              <a:t>Disease registries</a:t>
            </a:r>
          </a:p>
          <a:p>
            <a:r>
              <a:rPr lang="en-US" dirty="0"/>
              <a:t>Environmental monitoring (Pesticides, industrial wastes, radioactive or nuclear materials, chemical additives in foods etc..) </a:t>
            </a:r>
          </a:p>
          <a:p>
            <a:r>
              <a:rPr lang="en-US" dirty="0">
                <a:solidFill>
                  <a:srgbClr val="FF0000"/>
                </a:solidFill>
              </a:rPr>
              <a:t>National Center for Health Statistics Health surveys</a:t>
            </a:r>
          </a:p>
          <a:p>
            <a:endParaRPr lang="en-US" dirty="0"/>
          </a:p>
        </p:txBody>
      </p:sp>
    </p:spTree>
    <p:extLst>
      <p:ext uri="{BB962C8B-B14F-4D97-AF65-F5344CB8AC3E}">
        <p14:creationId xmlns:p14="http://schemas.microsoft.com/office/powerpoint/2010/main" val="3917228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5387C1-2567-A515-FF38-F37EBB2967FB}"/>
              </a:ext>
            </a:extLst>
          </p:cNvPr>
          <p:cNvSpPr txBox="1"/>
          <p:nvPr/>
        </p:nvSpPr>
        <p:spPr>
          <a:xfrm>
            <a:off x="919192" y="2222484"/>
            <a:ext cx="3932830" cy="3884983"/>
          </a:xfrm>
          <a:prstGeom prst="rect">
            <a:avLst/>
          </a:prstGeom>
        </p:spPr>
        <p:txBody>
          <a:bodyPr vert="horz" lIns="91440" tIns="45720" rIns="91440" bIns="45720" rtlCol="0">
            <a:normAutofit/>
          </a:bodyPr>
          <a:lstStyle/>
          <a:p>
            <a:pPr>
              <a:lnSpc>
                <a:spcPct val="105000"/>
              </a:lnSpc>
              <a:spcAft>
                <a:spcPts val="600"/>
              </a:spcAft>
            </a:pPr>
            <a:r>
              <a:rPr lang="en-US" dirty="0"/>
              <a:t>https://www.moh.gov.bh/Content/Files/Publications/statistics/HS2020/hs2020_e.htm</a:t>
            </a:r>
          </a:p>
        </p:txBody>
      </p:sp>
      <p:pic>
        <p:nvPicPr>
          <p:cNvPr id="5" name="Content Placeholder 4" descr="A screenshot of a computer&#10;&#10;Description automatically generated">
            <a:extLst>
              <a:ext uri="{FF2B5EF4-FFF2-40B4-BE49-F238E27FC236}">
                <a16:creationId xmlns:a16="http://schemas.microsoft.com/office/drawing/2014/main" id="{DA3C5ACD-221C-EC67-00FC-D21E6CAF16D6}"/>
              </a:ext>
            </a:extLst>
          </p:cNvPr>
          <p:cNvPicPr>
            <a:picLocks noGrp="1" noChangeAspect="1"/>
          </p:cNvPicPr>
          <p:nvPr>
            <p:ph idx="1"/>
          </p:nvPr>
        </p:nvPicPr>
        <p:blipFill rotWithShape="1">
          <a:blip r:embed="rId2"/>
          <a:srcRect l="12549" t="9005" r="12551" b="5825"/>
          <a:stretch/>
        </p:blipFill>
        <p:spPr>
          <a:xfrm>
            <a:off x="5771213" y="641916"/>
            <a:ext cx="5658786" cy="4597503"/>
          </a:xfrm>
          <a:prstGeom prst="rect">
            <a:avLst/>
          </a:prstGeom>
        </p:spPr>
      </p:pic>
    </p:spTree>
    <p:extLst>
      <p:ext uri="{BB962C8B-B14F-4D97-AF65-F5344CB8AC3E}">
        <p14:creationId xmlns:p14="http://schemas.microsoft.com/office/powerpoint/2010/main" val="1789190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E66E1-F076-460F-BF44-12A5A7F102C2}"/>
              </a:ext>
            </a:extLst>
          </p:cNvPr>
          <p:cNvSpPr>
            <a:spLocks noGrp="1"/>
          </p:cNvSpPr>
          <p:nvPr>
            <p:ph type="title"/>
          </p:nvPr>
        </p:nvSpPr>
        <p:spPr>
          <a:xfrm>
            <a:off x="762000" y="758951"/>
            <a:ext cx="3880511" cy="1577849"/>
          </a:xfrm>
        </p:spPr>
        <p:txBody>
          <a:bodyPr>
            <a:normAutofit/>
          </a:bodyPr>
          <a:lstStyle/>
          <a:p>
            <a:r>
              <a:rPr lang="en-US" dirty="0"/>
              <a:t>Other Sources</a:t>
            </a:r>
          </a:p>
        </p:txBody>
      </p:sp>
      <p:sp>
        <p:nvSpPr>
          <p:cNvPr id="14" name="Content Placeholder 2">
            <a:extLst>
              <a:ext uri="{FF2B5EF4-FFF2-40B4-BE49-F238E27FC236}">
                <a16:creationId xmlns:a16="http://schemas.microsoft.com/office/drawing/2014/main" id="{A33DEBBD-FD61-5A17-0557-24FAFA40E3D4}"/>
              </a:ext>
            </a:extLst>
          </p:cNvPr>
          <p:cNvSpPr>
            <a:spLocks noGrp="1"/>
          </p:cNvSpPr>
          <p:nvPr>
            <p:ph idx="1"/>
          </p:nvPr>
        </p:nvSpPr>
        <p:spPr>
          <a:xfrm>
            <a:off x="762000" y="2611718"/>
            <a:ext cx="3880511" cy="3514164"/>
          </a:xfrm>
        </p:spPr>
        <p:txBody>
          <a:bodyPr>
            <a:normAutofit/>
          </a:bodyPr>
          <a:lstStyle/>
          <a:p>
            <a:pPr marL="0" indent="0">
              <a:lnSpc>
                <a:spcPct val="95000"/>
              </a:lnSpc>
              <a:buNone/>
            </a:pPr>
            <a:r>
              <a:rPr lang="en-US" sz="1600" b="1" dirty="0"/>
              <a:t>Informal observational studies</a:t>
            </a:r>
          </a:p>
          <a:p>
            <a:pPr>
              <a:lnSpc>
                <a:spcPct val="95000"/>
              </a:lnSpc>
            </a:pPr>
            <a:r>
              <a:rPr lang="en-US" sz="1600" dirty="0"/>
              <a:t>Informal observational study often raises questions and suggests hypotheses that form the basis for designing larger-scale epidemiologic investigations</a:t>
            </a:r>
          </a:p>
          <a:p>
            <a:pPr marL="0" indent="0">
              <a:lnSpc>
                <a:spcPct val="95000"/>
              </a:lnSpc>
              <a:buNone/>
            </a:pPr>
            <a:r>
              <a:rPr lang="en-US" sz="1600" b="1" dirty="0"/>
              <a:t>Scientific studies</a:t>
            </a:r>
          </a:p>
          <a:p>
            <a:pPr>
              <a:lnSpc>
                <a:spcPct val="95000"/>
              </a:lnSpc>
            </a:pPr>
            <a:r>
              <a:rPr lang="en-US" sz="1600" dirty="0"/>
              <a:t>The Cochrane Database of Systematic Reviews (CDSR) is the most popular resource for systematic reviews in health care and includes a section on public health</a:t>
            </a:r>
          </a:p>
          <a:p>
            <a:pPr>
              <a:lnSpc>
                <a:spcPct val="95000"/>
              </a:lnSpc>
            </a:pPr>
            <a:endParaRPr lang="en-US" sz="1600" dirty="0"/>
          </a:p>
        </p:txBody>
      </p:sp>
      <p:pic>
        <p:nvPicPr>
          <p:cNvPr id="5" name="Picture 4" descr="Abstract blurred public library with bookshelves">
            <a:extLst>
              <a:ext uri="{FF2B5EF4-FFF2-40B4-BE49-F238E27FC236}">
                <a16:creationId xmlns:a16="http://schemas.microsoft.com/office/drawing/2014/main" id="{A12D9105-DB71-22B5-67DB-C73E6F70D1CD}"/>
              </a:ext>
            </a:extLst>
          </p:cNvPr>
          <p:cNvPicPr>
            <a:picLocks noChangeAspect="1"/>
          </p:cNvPicPr>
          <p:nvPr/>
        </p:nvPicPr>
        <p:blipFill rotWithShape="1">
          <a:blip r:embed="rId3"/>
          <a:srcRect l="5783" r="28123" b="-1"/>
          <a:stretch/>
        </p:blipFill>
        <p:spPr>
          <a:xfrm>
            <a:off x="5401463" y="10"/>
            <a:ext cx="6790537" cy="6857990"/>
          </a:xfrm>
          <a:prstGeom prst="rect">
            <a:avLst/>
          </a:prstGeom>
        </p:spPr>
      </p:pic>
    </p:spTree>
    <p:extLst>
      <p:ext uri="{BB962C8B-B14F-4D97-AF65-F5344CB8AC3E}">
        <p14:creationId xmlns:p14="http://schemas.microsoft.com/office/powerpoint/2010/main" val="3264461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1342AA-1B13-F6AD-99BA-50D68BE595B3}"/>
              </a:ext>
            </a:extLst>
          </p:cNvPr>
          <p:cNvSpPr>
            <a:spLocks noGrp="1"/>
          </p:cNvSpPr>
          <p:nvPr>
            <p:ph type="title"/>
          </p:nvPr>
        </p:nvSpPr>
        <p:spPr>
          <a:xfrm>
            <a:off x="726141" y="1093694"/>
            <a:ext cx="9899904" cy="944120"/>
          </a:xfrm>
        </p:spPr>
        <p:txBody>
          <a:bodyPr vert="horz" lIns="91440" tIns="45720" rIns="91440" bIns="45720" rtlCol="0" anchor="ctr">
            <a:normAutofit/>
          </a:bodyPr>
          <a:lstStyle/>
          <a:p>
            <a:r>
              <a:rPr lang="en-US" dirty="0"/>
              <a:t>Methods in Epidemiology</a:t>
            </a:r>
          </a:p>
        </p:txBody>
      </p:sp>
      <p:sp>
        <p:nvSpPr>
          <p:cNvPr id="5" name="Text Placeholder 4">
            <a:extLst>
              <a:ext uri="{FF2B5EF4-FFF2-40B4-BE49-F238E27FC236}">
                <a16:creationId xmlns:a16="http://schemas.microsoft.com/office/drawing/2014/main" id="{F02872E2-57F5-D746-37B5-C885E119D36B}"/>
              </a:ext>
            </a:extLst>
          </p:cNvPr>
          <p:cNvSpPr>
            <a:spLocks noGrp="1"/>
          </p:cNvSpPr>
          <p:nvPr>
            <p:ph type="body" idx="1"/>
          </p:nvPr>
        </p:nvSpPr>
        <p:spPr>
          <a:xfrm>
            <a:off x="744070" y="2635624"/>
            <a:ext cx="9899904" cy="4032925"/>
          </a:xfrm>
        </p:spPr>
        <p:txBody>
          <a:bodyPr vert="horz" lIns="91440" tIns="45720" rIns="91440" bIns="45720" rtlCol="0">
            <a:normAutofit/>
          </a:bodyPr>
          <a:lstStyle/>
          <a:p>
            <a:r>
              <a:rPr lang="en-US" altLang="en-US" b="1" dirty="0">
                <a:solidFill>
                  <a:srgbClr val="FF0000"/>
                </a:solidFill>
              </a:rPr>
              <a:t>Descriptive epidemiology: </a:t>
            </a:r>
          </a:p>
          <a:p>
            <a:pPr algn="just"/>
            <a:r>
              <a:rPr lang="en-US" altLang="en-US" dirty="0">
                <a:solidFill>
                  <a:schemeClr val="tx1"/>
                </a:solidFill>
              </a:rPr>
              <a:t>Includes investigations that seek to observe and describe patterns of health-related conditions that occurs naturally in a population </a:t>
            </a:r>
          </a:p>
          <a:p>
            <a:pPr algn="just"/>
            <a:endParaRPr lang="en-US" altLang="en-US" dirty="0">
              <a:solidFill>
                <a:schemeClr val="tx1"/>
              </a:solidFill>
            </a:endParaRPr>
          </a:p>
          <a:p>
            <a:pPr algn="just"/>
            <a:r>
              <a:rPr lang="en-US" altLang="en-US" dirty="0">
                <a:solidFill>
                  <a:schemeClr val="tx1"/>
                </a:solidFill>
              </a:rPr>
              <a:t>Example</a:t>
            </a:r>
          </a:p>
          <a:p>
            <a:pPr algn="just"/>
            <a:r>
              <a:rPr lang="en-US" altLang="en-US" i="1" dirty="0">
                <a:solidFill>
                  <a:schemeClr val="tx1"/>
                </a:solidFill>
              </a:rPr>
              <a:t>“CHN might seek to learn how many children have been immunized against measles in a school district”</a:t>
            </a:r>
          </a:p>
          <a:p>
            <a:endParaRPr lang="en-US" dirty="0"/>
          </a:p>
        </p:txBody>
      </p:sp>
    </p:spTree>
    <p:extLst>
      <p:ext uri="{BB962C8B-B14F-4D97-AF65-F5344CB8AC3E}">
        <p14:creationId xmlns:p14="http://schemas.microsoft.com/office/powerpoint/2010/main" val="1506078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2CDB8-6B2A-1832-2A36-260267599F2E}"/>
              </a:ext>
            </a:extLst>
          </p:cNvPr>
          <p:cNvSpPr>
            <a:spLocks noGrp="1"/>
          </p:cNvSpPr>
          <p:nvPr>
            <p:ph type="title"/>
          </p:nvPr>
        </p:nvSpPr>
        <p:spPr>
          <a:xfrm>
            <a:off x="6163464" y="755650"/>
            <a:ext cx="5266535" cy="1345115"/>
          </a:xfrm>
        </p:spPr>
        <p:txBody>
          <a:bodyPr>
            <a:normAutofit fontScale="90000"/>
          </a:bodyPr>
          <a:lstStyle/>
          <a:p>
            <a:r>
              <a:rPr lang="en-US" dirty="0"/>
              <a:t>Descriptive Methods</a:t>
            </a:r>
            <a:br>
              <a:rPr lang="en-US" dirty="0"/>
            </a:br>
            <a:br>
              <a:rPr lang="ar-BH" dirty="0"/>
            </a:br>
            <a:r>
              <a:rPr lang="en-US" dirty="0"/>
              <a:t>Counts</a:t>
            </a:r>
          </a:p>
        </p:txBody>
      </p:sp>
      <p:pic>
        <p:nvPicPr>
          <p:cNvPr id="5" name="Picture 4" descr="Bubble sheet test paper and pencil">
            <a:extLst>
              <a:ext uri="{FF2B5EF4-FFF2-40B4-BE49-F238E27FC236}">
                <a16:creationId xmlns:a16="http://schemas.microsoft.com/office/drawing/2014/main" id="{12F00DC6-5CF9-E3CB-9516-450EA41377B0}"/>
              </a:ext>
            </a:extLst>
          </p:cNvPr>
          <p:cNvPicPr>
            <a:picLocks noChangeAspect="1"/>
          </p:cNvPicPr>
          <p:nvPr/>
        </p:nvPicPr>
        <p:blipFill rotWithShape="1">
          <a:blip r:embed="rId2"/>
          <a:srcRect l="48776"/>
          <a:stretch/>
        </p:blipFill>
        <p:spPr>
          <a:xfrm>
            <a:off x="20" y="10"/>
            <a:ext cx="5404493" cy="6857990"/>
          </a:xfrm>
          <a:prstGeom prst="rect">
            <a:avLst/>
          </a:prstGeom>
        </p:spPr>
      </p:pic>
      <p:sp>
        <p:nvSpPr>
          <p:cNvPr id="3" name="Content Placeholder 2">
            <a:extLst>
              <a:ext uri="{FF2B5EF4-FFF2-40B4-BE49-F238E27FC236}">
                <a16:creationId xmlns:a16="http://schemas.microsoft.com/office/drawing/2014/main" id="{FC6E3428-E312-DA0F-4B23-ADF3B85171AB}"/>
              </a:ext>
            </a:extLst>
          </p:cNvPr>
          <p:cNvSpPr>
            <a:spLocks noGrp="1"/>
          </p:cNvSpPr>
          <p:nvPr>
            <p:ph idx="1"/>
          </p:nvPr>
        </p:nvSpPr>
        <p:spPr>
          <a:xfrm>
            <a:off x="6217252" y="3050652"/>
            <a:ext cx="5266535" cy="2381960"/>
          </a:xfrm>
        </p:spPr>
        <p:txBody>
          <a:bodyPr>
            <a:normAutofit fontScale="85000" lnSpcReduction="20000"/>
          </a:bodyPr>
          <a:lstStyle/>
          <a:p>
            <a:pPr marL="0" indent="0">
              <a:buNone/>
            </a:pPr>
            <a:r>
              <a:rPr lang="en-US" dirty="0"/>
              <a:t>simplest measure of description </a:t>
            </a:r>
          </a:p>
          <a:p>
            <a:pPr marL="0" indent="0">
              <a:buNone/>
            </a:pPr>
            <a:r>
              <a:rPr lang="en-US" dirty="0"/>
              <a:t>If a nurse discovers 50 cases of measles in an elementary school, that is a simple count. </a:t>
            </a:r>
          </a:p>
        </p:txBody>
      </p:sp>
    </p:spTree>
    <p:extLst>
      <p:ext uri="{BB962C8B-B14F-4D97-AF65-F5344CB8AC3E}">
        <p14:creationId xmlns:p14="http://schemas.microsoft.com/office/powerpoint/2010/main" val="2108770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A088C-FD49-91BD-837A-F5E0A3500979}"/>
              </a:ext>
            </a:extLst>
          </p:cNvPr>
          <p:cNvSpPr>
            <a:spLocks noGrp="1"/>
          </p:cNvSpPr>
          <p:nvPr>
            <p:ph type="title"/>
          </p:nvPr>
        </p:nvSpPr>
        <p:spPr>
          <a:xfrm>
            <a:off x="497840" y="715957"/>
            <a:ext cx="10515600" cy="706438"/>
          </a:xfrm>
        </p:spPr>
        <p:txBody>
          <a:bodyPr>
            <a:normAutofit fontScale="90000"/>
          </a:bodyPr>
          <a:lstStyle/>
          <a:p>
            <a:r>
              <a:rPr lang="en-US" b="1" dirty="0"/>
              <a:t>Descriptive Methods </a:t>
            </a:r>
            <a:br>
              <a:rPr lang="en-US" b="1" dirty="0"/>
            </a:br>
            <a:r>
              <a:rPr lang="en-US" b="1" dirty="0">
                <a:solidFill>
                  <a:srgbClr val="FF0000"/>
                </a:solidFill>
              </a:rPr>
              <a:t>Incidence</a:t>
            </a:r>
          </a:p>
        </p:txBody>
      </p:sp>
      <p:sp>
        <p:nvSpPr>
          <p:cNvPr id="3" name="Content Placeholder 2">
            <a:extLst>
              <a:ext uri="{FF2B5EF4-FFF2-40B4-BE49-F238E27FC236}">
                <a16:creationId xmlns:a16="http://schemas.microsoft.com/office/drawing/2014/main" id="{6391592A-BBA1-4553-9A22-07C808F925A7}"/>
              </a:ext>
            </a:extLst>
          </p:cNvPr>
          <p:cNvSpPr>
            <a:spLocks noGrp="1"/>
          </p:cNvSpPr>
          <p:nvPr>
            <p:ph idx="1"/>
          </p:nvPr>
        </p:nvSpPr>
        <p:spPr/>
        <p:txBody>
          <a:bodyPr>
            <a:normAutofit/>
          </a:bodyPr>
          <a:lstStyle/>
          <a:p>
            <a:r>
              <a:rPr lang="en-US" dirty="0"/>
              <a:t>Incidence refers to all new cases of a disease or health condition appearing during a given time.</a:t>
            </a:r>
          </a:p>
          <a:p>
            <a:r>
              <a:rPr lang="en-US" dirty="0"/>
              <a:t>e.g. Three weeks after the start of a measles epidemic in a school, 20 New cases were identified. The incidence rate for that period is  (</a:t>
            </a:r>
            <a:r>
              <a:rPr lang="en-US" b="1" dirty="0"/>
              <a:t>20</a:t>
            </a:r>
            <a:r>
              <a:rPr lang="en-US" dirty="0"/>
              <a:t>”New Cases” /</a:t>
            </a:r>
            <a:r>
              <a:rPr lang="en-US" b="1" dirty="0"/>
              <a:t>450</a:t>
            </a:r>
            <a:r>
              <a:rPr lang="en-US" dirty="0"/>
              <a:t>” Population at risk”) </a:t>
            </a:r>
          </a:p>
        </p:txBody>
      </p:sp>
    </p:spTree>
    <p:extLst>
      <p:ext uri="{BB962C8B-B14F-4D97-AF65-F5344CB8AC3E}">
        <p14:creationId xmlns:p14="http://schemas.microsoft.com/office/powerpoint/2010/main" val="2046421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20C0-BD4D-BF8E-B646-016A59131199}"/>
              </a:ext>
            </a:extLst>
          </p:cNvPr>
          <p:cNvSpPr>
            <a:spLocks noGrp="1"/>
          </p:cNvSpPr>
          <p:nvPr>
            <p:ph type="title"/>
          </p:nvPr>
        </p:nvSpPr>
        <p:spPr>
          <a:xfrm>
            <a:off x="473751" y="681037"/>
            <a:ext cx="10515600" cy="706438"/>
          </a:xfrm>
        </p:spPr>
        <p:txBody>
          <a:bodyPr>
            <a:normAutofit fontScale="90000"/>
          </a:bodyPr>
          <a:lstStyle/>
          <a:p>
            <a:r>
              <a:rPr lang="en-US" b="1" dirty="0"/>
              <a:t>Descriptive Methods </a:t>
            </a:r>
            <a:br>
              <a:rPr lang="en-US" b="1" dirty="0"/>
            </a:br>
            <a:r>
              <a:rPr lang="en-US" b="1" dirty="0">
                <a:solidFill>
                  <a:srgbClr val="FF0000"/>
                </a:solidFill>
              </a:rPr>
              <a:t>Prevalence</a:t>
            </a:r>
            <a:r>
              <a:rPr lang="en-US" b="1" dirty="0"/>
              <a:t> </a:t>
            </a:r>
          </a:p>
        </p:txBody>
      </p:sp>
      <p:sp>
        <p:nvSpPr>
          <p:cNvPr id="3" name="Content Placeholder 2">
            <a:extLst>
              <a:ext uri="{FF2B5EF4-FFF2-40B4-BE49-F238E27FC236}">
                <a16:creationId xmlns:a16="http://schemas.microsoft.com/office/drawing/2014/main" id="{422F8421-2ECA-3004-2CE9-D7D790E94D56}"/>
              </a:ext>
            </a:extLst>
          </p:cNvPr>
          <p:cNvSpPr>
            <a:spLocks noGrp="1"/>
          </p:cNvSpPr>
          <p:nvPr>
            <p:ph idx="1"/>
          </p:nvPr>
        </p:nvSpPr>
        <p:spPr/>
        <p:txBody>
          <a:bodyPr/>
          <a:lstStyle/>
          <a:p>
            <a:pPr marL="0" indent="0">
              <a:buNone/>
            </a:pPr>
            <a:r>
              <a:rPr lang="en-US" dirty="0"/>
              <a:t>Prevalence refers to all of the people with a particular health condition existing in a given population at a given point in time.</a:t>
            </a:r>
          </a:p>
          <a:p>
            <a:r>
              <a:rPr lang="en-US" dirty="0"/>
              <a:t>For instance, if the school has 500 students, the prevalence of measles on that day would be 10% (50 measles/500 population).</a:t>
            </a:r>
            <a:endParaRPr lang="en-US" b="1" dirty="0"/>
          </a:p>
        </p:txBody>
      </p:sp>
    </p:spTree>
    <p:extLst>
      <p:ext uri="{BB962C8B-B14F-4D97-AF65-F5344CB8AC3E}">
        <p14:creationId xmlns:p14="http://schemas.microsoft.com/office/powerpoint/2010/main" val="3027596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607CBBD-4ADA-EBC9-3B40-10DBEDB61587}"/>
              </a:ext>
            </a:extLst>
          </p:cNvPr>
          <p:cNvPicPr>
            <a:picLocks noGrp="1" noChangeAspect="1"/>
          </p:cNvPicPr>
          <p:nvPr>
            <p:ph idx="1"/>
          </p:nvPr>
        </p:nvPicPr>
        <p:blipFill>
          <a:blip r:embed="rId3"/>
          <a:stretch>
            <a:fillRect/>
          </a:stretch>
        </p:blipFill>
        <p:spPr>
          <a:xfrm>
            <a:off x="1568292" y="855406"/>
            <a:ext cx="9464938" cy="5874491"/>
          </a:xfrm>
          <a:prstGeom prst="rect">
            <a:avLst/>
          </a:prstGeom>
        </p:spPr>
      </p:pic>
    </p:spTree>
    <p:extLst>
      <p:ext uri="{BB962C8B-B14F-4D97-AF65-F5344CB8AC3E}">
        <p14:creationId xmlns:p14="http://schemas.microsoft.com/office/powerpoint/2010/main" val="1106756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a:xfrm>
            <a:off x="1235535" y="784940"/>
            <a:ext cx="10027822" cy="768350"/>
          </a:xfrm>
        </p:spPr>
        <p:txBody>
          <a:bodyPr>
            <a:normAutofit/>
          </a:bodyPr>
          <a:lstStyle/>
          <a:p>
            <a:pPr>
              <a:defRPr/>
            </a:pPr>
            <a:r>
              <a:rPr lang="en-US" dirty="0"/>
              <a:t>Methods in Epidemiology</a:t>
            </a:r>
            <a:endParaRPr lang="en-US" b="1" dirty="0"/>
          </a:p>
        </p:txBody>
      </p:sp>
      <p:sp>
        <p:nvSpPr>
          <p:cNvPr id="20483" name="Rectangle 3"/>
          <p:cNvSpPr>
            <a:spLocks noGrp="1" noChangeArrowheads="1"/>
          </p:cNvSpPr>
          <p:nvPr>
            <p:ph idx="1"/>
          </p:nvPr>
        </p:nvSpPr>
        <p:spPr>
          <a:xfrm>
            <a:off x="793921" y="2113321"/>
            <a:ext cx="10451507" cy="3588231"/>
          </a:xfrm>
        </p:spPr>
        <p:txBody>
          <a:bodyPr>
            <a:noAutofit/>
          </a:bodyPr>
          <a:lstStyle/>
          <a:p>
            <a:pPr eaLnBrk="1" hangingPunct="1">
              <a:lnSpc>
                <a:spcPct val="100000"/>
              </a:lnSpc>
            </a:pPr>
            <a:r>
              <a:rPr lang="en-US" altLang="en-US" sz="2400" b="1" u="sng" dirty="0">
                <a:solidFill>
                  <a:schemeClr val="tx1"/>
                </a:solidFill>
              </a:rPr>
              <a:t>Analytic epidemiology</a:t>
            </a:r>
          </a:p>
          <a:p>
            <a:pPr lvl="1" eaLnBrk="1" hangingPunct="1">
              <a:lnSpc>
                <a:spcPct val="150000"/>
              </a:lnSpc>
            </a:pPr>
            <a:r>
              <a:rPr lang="en-US" altLang="en-US" sz="2000" b="1" dirty="0">
                <a:solidFill>
                  <a:srgbClr val="FF0000"/>
                </a:solidFill>
              </a:rPr>
              <a:t>Case–control studies</a:t>
            </a:r>
            <a:r>
              <a:rPr lang="en-US" altLang="en-US" sz="2000" dirty="0">
                <a:solidFill>
                  <a:srgbClr val="FF0000"/>
                </a:solidFill>
              </a:rPr>
              <a:t>: </a:t>
            </a:r>
            <a:r>
              <a:rPr lang="en-US" sz="2000" dirty="0">
                <a:solidFill>
                  <a:srgbClr val="000000"/>
                </a:solidFill>
              </a:rPr>
              <a:t>compares people who have a health or illness condition (number of cases with the condition) with those who lack this condition (controls)</a:t>
            </a:r>
          </a:p>
          <a:p>
            <a:pPr lvl="1" eaLnBrk="1" hangingPunct="1">
              <a:lnSpc>
                <a:spcPct val="150000"/>
              </a:lnSpc>
            </a:pPr>
            <a:r>
              <a:rPr lang="en-US" altLang="en-US" sz="2000" b="1" dirty="0">
                <a:solidFill>
                  <a:srgbClr val="FF0000"/>
                </a:solidFill>
              </a:rPr>
              <a:t>Cohort studies</a:t>
            </a:r>
            <a:r>
              <a:rPr lang="en-US" altLang="en-US" sz="2000" b="1" i="1" dirty="0">
                <a:solidFill>
                  <a:srgbClr val="FF0000"/>
                </a:solidFill>
              </a:rPr>
              <a:t>: </a:t>
            </a:r>
            <a:r>
              <a:rPr lang="en-US" sz="2000" dirty="0">
                <a:solidFill>
                  <a:srgbClr val="000000"/>
                </a:solidFill>
              </a:rPr>
              <a:t>A cohort study begins by selecting a group of people who display certain defined characteristics before the onset of the condition being investigated (</a:t>
            </a:r>
            <a:r>
              <a:rPr lang="en-US" sz="2000" dirty="0" err="1">
                <a:solidFill>
                  <a:srgbClr val="0066CC"/>
                </a:solidFill>
                <a:hlinkClick r:id="rId2">
                  <a:extLst>
                    <a:ext uri="{A12FA001-AC4F-418D-AE19-62706E023703}">
                      <ahyp:hlinkClr xmlns:ahyp="http://schemas.microsoft.com/office/drawing/2018/hyperlinkcolor" val="tx"/>
                    </a:ext>
                  </a:extLst>
                </a:hlinkClick>
              </a:rPr>
              <a:t>Gordis</a:t>
            </a:r>
            <a:r>
              <a:rPr lang="en-US" sz="2000" dirty="0">
                <a:solidFill>
                  <a:srgbClr val="0066CC"/>
                </a:solidFill>
                <a:hlinkClick r:id="rId2">
                  <a:extLst>
                    <a:ext uri="{A12FA001-AC4F-418D-AE19-62706E023703}">
                      <ahyp:hlinkClr xmlns:ahyp="http://schemas.microsoft.com/office/drawing/2018/hyperlinkcolor" val="tx"/>
                    </a:ext>
                  </a:extLst>
                </a:hlinkClick>
              </a:rPr>
              <a:t>, 2014</a:t>
            </a:r>
            <a:r>
              <a:rPr lang="en-US" sz="2000" dirty="0">
                <a:solidFill>
                  <a:srgbClr val="000000"/>
                </a:solidFill>
              </a:rPr>
              <a:t>). They would be observed over time to evaluate which variables were associated with the development or nondevelopment of the disease. </a:t>
            </a:r>
            <a:endParaRPr lang="en-US" alt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EE77B-12C2-475F-9BB2-BB1325CAFB2E}"/>
              </a:ext>
            </a:extLst>
          </p:cNvPr>
          <p:cNvSpPr>
            <a:spLocks noGrp="1"/>
          </p:cNvSpPr>
          <p:nvPr>
            <p:ph type="title"/>
          </p:nvPr>
        </p:nvSpPr>
        <p:spPr>
          <a:xfrm>
            <a:off x="1359183" y="836206"/>
            <a:ext cx="9468338" cy="775597"/>
          </a:xfrm>
        </p:spPr>
        <p:txBody>
          <a:bodyPr>
            <a:normAutofit/>
          </a:bodyPr>
          <a:lstStyle/>
          <a:p>
            <a:r>
              <a:rPr lang="en-US" sz="4400" dirty="0"/>
              <a:t>Methods in Epidemiology</a:t>
            </a:r>
            <a:endParaRPr lang="en-US" dirty="0"/>
          </a:p>
        </p:txBody>
      </p:sp>
      <p:sp>
        <p:nvSpPr>
          <p:cNvPr id="3" name="Content Placeholder 2">
            <a:extLst>
              <a:ext uri="{FF2B5EF4-FFF2-40B4-BE49-F238E27FC236}">
                <a16:creationId xmlns:a16="http://schemas.microsoft.com/office/drawing/2014/main" id="{0766EF2A-9088-487F-8B89-B11DCBB1AEB9}"/>
              </a:ext>
            </a:extLst>
          </p:cNvPr>
          <p:cNvSpPr>
            <a:spLocks noGrp="1"/>
          </p:cNvSpPr>
          <p:nvPr>
            <p:ph idx="1"/>
          </p:nvPr>
        </p:nvSpPr>
        <p:spPr/>
        <p:txBody>
          <a:bodyPr>
            <a:normAutofit fontScale="70000" lnSpcReduction="20000"/>
          </a:bodyPr>
          <a:lstStyle/>
          <a:p>
            <a:r>
              <a:rPr lang="en-US" altLang="en-US" sz="2400" b="1" u="sng" dirty="0">
                <a:solidFill>
                  <a:schemeClr val="tx1"/>
                </a:solidFill>
              </a:rPr>
              <a:t>Experimental epidemiology:</a:t>
            </a:r>
          </a:p>
          <a:p>
            <a:pPr>
              <a:buFont typeface="Wingdings" panose="05000000000000000000" pitchFamily="2" charset="2"/>
              <a:buChar char="v"/>
            </a:pPr>
            <a:r>
              <a:rPr lang="en-US" i="1" dirty="0">
                <a:solidFill>
                  <a:srgbClr val="000000"/>
                </a:solidFill>
              </a:rPr>
              <a:t>Experimental epidemiology</a:t>
            </a:r>
            <a:r>
              <a:rPr lang="en-US" dirty="0">
                <a:solidFill>
                  <a:srgbClr val="000000"/>
                </a:solidFill>
              </a:rPr>
              <a:t> follows and builds on information gathered from descriptive and analytic approaches. </a:t>
            </a:r>
          </a:p>
          <a:p>
            <a:pPr>
              <a:buFont typeface="Wingdings" panose="05000000000000000000" pitchFamily="2" charset="2"/>
              <a:buChar char="v"/>
            </a:pPr>
            <a:r>
              <a:rPr lang="en-US" dirty="0">
                <a:solidFill>
                  <a:srgbClr val="000000"/>
                </a:solidFill>
              </a:rPr>
              <a:t>In an experimental study, the investigator actually controls or changes the factors suspected of causing the health condition under study and then observes what happens to the health state (</a:t>
            </a:r>
            <a:r>
              <a:rPr lang="en-US" dirty="0">
                <a:solidFill>
                  <a:srgbClr val="000000"/>
                </a:solidFill>
                <a:hlinkClick r:id="rId2">
                  <a:extLst>
                    <a:ext uri="{A12FA001-AC4F-418D-AE19-62706E023703}">
                      <ahyp:hlinkClr xmlns:ahyp="http://schemas.microsoft.com/office/drawing/2018/hyperlinkcolor" val="tx"/>
                    </a:ext>
                  </a:extLst>
                </a:hlinkClick>
              </a:rPr>
              <a:t>Merrill, 2013</a:t>
            </a:r>
            <a:r>
              <a:rPr lang="en-US" dirty="0">
                <a:solidFill>
                  <a:srgbClr val="000000"/>
                </a:solidFill>
              </a:rPr>
              <a:t>).</a:t>
            </a:r>
          </a:p>
          <a:p>
            <a:pPr>
              <a:buFont typeface="Wingdings" panose="05000000000000000000" pitchFamily="2" charset="2"/>
              <a:buChar char="v"/>
            </a:pPr>
            <a:r>
              <a:rPr lang="en-US" dirty="0">
                <a:solidFill>
                  <a:srgbClr val="000000"/>
                </a:solidFill>
              </a:rPr>
              <a:t> In human populations, experimental studies should focus on disease prevention or health promotion rather than testing the causes of disease, which is done primarily on animals</a:t>
            </a:r>
            <a:endParaRPr lang="en-US" altLang="en-US" dirty="0">
              <a:solidFill>
                <a:srgbClr val="000000"/>
              </a:solidFill>
            </a:endParaRPr>
          </a:p>
          <a:p>
            <a:endParaRPr lang="en-US" dirty="0"/>
          </a:p>
        </p:txBody>
      </p:sp>
    </p:spTree>
    <p:extLst>
      <p:ext uri="{BB962C8B-B14F-4D97-AF65-F5344CB8AC3E}">
        <p14:creationId xmlns:p14="http://schemas.microsoft.com/office/powerpoint/2010/main" val="2029995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0C98A1B5-792B-4FE2-97B9-41F9CB1A2374}"/>
              </a:ext>
            </a:extLst>
          </p:cNvPr>
          <p:cNvSpPr>
            <a:spLocks noGrp="1"/>
          </p:cNvSpPr>
          <p:nvPr>
            <p:ph type="title"/>
          </p:nvPr>
        </p:nvSpPr>
        <p:spPr>
          <a:xfrm>
            <a:off x="1163118" y="511636"/>
            <a:ext cx="8524875" cy="388937"/>
          </a:xfrm>
        </p:spPr>
        <p:txBody>
          <a:bodyPr>
            <a:normAutofit fontScale="90000"/>
          </a:bodyPr>
          <a:lstStyle/>
          <a:p>
            <a:pPr eaLnBrk="1" hangingPunct="1"/>
            <a:r>
              <a:rPr lang="en-US" altLang="en-US" b="1" dirty="0">
                <a:solidFill>
                  <a:srgbClr val="FF0000"/>
                </a:solidFill>
              </a:rPr>
              <a:t>Practice:</a:t>
            </a:r>
          </a:p>
        </p:txBody>
      </p:sp>
      <p:sp>
        <p:nvSpPr>
          <p:cNvPr id="45059" name="TextBox 3">
            <a:extLst>
              <a:ext uri="{FF2B5EF4-FFF2-40B4-BE49-F238E27FC236}">
                <a16:creationId xmlns:a16="http://schemas.microsoft.com/office/drawing/2014/main" id="{4E85E12C-C505-4F8A-9A17-2C02D44ED442}"/>
              </a:ext>
            </a:extLst>
          </p:cNvPr>
          <p:cNvSpPr txBox="1">
            <a:spLocks noChangeArrowheads="1"/>
          </p:cNvSpPr>
          <p:nvPr/>
        </p:nvSpPr>
        <p:spPr bwMode="auto">
          <a:xfrm>
            <a:off x="828942" y="1822049"/>
            <a:ext cx="6333857" cy="4524315"/>
          </a:xfrm>
          <a:prstGeom prst="rect">
            <a:avLst/>
          </a:prstGeom>
          <a:noFill/>
          <a:ln w="9525">
            <a:noFill/>
            <a:miter lim="800000"/>
            <a:headEnd/>
            <a:tailEnd/>
          </a:ln>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While collecting data in </a:t>
            </a:r>
            <a:r>
              <a:rPr kumimoji="0" lang="en-US" sz="18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Jidhaf’s</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Health Centre, it was found:</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The total no. of breast cancer deaths reported among females is 5 during 2013. The total mid-year population of females is  146,400.  </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total number of new diabetic cases reported  in adults last year was 487 and the old cases were 7890. </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total number of births were 11678 and the deaths were 899. </a:t>
            </a:r>
          </a:p>
          <a:p>
            <a:pPr marL="342900" marR="0" lvl="0" indent="-3429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estimated mid-year population is 267, 970. The total adult population is 1, 89, 780. </a:t>
            </a:r>
            <a:endParaRPr kumimoji="0" lang="en-US" sz="1800" b="1" i="0" u="none" strike="noStrike" kern="1200" cap="none" spc="0" normalizeH="0" baseline="0" noProof="0" dirty="0">
              <a:ln>
                <a:noFill/>
              </a:ln>
              <a:solidFill>
                <a:srgbClr val="865640">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 typeface="Wingdings" pitchFamily="2" charset="2"/>
              <a:buChar char="§"/>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a:extLst>
              <a:ext uri="{FF2B5EF4-FFF2-40B4-BE49-F238E27FC236}">
                <a16:creationId xmlns:a16="http://schemas.microsoft.com/office/drawing/2014/main" id="{517B386E-FDC8-6F59-5F22-31B0F9ADB4B2}"/>
              </a:ext>
            </a:extLst>
          </p:cNvPr>
          <p:cNvPicPr>
            <a:picLocks noChangeAspect="1"/>
          </p:cNvPicPr>
          <p:nvPr/>
        </p:nvPicPr>
        <p:blipFill>
          <a:blip r:embed="rId2"/>
          <a:stretch>
            <a:fillRect/>
          </a:stretch>
        </p:blipFill>
        <p:spPr>
          <a:xfrm>
            <a:off x="7455901" y="2857500"/>
            <a:ext cx="3987933" cy="221257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2335-E42F-480A-9372-4BEB3AC71560}"/>
              </a:ext>
            </a:extLst>
          </p:cNvPr>
          <p:cNvSpPr>
            <a:spLocks noGrp="1"/>
          </p:cNvSpPr>
          <p:nvPr>
            <p:ph type="title"/>
          </p:nvPr>
        </p:nvSpPr>
        <p:spPr/>
        <p:txBody>
          <a:bodyPr/>
          <a:lstStyle/>
          <a:p>
            <a:r>
              <a:rPr lang="en-US" b="1" dirty="0">
                <a:solidFill>
                  <a:srgbClr val="FF0000"/>
                </a:solidFill>
              </a:rPr>
              <a:t>Calculate:</a:t>
            </a:r>
          </a:p>
        </p:txBody>
      </p:sp>
      <p:sp>
        <p:nvSpPr>
          <p:cNvPr id="3" name="Rectangle 2">
            <a:extLst>
              <a:ext uri="{FF2B5EF4-FFF2-40B4-BE49-F238E27FC236}">
                <a16:creationId xmlns:a16="http://schemas.microsoft.com/office/drawing/2014/main" id="{A0A9D9E9-56ED-4115-AD22-52029538EF28}"/>
              </a:ext>
            </a:extLst>
          </p:cNvPr>
          <p:cNvSpPr/>
          <p:nvPr/>
        </p:nvSpPr>
        <p:spPr>
          <a:xfrm>
            <a:off x="1471941" y="2427366"/>
            <a:ext cx="7371183" cy="2599238"/>
          </a:xfrm>
          <a:prstGeom prst="rect">
            <a:avLst/>
          </a:prstGeom>
        </p:spPr>
        <p:txBody>
          <a:bodyPr wrap="square">
            <a:spAutoFit/>
          </a:bodyPr>
          <a:lstStyle/>
          <a:p>
            <a:pPr marL="0" marR="0" lvl="0" indent="0" algn="l" defTabSz="457200" rtl="0" eaLnBrk="1" fontAlgn="auto" latinLnBrk="0" hangingPunct="1">
              <a:lnSpc>
                <a:spcPct val="150000"/>
              </a:lnSpc>
              <a:spcBef>
                <a:spcPts val="0"/>
              </a:spcBef>
              <a:spcAft>
                <a:spcPts val="0"/>
              </a:spcAft>
              <a:buClrTx/>
              <a:buSzTx/>
              <a:buFont typeface="Wingdings" pitchFamily="2" charset="2"/>
              <a:buChar char="§"/>
              <a:tabLst/>
              <a:defRPr/>
            </a:pPr>
            <a:r>
              <a:rPr kumimoji="0" lang="en-US" sz="2800" b="0" i="0" u="none" strike="noStrike" kern="1200" cap="none" spc="0" normalizeH="0" baseline="0" noProof="0" dirty="0">
                <a:ln>
                  <a:noFill/>
                </a:ln>
                <a:solidFill>
                  <a:srgbClr val="0070C0"/>
                </a:solidFill>
                <a:effectLst/>
                <a:uLnTx/>
                <a:uFillTx/>
                <a:latin typeface="Georgia" pitchFamily="18" charset="0"/>
                <a:ea typeface="+mn-ea"/>
                <a:cs typeface="+mn-cs"/>
              </a:rPr>
              <a:t>Rate of breast cancer deaths in females</a:t>
            </a:r>
          </a:p>
          <a:p>
            <a:pPr marL="0" marR="0" lvl="0" indent="0" algn="l" defTabSz="457200" rtl="0" eaLnBrk="1" fontAlgn="auto" latinLnBrk="0" hangingPunct="1">
              <a:lnSpc>
                <a:spcPct val="150000"/>
              </a:lnSpc>
              <a:spcBef>
                <a:spcPts val="0"/>
              </a:spcBef>
              <a:spcAft>
                <a:spcPts val="0"/>
              </a:spcAft>
              <a:buClrTx/>
              <a:buSzTx/>
              <a:buFont typeface="Wingdings" pitchFamily="2" charset="2"/>
              <a:buChar char="§"/>
              <a:tabLst/>
              <a:defRPr/>
            </a:pPr>
            <a:r>
              <a:rPr kumimoji="0" lang="en-US" sz="2800" b="0" i="0" u="none" strike="noStrike" kern="1200" cap="none" spc="0" normalizeH="0" baseline="0" noProof="0" dirty="0">
                <a:ln>
                  <a:noFill/>
                </a:ln>
                <a:solidFill>
                  <a:srgbClr val="0070C0"/>
                </a:solidFill>
                <a:effectLst/>
                <a:uLnTx/>
                <a:uFillTx/>
                <a:latin typeface="Georgia" pitchFamily="18" charset="0"/>
                <a:ea typeface="+mn-ea"/>
                <a:cs typeface="+mn-cs"/>
              </a:rPr>
              <a:t>Prevalence rate of diabetes</a:t>
            </a:r>
          </a:p>
          <a:p>
            <a:pPr marL="0" marR="0" lvl="0" indent="0" algn="l" defTabSz="457200" rtl="0" eaLnBrk="1" fontAlgn="auto" latinLnBrk="0" hangingPunct="1">
              <a:lnSpc>
                <a:spcPct val="150000"/>
              </a:lnSpc>
              <a:spcBef>
                <a:spcPts val="0"/>
              </a:spcBef>
              <a:spcAft>
                <a:spcPts val="0"/>
              </a:spcAft>
              <a:buClrTx/>
              <a:buSzTx/>
              <a:buFont typeface="Wingdings" pitchFamily="2" charset="2"/>
              <a:buChar char="§"/>
              <a:tabLst/>
              <a:defRPr/>
            </a:pPr>
            <a:r>
              <a:rPr kumimoji="0" lang="en-US" sz="2800" b="0" i="0" u="none" strike="noStrike" kern="1200" cap="none" spc="0" normalizeH="0" baseline="0" noProof="0" dirty="0">
                <a:ln>
                  <a:noFill/>
                </a:ln>
                <a:solidFill>
                  <a:srgbClr val="0070C0"/>
                </a:solidFill>
                <a:effectLst/>
                <a:uLnTx/>
                <a:uFillTx/>
                <a:latin typeface="Georgia" pitchFamily="18" charset="0"/>
                <a:ea typeface="+mn-ea"/>
                <a:cs typeface="+mn-cs"/>
              </a:rPr>
              <a:t>Birth rate </a:t>
            </a:r>
          </a:p>
          <a:p>
            <a:pPr marL="0" marR="0" lvl="0" indent="0" algn="l" defTabSz="457200" rtl="0" eaLnBrk="1" fontAlgn="auto" latinLnBrk="0" hangingPunct="1">
              <a:lnSpc>
                <a:spcPct val="150000"/>
              </a:lnSpc>
              <a:spcBef>
                <a:spcPts val="0"/>
              </a:spcBef>
              <a:spcAft>
                <a:spcPts val="0"/>
              </a:spcAft>
              <a:buClrTx/>
              <a:buSzTx/>
              <a:buFont typeface="Wingdings" pitchFamily="2" charset="2"/>
              <a:buChar char="§"/>
              <a:tabLst/>
              <a:defRPr/>
            </a:pPr>
            <a:r>
              <a:rPr kumimoji="0" lang="en-US" sz="2800" b="0" i="0" u="none" strike="noStrike" kern="1200" cap="none" spc="0" normalizeH="0" baseline="0" noProof="0" dirty="0">
                <a:ln>
                  <a:noFill/>
                </a:ln>
                <a:solidFill>
                  <a:srgbClr val="0070C0"/>
                </a:solidFill>
                <a:effectLst/>
                <a:uLnTx/>
                <a:uFillTx/>
                <a:latin typeface="Georgia" pitchFamily="18" charset="0"/>
                <a:ea typeface="+mn-ea"/>
                <a:cs typeface="+mn-cs"/>
              </a:rPr>
              <a:t>Death rate</a:t>
            </a:r>
            <a:endParaRPr kumimoji="0" lang="en-US" sz="1800" b="0" i="0" u="none" strike="noStrike" kern="1200" cap="none" spc="0" normalizeH="0" baseline="0" noProof="0" dirty="0">
              <a:ln>
                <a:noFill/>
              </a:ln>
              <a:solidFill>
                <a:srgbClr val="0070C0"/>
              </a:solidFill>
              <a:effectLst/>
              <a:uLnTx/>
              <a:uFillTx/>
              <a:latin typeface="Georgia" pitchFamily="18" charset="0"/>
              <a:ea typeface="+mn-ea"/>
              <a:cs typeface="+mn-cs"/>
            </a:endParaRPr>
          </a:p>
        </p:txBody>
      </p:sp>
      <p:pic>
        <p:nvPicPr>
          <p:cNvPr id="5" name="Picture 4">
            <a:extLst>
              <a:ext uri="{FF2B5EF4-FFF2-40B4-BE49-F238E27FC236}">
                <a16:creationId xmlns:a16="http://schemas.microsoft.com/office/drawing/2014/main" id="{782AC28E-90B4-8BB5-80BE-E73630F8EEA4}"/>
              </a:ext>
            </a:extLst>
          </p:cNvPr>
          <p:cNvPicPr>
            <a:picLocks noChangeAspect="1"/>
          </p:cNvPicPr>
          <p:nvPr/>
        </p:nvPicPr>
        <p:blipFill>
          <a:blip r:embed="rId2"/>
          <a:stretch>
            <a:fillRect/>
          </a:stretch>
        </p:blipFill>
        <p:spPr>
          <a:xfrm>
            <a:off x="5157532" y="3587721"/>
            <a:ext cx="6381750" cy="2532440"/>
          </a:xfrm>
          <a:prstGeom prst="rect">
            <a:avLst/>
          </a:prstGeom>
        </p:spPr>
      </p:pic>
    </p:spTree>
    <p:extLst>
      <p:ext uri="{BB962C8B-B14F-4D97-AF65-F5344CB8AC3E}">
        <p14:creationId xmlns:p14="http://schemas.microsoft.com/office/powerpoint/2010/main" val="2069340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189A2C2F-6DA8-4912-9BF8-223D91E90C38}"/>
              </a:ext>
            </a:extLst>
          </p:cNvPr>
          <p:cNvSpPr>
            <a:spLocks noGrp="1"/>
          </p:cNvSpPr>
          <p:nvPr>
            <p:ph type="subTitle" idx="1"/>
          </p:nvPr>
        </p:nvSpPr>
        <p:spPr>
          <a:xfrm>
            <a:off x="1524000" y="4894949"/>
            <a:ext cx="9144000" cy="1655762"/>
          </a:xfrm>
        </p:spPr>
        <p:txBody>
          <a:bodyPr>
            <a:normAutofit/>
          </a:bodyPr>
          <a:lstStyle/>
          <a:p>
            <a:r>
              <a:rPr lang="en-US" sz="9600" b="1" dirty="0">
                <a:latin typeface="Edwardian Script ITC" panose="030303020407070D0804" pitchFamily="66" charset="0"/>
              </a:rPr>
              <a:t>Thank you</a:t>
            </a:r>
          </a:p>
        </p:txBody>
      </p:sp>
    </p:spTree>
    <p:extLst>
      <p:ext uri="{BB962C8B-B14F-4D97-AF65-F5344CB8AC3E}">
        <p14:creationId xmlns:p14="http://schemas.microsoft.com/office/powerpoint/2010/main" val="3915565063"/>
      </p:ext>
    </p:extLst>
  </p:cSld>
  <p:clrMapOvr>
    <a:masterClrMapping/>
  </p:clrMapOvr>
</p:sld>
</file>

<file path=ppt/theme/theme1.xml><?xml version="1.0" encoding="utf-8"?>
<a:theme xmlns:a="http://schemas.openxmlformats.org/drawingml/2006/main" name="Office Theme">
  <a:themeElements>
    <a:clrScheme name="Office Colors">
      <a:dk1>
        <a:sysClr val="windowText" lastClr="000000"/>
      </a:dk1>
      <a:lt1>
        <a:sysClr val="window" lastClr="FFFFFF"/>
      </a:lt1>
      <a:dk2>
        <a:srgbClr val="44546A"/>
      </a:dk2>
      <a:lt2>
        <a:srgbClr val="E7E6E6"/>
      </a:lt2>
      <a:accent1>
        <a:srgbClr val="987E34"/>
      </a:accent1>
      <a:accent2>
        <a:srgbClr val="C3AA62"/>
      </a:accent2>
      <a:accent3>
        <a:srgbClr val="D9C793"/>
      </a:accent3>
      <a:accent4>
        <a:srgbClr val="D8D4BA"/>
      </a:accent4>
      <a:accent5>
        <a:srgbClr val="969696"/>
      </a:accent5>
      <a:accent6>
        <a:srgbClr val="BFBFBF"/>
      </a:accent6>
      <a:hlink>
        <a:srgbClr val="0563C1"/>
      </a:hlink>
      <a:folHlink>
        <a:srgbClr val="954F72"/>
      </a:folHlink>
    </a:clrScheme>
    <a:fontScheme name="Custom 4">
      <a:majorFont>
        <a:latin typeface="Lucida Sans"/>
        <a:ea typeface=""/>
        <a:cs typeface="Sakkal Majalla"/>
      </a:majorFont>
      <a:minorFont>
        <a:latin typeface="Lucida Sans"/>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4D994B0F04E354D877846E95133643B" ma:contentTypeVersion="13" ma:contentTypeDescription="Create a new document." ma:contentTypeScope="" ma:versionID="0646ed6790c884af8cd181d3186d1a9a">
  <xsd:schema xmlns:xsd="http://www.w3.org/2001/XMLSchema" xmlns:xs="http://www.w3.org/2001/XMLSchema" xmlns:p="http://schemas.microsoft.com/office/2006/metadata/properties" xmlns:ns3="385a037c-8479-456f-8f31-0bcceebeda24" xmlns:ns4="0789079d-f96c-4739-87c5-b0f97dbd42ee" targetNamespace="http://schemas.microsoft.com/office/2006/metadata/properties" ma:root="true" ma:fieldsID="b6af21d6fc3dd12988bbddce902737ae" ns3:_="" ns4:_="">
    <xsd:import namespace="385a037c-8479-456f-8f31-0bcceebeda24"/>
    <xsd:import namespace="0789079d-f96c-4739-87c5-b0f97dbd42e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5a037c-8479-456f-8f31-0bcceebeda2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89079d-f96c-4739-87c5-b0f97dbd42e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121D80-D856-4E7F-94A8-A32312C429F4}">
  <ds:schemaRefs>
    <ds:schemaRef ds:uri="http://schemas.microsoft.com/sharepoint/v3/contenttype/forms"/>
  </ds:schemaRefs>
</ds:datastoreItem>
</file>

<file path=customXml/itemProps2.xml><?xml version="1.0" encoding="utf-8"?>
<ds:datastoreItem xmlns:ds="http://schemas.openxmlformats.org/officeDocument/2006/customXml" ds:itemID="{663CA378-77A3-480D-97B0-A0C3FA88BF08}">
  <ds:schemaRefs>
    <ds:schemaRef ds:uri="0789079d-f96c-4739-87c5-b0f97dbd42ee"/>
    <ds:schemaRef ds:uri="385a037c-8479-456f-8f31-0bcceebeda2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9445AF0-FFE0-41CF-B21F-AED9C74EFFBD}">
  <ds:schemaRefs>
    <ds:schemaRef ds:uri="http://purl.org/dc/terms/"/>
    <ds:schemaRef ds:uri="http://schemas.openxmlformats.org/package/2006/metadata/core-properties"/>
    <ds:schemaRef ds:uri="http://schemas.microsoft.com/office/2006/metadata/properties"/>
    <ds:schemaRef ds:uri="http://www.w3.org/XML/1998/namespace"/>
    <ds:schemaRef ds:uri="http://purl.org/dc/dcmitype/"/>
    <ds:schemaRef ds:uri="0789079d-f96c-4739-87c5-b0f97dbd42ee"/>
    <ds:schemaRef ds:uri="http://schemas.microsoft.com/office/2006/documentManagement/types"/>
    <ds:schemaRef ds:uri="http://purl.org/dc/elements/1.1/"/>
    <ds:schemaRef ds:uri="http://schemas.microsoft.com/office/infopath/2007/PartnerControls"/>
    <ds:schemaRef ds:uri="385a037c-8479-456f-8f31-0bcceebeda24"/>
  </ds:schemaRefs>
</ds:datastoreItem>
</file>

<file path=docMetadata/LabelInfo.xml><?xml version="1.0" encoding="utf-8"?>
<clbl:labelList xmlns:clbl="http://schemas.microsoft.com/office/2020/mipLabelMetadata">
  <clbl:label id="{de069c64-97de-41b1-b6a5-363c07bccaa3}" enabled="1" method="Standard" siteId="{026137b5-e313-46d1-9b2f-026ecb50c842}" removed="0"/>
</clbl:labelList>
</file>

<file path=docProps/app.xml><?xml version="1.0" encoding="utf-8"?>
<Properties xmlns="http://schemas.openxmlformats.org/officeDocument/2006/extended-properties" xmlns:vt="http://schemas.openxmlformats.org/officeDocument/2006/docPropsVTypes">
  <TotalTime>3815</TotalTime>
  <Words>1982</Words>
  <Application>Microsoft Office PowerPoint</Application>
  <PresentationFormat>Widescreen</PresentationFormat>
  <Paragraphs>184</Paragraphs>
  <Slides>41</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Arial</vt:lpstr>
      <vt:lpstr>Calibri</vt:lpstr>
      <vt:lpstr>Courier New</vt:lpstr>
      <vt:lpstr>Edwardian Script ITC</vt:lpstr>
      <vt:lpstr>Georgia</vt:lpstr>
      <vt:lpstr>Lucida Sans</vt:lpstr>
      <vt:lpstr>Times New Roman</vt:lpstr>
      <vt:lpstr>Verdana</vt:lpstr>
      <vt:lpstr>Wingdings</vt:lpstr>
      <vt:lpstr>Office Theme</vt:lpstr>
      <vt:lpstr>Epidemiology in Community Health Care</vt:lpstr>
      <vt:lpstr>Objectives</vt:lpstr>
      <vt:lpstr>PowerPoint Presentation</vt:lpstr>
      <vt:lpstr>PowerPoint Presentation</vt:lpstr>
      <vt:lpstr>Terminologies Frequently used in</vt:lpstr>
      <vt:lpstr>Endemic</vt:lpstr>
      <vt:lpstr>Epidemics</vt:lpstr>
      <vt:lpstr>Pandemic</vt:lpstr>
      <vt:lpstr>Surveillance</vt:lpstr>
      <vt:lpstr>Concepts of Epidemiology </vt:lpstr>
      <vt:lpstr>Host, Agent, and Environment Model</vt:lpstr>
      <vt:lpstr>Host, Agent, and Environment Model </vt:lpstr>
      <vt:lpstr>Host</vt:lpstr>
      <vt:lpstr>Agent </vt:lpstr>
      <vt:lpstr>Agent</vt:lpstr>
      <vt:lpstr>Agent</vt:lpstr>
      <vt:lpstr>Environment </vt:lpstr>
      <vt:lpstr>Epidemiologic triad.   Epidemiologists study the causal agent, the susceptible host, and environmental factors that contribute to an illness, an injury, or a wellness state. Intervention may focus on any of these three to prevent the spread of illness or to improve health in a population.</vt:lpstr>
      <vt:lpstr>Causality</vt:lpstr>
      <vt:lpstr>Causality</vt:lpstr>
      <vt:lpstr>Chain of Causation</vt:lpstr>
      <vt:lpstr>Causation in noninfectious Disease </vt:lpstr>
      <vt:lpstr>PowerPoint Presentation</vt:lpstr>
      <vt:lpstr>Multiple Causation</vt:lpstr>
      <vt:lpstr>Web of Causation </vt:lpstr>
      <vt:lpstr>Causal Matrix for Infant Mortality</vt:lpstr>
      <vt:lpstr>Web of Causation for Automobile Crash</vt:lpstr>
      <vt:lpstr>Sources of Epidemiologic Information</vt:lpstr>
      <vt:lpstr>Existing Data</vt:lpstr>
      <vt:lpstr>PowerPoint Presentation</vt:lpstr>
      <vt:lpstr>Other Sources</vt:lpstr>
      <vt:lpstr>Methods in Epidemiology</vt:lpstr>
      <vt:lpstr>Descriptive Methods  Counts</vt:lpstr>
      <vt:lpstr>Descriptive Methods  Incidence</vt:lpstr>
      <vt:lpstr>Descriptive Methods  Prevalence </vt:lpstr>
      <vt:lpstr>PowerPoint Presentation</vt:lpstr>
      <vt:lpstr>Methods in Epidemiology</vt:lpstr>
      <vt:lpstr>Methods in Epidemiology</vt:lpstr>
      <vt:lpstr>Practice:</vt:lpstr>
      <vt:lpstr>Calculate: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Faisal Isa Hammad</dc:creator>
  <cp:lastModifiedBy>Rasha Salah Elsayed Osman Eweida</cp:lastModifiedBy>
  <cp:revision>123</cp:revision>
  <cp:lastPrinted>2022-11-08T04:58:23Z</cp:lastPrinted>
  <dcterms:created xsi:type="dcterms:W3CDTF">2021-02-22T08:03:41Z</dcterms:created>
  <dcterms:modified xsi:type="dcterms:W3CDTF">2026-09-26T09:26:40Z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0x01010034D994B0F04E354D877846E95133643B</vt:lpwstr>
  </property>
</Properties>
</file>